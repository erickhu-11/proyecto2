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57" r:id="rId4"/>
    <p:sldId id="258" r:id="rId5"/>
    <p:sldId id="264" r:id="rId6"/>
    <p:sldId id="259" r:id="rId7"/>
    <p:sldId id="260" r:id="rId8"/>
    <p:sldId id="261" r:id="rId9"/>
    <p:sldId id="262" r:id="rId10"/>
    <p:sldId id="267" r:id="rId11"/>
    <p:sldId id="265" r:id="rId12"/>
    <p:sldId id="266" r:id="rId13"/>
  </p:sldIdLst>
  <p:sldSz cx="12192000" cy="6858000"/>
  <p:notesSz cx="6858000" cy="9144000"/>
  <p:defaultTextStyle>
    <a:defPPr>
      <a:defRPr lang="en-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3"/>
    <p:restoredTop sz="94694"/>
  </p:normalViewPr>
  <p:slideViewPr>
    <p:cSldViewPr snapToGrid="0">
      <p:cViewPr varScale="1">
        <p:scale>
          <a:sx n="57" d="100"/>
          <a:sy n="57" d="100"/>
        </p:scale>
        <p:origin x="96" y="11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ata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4.sv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svg"/><Relationship Id="rId1" Type="http://schemas.openxmlformats.org/officeDocument/2006/relationships/image" Target="../media/image7.png"/><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16.svg"/><Relationship Id="rId4" Type="http://schemas.openxmlformats.org/officeDocument/2006/relationships/image" Target="../media/image10.svg"/><Relationship Id="rId9" Type="http://schemas.openxmlformats.org/officeDocument/2006/relationships/image" Target="../media/image15.png"/></Relationships>
</file>

<file path=ppt/diagrams/_rels/drawing2.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svg"/><Relationship Id="rId2" Type="http://schemas.openxmlformats.org/officeDocument/2006/relationships/image" Target="../media/image18.svg"/><Relationship Id="rId1" Type="http://schemas.openxmlformats.org/officeDocument/2006/relationships/image" Target="../media/image17.png"/><Relationship Id="rId6" Type="http://schemas.openxmlformats.org/officeDocument/2006/relationships/image" Target="../media/image22.sv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svg"/><Relationship Id="rId4" Type="http://schemas.openxmlformats.org/officeDocument/2006/relationships/image" Target="../media/image20.svg"/><Relationship Id="rId9" Type="http://schemas.openxmlformats.org/officeDocument/2006/relationships/image" Target="../media/image25.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D4F176-7B26-4375-9294-09A551D68D8A}"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939FDF45-AB44-45CE-BA52-D3532C277194}">
      <dgm:prSet/>
      <dgm:spPr/>
      <dgm:t>
        <a:bodyPr/>
        <a:lstStyle/>
        <a:p>
          <a:pPr>
            <a:lnSpc>
              <a:spcPct val="100000"/>
            </a:lnSpc>
          </a:pPr>
          <a:r>
            <a:rPr lang="en-US" dirty="0" err="1">
              <a:latin typeface="Klavika"/>
            </a:rPr>
            <a:t>Grafo</a:t>
          </a:r>
          <a:r>
            <a:rPr lang="en-US" dirty="0">
              <a:latin typeface="Klavika"/>
            </a:rPr>
            <a:t> Social: El </a:t>
          </a:r>
          <a:r>
            <a:rPr lang="en-US" dirty="0" err="1">
              <a:latin typeface="Klavika"/>
            </a:rPr>
            <a:t>núcleo</a:t>
          </a:r>
          <a:r>
            <a:rPr lang="en-US" dirty="0">
              <a:latin typeface="Klavika"/>
            </a:rPr>
            <a:t> del </a:t>
          </a:r>
          <a:r>
            <a:rPr lang="en-US" dirty="0" err="1">
              <a:latin typeface="Klavika"/>
            </a:rPr>
            <a:t>modelo</a:t>
          </a:r>
          <a:r>
            <a:rPr lang="en-US" dirty="0">
              <a:latin typeface="Klavika"/>
            </a:rPr>
            <a:t> de </a:t>
          </a:r>
          <a:r>
            <a:rPr lang="en-US" dirty="0" err="1">
              <a:latin typeface="Klavika"/>
            </a:rPr>
            <a:t>datos</a:t>
          </a:r>
          <a:r>
            <a:rPr lang="en-US" dirty="0">
              <a:latin typeface="Klavika"/>
            </a:rPr>
            <a:t> de Facebook es </a:t>
          </a:r>
          <a:r>
            <a:rPr lang="en-US" dirty="0" err="1">
              <a:latin typeface="Klavika"/>
            </a:rPr>
            <a:t>el</a:t>
          </a:r>
          <a:r>
            <a:rPr lang="en-US" dirty="0">
              <a:latin typeface="Klavika"/>
            </a:rPr>
            <a:t> </a:t>
          </a:r>
          <a:r>
            <a:rPr lang="en-US" dirty="0" err="1">
              <a:latin typeface="Klavika"/>
            </a:rPr>
            <a:t>Grafo</a:t>
          </a:r>
          <a:r>
            <a:rPr lang="en-US" dirty="0">
              <a:latin typeface="Klavika"/>
            </a:rPr>
            <a:t> Social, que </a:t>
          </a:r>
          <a:r>
            <a:rPr lang="en-US" dirty="0" err="1">
              <a:latin typeface="Klavika"/>
            </a:rPr>
            <a:t>representa</a:t>
          </a:r>
          <a:r>
            <a:rPr lang="en-US" dirty="0">
              <a:latin typeface="Klavika"/>
            </a:rPr>
            <a:t> las </a:t>
          </a:r>
          <a:r>
            <a:rPr lang="en-US" dirty="0" err="1">
              <a:latin typeface="Klavika"/>
            </a:rPr>
            <a:t>relaciones</a:t>
          </a:r>
          <a:r>
            <a:rPr lang="en-US" dirty="0">
              <a:latin typeface="Klavika"/>
            </a:rPr>
            <a:t> entre </a:t>
          </a:r>
          <a:r>
            <a:rPr lang="en-US" dirty="0" err="1">
              <a:latin typeface="Klavika"/>
            </a:rPr>
            <a:t>los</a:t>
          </a:r>
          <a:r>
            <a:rPr lang="en-US" dirty="0">
              <a:latin typeface="Klavika"/>
            </a:rPr>
            <a:t> </a:t>
          </a:r>
          <a:r>
            <a:rPr lang="en-US" dirty="0" err="1">
              <a:latin typeface="Klavika"/>
            </a:rPr>
            <a:t>usuarios</a:t>
          </a:r>
          <a:r>
            <a:rPr lang="en-US" dirty="0">
              <a:latin typeface="Klavika"/>
            </a:rPr>
            <a:t> </a:t>
          </a:r>
        </a:p>
      </dgm:t>
    </dgm:pt>
    <dgm:pt modelId="{FB5586BE-A819-4CC7-B9F7-DB5098CD1CD1}" type="parTrans" cxnId="{FD4AB15B-374F-4E57-AC62-7AA4F31DACC5}">
      <dgm:prSet/>
      <dgm:spPr/>
      <dgm:t>
        <a:bodyPr/>
        <a:lstStyle/>
        <a:p>
          <a:endParaRPr lang="en-US"/>
        </a:p>
      </dgm:t>
    </dgm:pt>
    <dgm:pt modelId="{523D7F94-8AD4-4660-86A4-DCE1B3BC9B07}" type="sibTrans" cxnId="{FD4AB15B-374F-4E57-AC62-7AA4F31DACC5}">
      <dgm:prSet/>
      <dgm:spPr/>
      <dgm:t>
        <a:bodyPr/>
        <a:lstStyle/>
        <a:p>
          <a:pPr>
            <a:lnSpc>
              <a:spcPct val="100000"/>
            </a:lnSpc>
          </a:pPr>
          <a:endParaRPr lang="en-US"/>
        </a:p>
      </dgm:t>
    </dgm:pt>
    <dgm:pt modelId="{AC8229B9-8448-46CA-BDF7-9B2DB6C228BD}">
      <dgm:prSet/>
      <dgm:spPr/>
      <dgm:t>
        <a:bodyPr/>
        <a:lstStyle/>
        <a:p>
          <a:pPr>
            <a:lnSpc>
              <a:spcPct val="100000"/>
            </a:lnSpc>
          </a:pPr>
          <a:r>
            <a:rPr lang="en-US" dirty="0">
              <a:latin typeface="Klavika"/>
            </a:rPr>
            <a:t>Me </a:t>
          </a:r>
          <a:r>
            <a:rPr lang="en-US" dirty="0" err="1">
              <a:latin typeface="Klavika"/>
            </a:rPr>
            <a:t>gusta</a:t>
          </a:r>
          <a:r>
            <a:rPr lang="en-US" dirty="0">
              <a:latin typeface="Klavika"/>
            </a:rPr>
            <a:t> de </a:t>
          </a:r>
          <a:r>
            <a:rPr lang="en-US" dirty="0" err="1">
              <a:latin typeface="Klavika"/>
            </a:rPr>
            <a:t>Páginas</a:t>
          </a:r>
          <a:r>
            <a:rPr lang="en-US" dirty="0">
              <a:latin typeface="Klavika"/>
            </a:rPr>
            <a:t>: Las </a:t>
          </a:r>
          <a:r>
            <a:rPr lang="en-US" dirty="0" err="1">
              <a:latin typeface="Klavika"/>
            </a:rPr>
            <a:t>Páginas</a:t>
          </a:r>
          <a:r>
            <a:rPr lang="en-US" dirty="0">
              <a:latin typeface="Klavika"/>
            </a:rPr>
            <a:t> de Facebook, que </a:t>
          </a:r>
          <a:r>
            <a:rPr lang="en-US" dirty="0" err="1">
              <a:latin typeface="Klavika"/>
            </a:rPr>
            <a:t>representan</a:t>
          </a:r>
          <a:r>
            <a:rPr lang="en-US" dirty="0">
              <a:latin typeface="Klavika"/>
            </a:rPr>
            <a:t> </a:t>
          </a:r>
          <a:r>
            <a:rPr lang="en-US" dirty="0" err="1">
              <a:latin typeface="Klavika"/>
            </a:rPr>
            <a:t>negocios</a:t>
          </a:r>
          <a:r>
            <a:rPr lang="en-US" dirty="0">
              <a:latin typeface="Klavika"/>
            </a:rPr>
            <a:t>, </a:t>
          </a:r>
          <a:r>
            <a:rPr lang="en-US" dirty="0" err="1">
              <a:latin typeface="Klavika"/>
            </a:rPr>
            <a:t>figuras</a:t>
          </a:r>
          <a:r>
            <a:rPr lang="en-US" dirty="0">
              <a:latin typeface="Klavika"/>
            </a:rPr>
            <a:t> </a:t>
          </a:r>
          <a:r>
            <a:rPr lang="en-US" dirty="0" err="1">
              <a:latin typeface="Klavika"/>
            </a:rPr>
            <a:t>públicas</a:t>
          </a:r>
          <a:r>
            <a:rPr lang="en-US" dirty="0">
              <a:latin typeface="Klavika"/>
            </a:rPr>
            <a:t> u </a:t>
          </a:r>
          <a:r>
            <a:rPr lang="en-US" dirty="0" err="1">
              <a:latin typeface="Klavika"/>
            </a:rPr>
            <a:t>organizaciones</a:t>
          </a:r>
          <a:r>
            <a:rPr lang="en-US" dirty="0">
              <a:latin typeface="Klavika"/>
            </a:rPr>
            <a:t>, </a:t>
          </a:r>
          <a:r>
            <a:rPr lang="en-US" dirty="0" err="1">
              <a:latin typeface="Klavika"/>
            </a:rPr>
            <a:t>pueden</a:t>
          </a:r>
          <a:r>
            <a:rPr lang="en-US" dirty="0">
              <a:latin typeface="Klavika"/>
            </a:rPr>
            <a:t> ser "me </a:t>
          </a:r>
          <a:r>
            <a:rPr lang="en-US" dirty="0" err="1">
              <a:latin typeface="Klavika"/>
            </a:rPr>
            <a:t>gustadas</a:t>
          </a:r>
          <a:r>
            <a:rPr lang="en-US" dirty="0">
              <a:latin typeface="Klavika"/>
            </a:rPr>
            <a:t>" </a:t>
          </a:r>
          <a:r>
            <a:rPr lang="en-US" dirty="0" err="1">
              <a:latin typeface="Klavika"/>
            </a:rPr>
            <a:t>por</a:t>
          </a:r>
          <a:r>
            <a:rPr lang="en-US" dirty="0">
              <a:latin typeface="Klavika"/>
            </a:rPr>
            <a:t> </a:t>
          </a:r>
          <a:r>
            <a:rPr lang="en-US" dirty="0" err="1">
              <a:latin typeface="Klavika"/>
            </a:rPr>
            <a:t>los</a:t>
          </a:r>
          <a:r>
            <a:rPr lang="en-US" dirty="0">
              <a:latin typeface="Klavika"/>
            </a:rPr>
            <a:t> </a:t>
          </a:r>
          <a:r>
            <a:rPr lang="en-US" dirty="0" err="1">
              <a:latin typeface="Klavika"/>
            </a:rPr>
            <a:t>usuarios</a:t>
          </a:r>
          <a:endParaRPr lang="en-US" dirty="0">
            <a:latin typeface="Klavika"/>
          </a:endParaRPr>
        </a:p>
      </dgm:t>
    </dgm:pt>
    <dgm:pt modelId="{9B54E835-4BB9-4C3B-9EEF-59999FC674C4}" type="parTrans" cxnId="{5243FA6C-FF2E-41FB-9047-BA1F0EC1C8B5}">
      <dgm:prSet/>
      <dgm:spPr/>
      <dgm:t>
        <a:bodyPr/>
        <a:lstStyle/>
        <a:p>
          <a:endParaRPr lang="en-US"/>
        </a:p>
      </dgm:t>
    </dgm:pt>
    <dgm:pt modelId="{4ED8F600-74AA-4BA2-867C-3392123D4CA7}" type="sibTrans" cxnId="{5243FA6C-FF2E-41FB-9047-BA1F0EC1C8B5}">
      <dgm:prSet/>
      <dgm:spPr/>
      <dgm:t>
        <a:bodyPr/>
        <a:lstStyle/>
        <a:p>
          <a:pPr>
            <a:lnSpc>
              <a:spcPct val="100000"/>
            </a:lnSpc>
          </a:pPr>
          <a:endParaRPr lang="en-US"/>
        </a:p>
      </dgm:t>
    </dgm:pt>
    <dgm:pt modelId="{BF0B1603-7BAF-4547-8670-31DAA60B9AAC}">
      <dgm:prSet/>
      <dgm:spPr/>
      <dgm:t>
        <a:bodyPr/>
        <a:lstStyle/>
        <a:p>
          <a:pPr>
            <a:lnSpc>
              <a:spcPct val="100000"/>
            </a:lnSpc>
          </a:pPr>
          <a:r>
            <a:rPr lang="en-US">
              <a:latin typeface="Klavika"/>
            </a:rPr>
            <a:t>Pertenencia a Grupos: Los Grupos de Facebook proporcionan una forma para que los usuarios con intereses comunes se conecten e interactúen </a:t>
          </a:r>
          <a:endParaRPr lang="en-US" dirty="0">
            <a:latin typeface="Klavika"/>
          </a:endParaRPr>
        </a:p>
      </dgm:t>
    </dgm:pt>
    <dgm:pt modelId="{7470F123-05BB-48CA-8CC2-1C2B39C99789}" type="parTrans" cxnId="{878327DA-7D5C-4A57-B320-5EA9971FF225}">
      <dgm:prSet/>
      <dgm:spPr/>
      <dgm:t>
        <a:bodyPr/>
        <a:lstStyle/>
        <a:p>
          <a:endParaRPr lang="en-US"/>
        </a:p>
      </dgm:t>
    </dgm:pt>
    <dgm:pt modelId="{3C0EF41B-D2B2-4A2F-9BAE-B4CCD14B4761}" type="sibTrans" cxnId="{878327DA-7D5C-4A57-B320-5EA9971FF225}">
      <dgm:prSet/>
      <dgm:spPr/>
      <dgm:t>
        <a:bodyPr/>
        <a:lstStyle/>
        <a:p>
          <a:pPr>
            <a:lnSpc>
              <a:spcPct val="100000"/>
            </a:lnSpc>
          </a:pPr>
          <a:endParaRPr lang="en-US"/>
        </a:p>
      </dgm:t>
    </dgm:pt>
    <dgm:pt modelId="{B8FC8626-1109-4476-9143-264F88EDB8ED}">
      <dgm:prSet/>
      <dgm:spPr/>
      <dgm:t>
        <a:bodyPr/>
        <a:lstStyle/>
        <a:p>
          <a:pPr>
            <a:lnSpc>
              <a:spcPct val="100000"/>
            </a:lnSpc>
          </a:pPr>
          <a:r>
            <a:rPr lang="en-US">
              <a:latin typeface="Klavika"/>
            </a:rPr>
            <a:t>Recomendaciones: Facebook aprovecha la estructura de datos del Grafo para potenciar sus sistemas de recomendación </a:t>
          </a:r>
          <a:endParaRPr lang="en-US" dirty="0">
            <a:latin typeface="Klavika"/>
          </a:endParaRPr>
        </a:p>
      </dgm:t>
    </dgm:pt>
    <dgm:pt modelId="{F38ED41E-86B0-4BCE-9E3A-6C5A76F0D78F}" type="parTrans" cxnId="{8E3A3A04-7891-4BCF-B143-D7EB905D6E34}">
      <dgm:prSet/>
      <dgm:spPr/>
      <dgm:t>
        <a:bodyPr/>
        <a:lstStyle/>
        <a:p>
          <a:endParaRPr lang="en-US"/>
        </a:p>
      </dgm:t>
    </dgm:pt>
    <dgm:pt modelId="{3B6B0A8F-E82B-4FE3-8528-C6FA4A0BB032}" type="sibTrans" cxnId="{8E3A3A04-7891-4BCF-B143-D7EB905D6E34}">
      <dgm:prSet/>
      <dgm:spPr/>
      <dgm:t>
        <a:bodyPr/>
        <a:lstStyle/>
        <a:p>
          <a:pPr>
            <a:lnSpc>
              <a:spcPct val="100000"/>
            </a:lnSpc>
          </a:pPr>
          <a:endParaRPr lang="en-US"/>
        </a:p>
      </dgm:t>
    </dgm:pt>
    <dgm:pt modelId="{9DD0F5DF-3823-4CB9-9443-8E12FA7AF3C2}">
      <dgm:prSet/>
      <dgm:spPr/>
      <dgm:t>
        <a:bodyPr/>
        <a:lstStyle/>
        <a:p>
          <a:pPr>
            <a:lnSpc>
              <a:spcPct val="100000"/>
            </a:lnSpc>
          </a:pPr>
          <a:r>
            <a:rPr lang="en-US">
              <a:latin typeface="Klavika"/>
            </a:rPr>
            <a:t>Análisis de datos: Facebook utiliza algoritmos y técnicas de análisis de grafos para extraer información y comprender el comportamiento de sus usuarios </a:t>
          </a:r>
          <a:endParaRPr lang="en-US" dirty="0">
            <a:latin typeface="Klavika"/>
          </a:endParaRPr>
        </a:p>
      </dgm:t>
    </dgm:pt>
    <dgm:pt modelId="{A40E3D64-42EA-44D9-8920-3C2014EB4B9B}" type="parTrans" cxnId="{ACBF780E-682F-467B-B49C-7BBFA2C851D2}">
      <dgm:prSet/>
      <dgm:spPr/>
      <dgm:t>
        <a:bodyPr/>
        <a:lstStyle/>
        <a:p>
          <a:endParaRPr lang="en-US"/>
        </a:p>
      </dgm:t>
    </dgm:pt>
    <dgm:pt modelId="{5F9DA1A9-3337-4F4B-A43F-196A1C11B4B9}" type="sibTrans" cxnId="{ACBF780E-682F-467B-B49C-7BBFA2C851D2}">
      <dgm:prSet/>
      <dgm:spPr/>
      <dgm:t>
        <a:bodyPr/>
        <a:lstStyle/>
        <a:p>
          <a:endParaRPr lang="en-US"/>
        </a:p>
      </dgm:t>
    </dgm:pt>
    <dgm:pt modelId="{BB24C4EB-8DD9-4CCD-8B52-A738290DA225}" type="pres">
      <dgm:prSet presAssocID="{68D4F176-7B26-4375-9294-09A551D68D8A}" presName="root" presStyleCnt="0">
        <dgm:presLayoutVars>
          <dgm:dir/>
          <dgm:resizeHandles val="exact"/>
        </dgm:presLayoutVars>
      </dgm:prSet>
      <dgm:spPr/>
    </dgm:pt>
    <dgm:pt modelId="{6BB94CBD-90F7-4EB7-9984-D742A52BD6E3}" type="pres">
      <dgm:prSet presAssocID="{939FDF45-AB44-45CE-BA52-D3532C277194}" presName="compNode" presStyleCnt="0"/>
      <dgm:spPr/>
    </dgm:pt>
    <dgm:pt modelId="{03D4BDC7-9AB6-431E-A214-841DDA46C3CB}" type="pres">
      <dgm:prSet presAssocID="{939FDF45-AB44-45CE-BA52-D3532C27719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Red"/>
        </a:ext>
      </dgm:extLst>
    </dgm:pt>
    <dgm:pt modelId="{6F166AE3-F025-4187-B801-E8934626A7E5}" type="pres">
      <dgm:prSet presAssocID="{939FDF45-AB44-45CE-BA52-D3532C277194}" presName="spaceRect" presStyleCnt="0"/>
      <dgm:spPr/>
    </dgm:pt>
    <dgm:pt modelId="{B1E8B9C4-25E4-4930-A800-A094F7890A06}" type="pres">
      <dgm:prSet presAssocID="{939FDF45-AB44-45CE-BA52-D3532C277194}" presName="textRect" presStyleLbl="revTx" presStyleIdx="0" presStyleCnt="5">
        <dgm:presLayoutVars>
          <dgm:chMax val="1"/>
          <dgm:chPref val="1"/>
        </dgm:presLayoutVars>
      </dgm:prSet>
      <dgm:spPr/>
    </dgm:pt>
    <dgm:pt modelId="{CE807BFB-65B9-4325-B644-295236B92125}" type="pres">
      <dgm:prSet presAssocID="{523D7F94-8AD4-4660-86A4-DCE1B3BC9B07}" presName="sibTrans" presStyleCnt="0"/>
      <dgm:spPr/>
    </dgm:pt>
    <dgm:pt modelId="{C07C4E85-4BD6-4DBF-805A-75DD6EBA69CB}" type="pres">
      <dgm:prSet presAssocID="{AC8229B9-8448-46CA-BDF7-9B2DB6C228BD}" presName="compNode" presStyleCnt="0"/>
      <dgm:spPr/>
    </dgm:pt>
    <dgm:pt modelId="{5B6F9FDB-1DA7-467B-B83A-806F7CBEFD83}" type="pres">
      <dgm:prSet presAssocID="{AC8229B9-8448-46CA-BDF7-9B2DB6C228BD}"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Japanese Dolls"/>
        </a:ext>
      </dgm:extLst>
    </dgm:pt>
    <dgm:pt modelId="{46C3202C-C752-4181-8282-3599D649FD4C}" type="pres">
      <dgm:prSet presAssocID="{AC8229B9-8448-46CA-BDF7-9B2DB6C228BD}" presName="spaceRect" presStyleCnt="0"/>
      <dgm:spPr/>
    </dgm:pt>
    <dgm:pt modelId="{966C915D-9967-4EF0-B0F1-0FF51A7BEB45}" type="pres">
      <dgm:prSet presAssocID="{AC8229B9-8448-46CA-BDF7-9B2DB6C228BD}" presName="textRect" presStyleLbl="revTx" presStyleIdx="1" presStyleCnt="5">
        <dgm:presLayoutVars>
          <dgm:chMax val="1"/>
          <dgm:chPref val="1"/>
        </dgm:presLayoutVars>
      </dgm:prSet>
      <dgm:spPr/>
    </dgm:pt>
    <dgm:pt modelId="{BE35EF38-36BB-4FCA-B1E0-2769774D2072}" type="pres">
      <dgm:prSet presAssocID="{4ED8F600-74AA-4BA2-867C-3392123D4CA7}" presName="sibTrans" presStyleCnt="0"/>
      <dgm:spPr/>
    </dgm:pt>
    <dgm:pt modelId="{69148007-BA3C-4543-BFA5-CE8ADFF6C7C5}" type="pres">
      <dgm:prSet presAssocID="{BF0B1603-7BAF-4547-8670-31DAA60B9AAC}" presName="compNode" presStyleCnt="0"/>
      <dgm:spPr/>
    </dgm:pt>
    <dgm:pt modelId="{414DF38F-D022-4285-B310-8D4C07F0B0EC}" type="pres">
      <dgm:prSet presAssocID="{BF0B1603-7BAF-4547-8670-31DAA60B9AA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Usuarios"/>
        </a:ext>
      </dgm:extLst>
    </dgm:pt>
    <dgm:pt modelId="{F0D814E9-31F0-485C-B95D-6AEB415C4282}" type="pres">
      <dgm:prSet presAssocID="{BF0B1603-7BAF-4547-8670-31DAA60B9AAC}" presName="spaceRect" presStyleCnt="0"/>
      <dgm:spPr/>
    </dgm:pt>
    <dgm:pt modelId="{8D6A58D1-FD33-41DF-8DE4-0EDD1E90E133}" type="pres">
      <dgm:prSet presAssocID="{BF0B1603-7BAF-4547-8670-31DAA60B9AAC}" presName="textRect" presStyleLbl="revTx" presStyleIdx="2" presStyleCnt="5">
        <dgm:presLayoutVars>
          <dgm:chMax val="1"/>
          <dgm:chPref val="1"/>
        </dgm:presLayoutVars>
      </dgm:prSet>
      <dgm:spPr/>
    </dgm:pt>
    <dgm:pt modelId="{1007D8FB-E30F-4D5D-8C03-C0BF94C211F8}" type="pres">
      <dgm:prSet presAssocID="{3C0EF41B-D2B2-4A2F-9BAE-B4CCD14B4761}" presName="sibTrans" presStyleCnt="0"/>
      <dgm:spPr/>
    </dgm:pt>
    <dgm:pt modelId="{EBEFB436-A05B-4D4F-A930-DE8F1A4EC40F}" type="pres">
      <dgm:prSet presAssocID="{B8FC8626-1109-4476-9143-264F88EDB8ED}" presName="compNode" presStyleCnt="0"/>
      <dgm:spPr/>
    </dgm:pt>
    <dgm:pt modelId="{B8729DFD-099A-4DEC-958D-86A6B90E5B12}" type="pres">
      <dgm:prSet presAssocID="{B8FC8626-1109-4476-9143-264F88EDB8ED}"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Estadísticas"/>
        </a:ext>
      </dgm:extLst>
    </dgm:pt>
    <dgm:pt modelId="{2921C7D8-6BFC-43C2-A58B-85A2C8A1BB68}" type="pres">
      <dgm:prSet presAssocID="{B8FC8626-1109-4476-9143-264F88EDB8ED}" presName="spaceRect" presStyleCnt="0"/>
      <dgm:spPr/>
    </dgm:pt>
    <dgm:pt modelId="{1FBD6911-ED24-4351-AEC2-97DC4D79D7CF}" type="pres">
      <dgm:prSet presAssocID="{B8FC8626-1109-4476-9143-264F88EDB8ED}" presName="textRect" presStyleLbl="revTx" presStyleIdx="3" presStyleCnt="5">
        <dgm:presLayoutVars>
          <dgm:chMax val="1"/>
          <dgm:chPref val="1"/>
        </dgm:presLayoutVars>
      </dgm:prSet>
      <dgm:spPr/>
    </dgm:pt>
    <dgm:pt modelId="{18D95B81-A291-4648-915A-A871D7EF0974}" type="pres">
      <dgm:prSet presAssocID="{3B6B0A8F-E82B-4FE3-8528-C6FA4A0BB032}" presName="sibTrans" presStyleCnt="0"/>
      <dgm:spPr/>
    </dgm:pt>
    <dgm:pt modelId="{C5B701D8-BA66-47C5-BA28-059C0BA8D01F}" type="pres">
      <dgm:prSet presAssocID="{9DD0F5DF-3823-4CB9-9443-8E12FA7AF3C2}" presName="compNode" presStyleCnt="0"/>
      <dgm:spPr/>
    </dgm:pt>
    <dgm:pt modelId="{A66AA8E8-14EF-4F3B-8F56-FA081F6BCD8E}" type="pres">
      <dgm:prSet presAssocID="{9DD0F5DF-3823-4CB9-9443-8E12FA7AF3C2}"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Bar chart"/>
        </a:ext>
      </dgm:extLst>
    </dgm:pt>
    <dgm:pt modelId="{0E5F3914-6891-41DC-B9EF-A2224C761B69}" type="pres">
      <dgm:prSet presAssocID="{9DD0F5DF-3823-4CB9-9443-8E12FA7AF3C2}" presName="spaceRect" presStyleCnt="0"/>
      <dgm:spPr/>
    </dgm:pt>
    <dgm:pt modelId="{57EFB5D3-EE92-40D1-8540-7EAB2B12370A}" type="pres">
      <dgm:prSet presAssocID="{9DD0F5DF-3823-4CB9-9443-8E12FA7AF3C2}" presName="textRect" presStyleLbl="revTx" presStyleIdx="4" presStyleCnt="5">
        <dgm:presLayoutVars>
          <dgm:chMax val="1"/>
          <dgm:chPref val="1"/>
        </dgm:presLayoutVars>
      </dgm:prSet>
      <dgm:spPr/>
    </dgm:pt>
  </dgm:ptLst>
  <dgm:cxnLst>
    <dgm:cxn modelId="{8E3A3A04-7891-4BCF-B143-D7EB905D6E34}" srcId="{68D4F176-7B26-4375-9294-09A551D68D8A}" destId="{B8FC8626-1109-4476-9143-264F88EDB8ED}" srcOrd="3" destOrd="0" parTransId="{F38ED41E-86B0-4BCE-9E3A-6C5A76F0D78F}" sibTransId="{3B6B0A8F-E82B-4FE3-8528-C6FA4A0BB032}"/>
    <dgm:cxn modelId="{ACBF780E-682F-467B-B49C-7BBFA2C851D2}" srcId="{68D4F176-7B26-4375-9294-09A551D68D8A}" destId="{9DD0F5DF-3823-4CB9-9443-8E12FA7AF3C2}" srcOrd="4" destOrd="0" parTransId="{A40E3D64-42EA-44D9-8920-3C2014EB4B9B}" sibTransId="{5F9DA1A9-3337-4F4B-A43F-196A1C11B4B9}"/>
    <dgm:cxn modelId="{6779AA35-3D04-4090-9565-25E8B79FDEF2}" type="presOf" srcId="{AC8229B9-8448-46CA-BDF7-9B2DB6C228BD}" destId="{966C915D-9967-4EF0-B0F1-0FF51A7BEB45}" srcOrd="0" destOrd="0" presId="urn:microsoft.com/office/officeart/2018/2/layout/IconLabelList"/>
    <dgm:cxn modelId="{988FFF39-00D2-4FFE-8475-854322273A6B}" type="presOf" srcId="{BF0B1603-7BAF-4547-8670-31DAA60B9AAC}" destId="{8D6A58D1-FD33-41DF-8DE4-0EDD1E90E133}" srcOrd="0" destOrd="0" presId="urn:microsoft.com/office/officeart/2018/2/layout/IconLabelList"/>
    <dgm:cxn modelId="{FD4AB15B-374F-4E57-AC62-7AA4F31DACC5}" srcId="{68D4F176-7B26-4375-9294-09A551D68D8A}" destId="{939FDF45-AB44-45CE-BA52-D3532C277194}" srcOrd="0" destOrd="0" parTransId="{FB5586BE-A819-4CC7-B9F7-DB5098CD1CD1}" sibTransId="{523D7F94-8AD4-4660-86A4-DCE1B3BC9B07}"/>
    <dgm:cxn modelId="{5243FA6C-FF2E-41FB-9047-BA1F0EC1C8B5}" srcId="{68D4F176-7B26-4375-9294-09A551D68D8A}" destId="{AC8229B9-8448-46CA-BDF7-9B2DB6C228BD}" srcOrd="1" destOrd="0" parTransId="{9B54E835-4BB9-4C3B-9EEF-59999FC674C4}" sibTransId="{4ED8F600-74AA-4BA2-867C-3392123D4CA7}"/>
    <dgm:cxn modelId="{796B6182-7911-4AAC-B202-59D93AE8F13D}" type="presOf" srcId="{9DD0F5DF-3823-4CB9-9443-8E12FA7AF3C2}" destId="{57EFB5D3-EE92-40D1-8540-7EAB2B12370A}" srcOrd="0" destOrd="0" presId="urn:microsoft.com/office/officeart/2018/2/layout/IconLabelList"/>
    <dgm:cxn modelId="{92E1F59B-65E7-491D-A6D5-60C4AE25974A}" type="presOf" srcId="{B8FC8626-1109-4476-9143-264F88EDB8ED}" destId="{1FBD6911-ED24-4351-AEC2-97DC4D79D7CF}" srcOrd="0" destOrd="0" presId="urn:microsoft.com/office/officeart/2018/2/layout/IconLabelList"/>
    <dgm:cxn modelId="{878327DA-7D5C-4A57-B320-5EA9971FF225}" srcId="{68D4F176-7B26-4375-9294-09A551D68D8A}" destId="{BF0B1603-7BAF-4547-8670-31DAA60B9AAC}" srcOrd="2" destOrd="0" parTransId="{7470F123-05BB-48CA-8CC2-1C2B39C99789}" sibTransId="{3C0EF41B-D2B2-4A2F-9BAE-B4CCD14B4761}"/>
    <dgm:cxn modelId="{ED5481DF-1D93-4485-9182-FDE61FC9397D}" type="presOf" srcId="{939FDF45-AB44-45CE-BA52-D3532C277194}" destId="{B1E8B9C4-25E4-4930-A800-A094F7890A06}" srcOrd="0" destOrd="0" presId="urn:microsoft.com/office/officeart/2018/2/layout/IconLabelList"/>
    <dgm:cxn modelId="{97E60DE4-F06E-4719-AEE1-39FD34B91046}" type="presOf" srcId="{68D4F176-7B26-4375-9294-09A551D68D8A}" destId="{BB24C4EB-8DD9-4CCD-8B52-A738290DA225}" srcOrd="0" destOrd="0" presId="urn:microsoft.com/office/officeart/2018/2/layout/IconLabelList"/>
    <dgm:cxn modelId="{6E1FA367-1075-419A-9E52-6A21CE33461E}" type="presParOf" srcId="{BB24C4EB-8DD9-4CCD-8B52-A738290DA225}" destId="{6BB94CBD-90F7-4EB7-9984-D742A52BD6E3}" srcOrd="0" destOrd="0" presId="urn:microsoft.com/office/officeart/2018/2/layout/IconLabelList"/>
    <dgm:cxn modelId="{300970DD-233A-47A1-BC62-6EAC965D44C7}" type="presParOf" srcId="{6BB94CBD-90F7-4EB7-9984-D742A52BD6E3}" destId="{03D4BDC7-9AB6-431E-A214-841DDA46C3CB}" srcOrd="0" destOrd="0" presId="urn:microsoft.com/office/officeart/2018/2/layout/IconLabelList"/>
    <dgm:cxn modelId="{148C2AF6-9A97-47E4-8A54-D71D41348ABA}" type="presParOf" srcId="{6BB94CBD-90F7-4EB7-9984-D742A52BD6E3}" destId="{6F166AE3-F025-4187-B801-E8934626A7E5}" srcOrd="1" destOrd="0" presId="urn:microsoft.com/office/officeart/2018/2/layout/IconLabelList"/>
    <dgm:cxn modelId="{13E57C8C-F819-42B1-BD00-0B51B3EF7674}" type="presParOf" srcId="{6BB94CBD-90F7-4EB7-9984-D742A52BD6E3}" destId="{B1E8B9C4-25E4-4930-A800-A094F7890A06}" srcOrd="2" destOrd="0" presId="urn:microsoft.com/office/officeart/2018/2/layout/IconLabelList"/>
    <dgm:cxn modelId="{49E6A10E-238D-4DBB-BB62-CF80F862AA8E}" type="presParOf" srcId="{BB24C4EB-8DD9-4CCD-8B52-A738290DA225}" destId="{CE807BFB-65B9-4325-B644-295236B92125}" srcOrd="1" destOrd="0" presId="urn:microsoft.com/office/officeart/2018/2/layout/IconLabelList"/>
    <dgm:cxn modelId="{715E54D5-7C6B-440A-A73C-40ADFE9EDD92}" type="presParOf" srcId="{BB24C4EB-8DD9-4CCD-8B52-A738290DA225}" destId="{C07C4E85-4BD6-4DBF-805A-75DD6EBA69CB}" srcOrd="2" destOrd="0" presId="urn:microsoft.com/office/officeart/2018/2/layout/IconLabelList"/>
    <dgm:cxn modelId="{4C69E6BF-0AF1-4F26-8467-5035F91554FF}" type="presParOf" srcId="{C07C4E85-4BD6-4DBF-805A-75DD6EBA69CB}" destId="{5B6F9FDB-1DA7-467B-B83A-806F7CBEFD83}" srcOrd="0" destOrd="0" presId="urn:microsoft.com/office/officeart/2018/2/layout/IconLabelList"/>
    <dgm:cxn modelId="{C3965907-5D59-4F69-9F9D-F54A6F9DC704}" type="presParOf" srcId="{C07C4E85-4BD6-4DBF-805A-75DD6EBA69CB}" destId="{46C3202C-C752-4181-8282-3599D649FD4C}" srcOrd="1" destOrd="0" presId="urn:microsoft.com/office/officeart/2018/2/layout/IconLabelList"/>
    <dgm:cxn modelId="{782F1236-0CC8-49DA-9F60-1FCED6E02C43}" type="presParOf" srcId="{C07C4E85-4BD6-4DBF-805A-75DD6EBA69CB}" destId="{966C915D-9967-4EF0-B0F1-0FF51A7BEB45}" srcOrd="2" destOrd="0" presId="urn:microsoft.com/office/officeart/2018/2/layout/IconLabelList"/>
    <dgm:cxn modelId="{DA72CC30-2835-4723-A986-F8D260E2DD4E}" type="presParOf" srcId="{BB24C4EB-8DD9-4CCD-8B52-A738290DA225}" destId="{BE35EF38-36BB-4FCA-B1E0-2769774D2072}" srcOrd="3" destOrd="0" presId="urn:microsoft.com/office/officeart/2018/2/layout/IconLabelList"/>
    <dgm:cxn modelId="{83AD699B-9B01-406A-A8DE-75709A97AAA4}" type="presParOf" srcId="{BB24C4EB-8DD9-4CCD-8B52-A738290DA225}" destId="{69148007-BA3C-4543-BFA5-CE8ADFF6C7C5}" srcOrd="4" destOrd="0" presId="urn:microsoft.com/office/officeart/2018/2/layout/IconLabelList"/>
    <dgm:cxn modelId="{1A009256-C7A8-4693-8609-D94EA67063E1}" type="presParOf" srcId="{69148007-BA3C-4543-BFA5-CE8ADFF6C7C5}" destId="{414DF38F-D022-4285-B310-8D4C07F0B0EC}" srcOrd="0" destOrd="0" presId="urn:microsoft.com/office/officeart/2018/2/layout/IconLabelList"/>
    <dgm:cxn modelId="{5C39C4F8-5113-4FFB-8764-5A4DB3887AEF}" type="presParOf" srcId="{69148007-BA3C-4543-BFA5-CE8ADFF6C7C5}" destId="{F0D814E9-31F0-485C-B95D-6AEB415C4282}" srcOrd="1" destOrd="0" presId="urn:microsoft.com/office/officeart/2018/2/layout/IconLabelList"/>
    <dgm:cxn modelId="{B17432DF-48FA-408F-B9F5-2EE0EBB08BDF}" type="presParOf" srcId="{69148007-BA3C-4543-BFA5-CE8ADFF6C7C5}" destId="{8D6A58D1-FD33-41DF-8DE4-0EDD1E90E133}" srcOrd="2" destOrd="0" presId="urn:microsoft.com/office/officeart/2018/2/layout/IconLabelList"/>
    <dgm:cxn modelId="{C0645837-6F12-4DAA-B800-A4C0878D2DC9}" type="presParOf" srcId="{BB24C4EB-8DD9-4CCD-8B52-A738290DA225}" destId="{1007D8FB-E30F-4D5D-8C03-C0BF94C211F8}" srcOrd="5" destOrd="0" presId="urn:microsoft.com/office/officeart/2018/2/layout/IconLabelList"/>
    <dgm:cxn modelId="{83A6600F-9AD2-4C1C-B11F-D21EF90DB5C3}" type="presParOf" srcId="{BB24C4EB-8DD9-4CCD-8B52-A738290DA225}" destId="{EBEFB436-A05B-4D4F-A930-DE8F1A4EC40F}" srcOrd="6" destOrd="0" presId="urn:microsoft.com/office/officeart/2018/2/layout/IconLabelList"/>
    <dgm:cxn modelId="{9A6EFBE0-7575-405F-8CF4-65BF0A3C0EAE}" type="presParOf" srcId="{EBEFB436-A05B-4D4F-A930-DE8F1A4EC40F}" destId="{B8729DFD-099A-4DEC-958D-86A6B90E5B12}" srcOrd="0" destOrd="0" presId="urn:microsoft.com/office/officeart/2018/2/layout/IconLabelList"/>
    <dgm:cxn modelId="{C99FFFBB-41D6-4E05-929C-05978AE2B10B}" type="presParOf" srcId="{EBEFB436-A05B-4D4F-A930-DE8F1A4EC40F}" destId="{2921C7D8-6BFC-43C2-A58B-85A2C8A1BB68}" srcOrd="1" destOrd="0" presId="urn:microsoft.com/office/officeart/2018/2/layout/IconLabelList"/>
    <dgm:cxn modelId="{689FD8B0-88F6-4C78-B6D8-1C1B462C6B16}" type="presParOf" srcId="{EBEFB436-A05B-4D4F-A930-DE8F1A4EC40F}" destId="{1FBD6911-ED24-4351-AEC2-97DC4D79D7CF}" srcOrd="2" destOrd="0" presId="urn:microsoft.com/office/officeart/2018/2/layout/IconLabelList"/>
    <dgm:cxn modelId="{E4E311D8-2480-4F3B-8A2B-20B8330F23A8}" type="presParOf" srcId="{BB24C4EB-8DD9-4CCD-8B52-A738290DA225}" destId="{18D95B81-A291-4648-915A-A871D7EF0974}" srcOrd="7" destOrd="0" presId="urn:microsoft.com/office/officeart/2018/2/layout/IconLabelList"/>
    <dgm:cxn modelId="{9ED3CAC1-8227-4963-A23D-72BDF1C52E94}" type="presParOf" srcId="{BB24C4EB-8DD9-4CCD-8B52-A738290DA225}" destId="{C5B701D8-BA66-47C5-BA28-059C0BA8D01F}" srcOrd="8" destOrd="0" presId="urn:microsoft.com/office/officeart/2018/2/layout/IconLabelList"/>
    <dgm:cxn modelId="{6F26DBDC-CF88-437C-B4D8-300C54023A56}" type="presParOf" srcId="{C5B701D8-BA66-47C5-BA28-059C0BA8D01F}" destId="{A66AA8E8-14EF-4F3B-8F56-FA081F6BCD8E}" srcOrd="0" destOrd="0" presId="urn:microsoft.com/office/officeart/2018/2/layout/IconLabelList"/>
    <dgm:cxn modelId="{6798F970-9D81-4341-9709-2763C9721194}" type="presParOf" srcId="{C5B701D8-BA66-47C5-BA28-059C0BA8D01F}" destId="{0E5F3914-6891-41DC-B9EF-A2224C761B69}" srcOrd="1" destOrd="0" presId="urn:microsoft.com/office/officeart/2018/2/layout/IconLabelList"/>
    <dgm:cxn modelId="{A77C5728-2147-4F90-8860-AC32B6A436D3}" type="presParOf" srcId="{C5B701D8-BA66-47C5-BA28-059C0BA8D01F}" destId="{57EFB5D3-EE92-40D1-8540-7EAB2B12370A}"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659CC0B-1841-4E7C-8CB1-BA569D6A3962}" type="doc">
      <dgm:prSet loTypeId="urn:microsoft.com/office/officeart/2018/2/layout/IconLabelList" loCatId="icon" qsTypeId="urn:microsoft.com/office/officeart/2005/8/quickstyle/simple1" qsCatId="simple" csTypeId="urn:microsoft.com/office/officeart/2018/5/colors/Iconchunking_neutralbg_colorful2" csCatId="colorful" phldr="1"/>
      <dgm:spPr/>
      <dgm:t>
        <a:bodyPr/>
        <a:lstStyle/>
        <a:p>
          <a:endParaRPr lang="en-US"/>
        </a:p>
      </dgm:t>
    </dgm:pt>
    <dgm:pt modelId="{D11A31C8-D00A-4C87-BA45-D426249C5D78}">
      <dgm:prSet custT="1"/>
      <dgm:spPr/>
      <dgm:t>
        <a:bodyPr/>
        <a:lstStyle/>
        <a:p>
          <a:pPr>
            <a:lnSpc>
              <a:spcPct val="100000"/>
            </a:lnSpc>
          </a:pPr>
          <a:r>
            <a:rPr lang="en-US" sz="1400" dirty="0">
              <a:latin typeface="Klavika"/>
            </a:rPr>
            <a:t>El </a:t>
          </a:r>
          <a:r>
            <a:rPr lang="en-US" sz="1400" dirty="0" err="1">
              <a:latin typeface="Klavika"/>
            </a:rPr>
            <a:t>grafo</a:t>
          </a:r>
          <a:r>
            <a:rPr lang="en-US" sz="1400" dirty="0">
              <a:latin typeface="Klavika"/>
            </a:rPr>
            <a:t> de Facebook es la </a:t>
          </a:r>
          <a:r>
            <a:rPr lang="en-US" sz="1400" dirty="0" err="1">
              <a:latin typeface="Klavika"/>
            </a:rPr>
            <a:t>colección</a:t>
          </a:r>
          <a:r>
            <a:rPr lang="en-US" sz="1400" dirty="0">
              <a:latin typeface="Klavika"/>
            </a:rPr>
            <a:t> de </a:t>
          </a:r>
          <a:r>
            <a:rPr lang="en-US" sz="1400" dirty="0" err="1">
              <a:latin typeface="Klavika"/>
            </a:rPr>
            <a:t>entidades</a:t>
          </a:r>
          <a:r>
            <a:rPr lang="en-US" sz="1400" dirty="0">
              <a:latin typeface="Klavika"/>
            </a:rPr>
            <a:t> y sus </a:t>
          </a:r>
          <a:r>
            <a:rPr lang="en-US" sz="1400" dirty="0" err="1">
              <a:latin typeface="Klavika"/>
            </a:rPr>
            <a:t>relaciones</a:t>
          </a:r>
          <a:r>
            <a:rPr lang="en-US" sz="1400" dirty="0">
              <a:latin typeface="Klavika"/>
            </a:rPr>
            <a:t> </a:t>
          </a:r>
          <a:r>
            <a:rPr lang="en-US" sz="1400" dirty="0" err="1">
              <a:latin typeface="Klavika"/>
            </a:rPr>
            <a:t>en</a:t>
          </a:r>
          <a:r>
            <a:rPr lang="en-US" sz="1400" dirty="0">
              <a:latin typeface="Klavika"/>
            </a:rPr>
            <a:t> Facebook. </a:t>
          </a:r>
        </a:p>
      </dgm:t>
    </dgm:pt>
    <dgm:pt modelId="{C963A7B0-10CE-4097-A52A-0E8E6C70745D}" type="parTrans" cxnId="{0527EC67-710C-48C7-A29A-4275C9C179CE}">
      <dgm:prSet/>
      <dgm:spPr/>
      <dgm:t>
        <a:bodyPr/>
        <a:lstStyle/>
        <a:p>
          <a:endParaRPr lang="en-US" sz="1400"/>
        </a:p>
      </dgm:t>
    </dgm:pt>
    <dgm:pt modelId="{DE6888D4-C255-4AF2-9994-33973535CE7B}" type="sibTrans" cxnId="{0527EC67-710C-48C7-A29A-4275C9C179CE}">
      <dgm:prSet/>
      <dgm:spPr/>
      <dgm:t>
        <a:bodyPr/>
        <a:lstStyle/>
        <a:p>
          <a:endParaRPr lang="en-US" sz="1400"/>
        </a:p>
      </dgm:t>
    </dgm:pt>
    <dgm:pt modelId="{E6F636E1-0356-4C36-959E-48A0BCD508B0}">
      <dgm:prSet custT="1"/>
      <dgm:spPr/>
      <dgm:t>
        <a:bodyPr/>
        <a:lstStyle/>
        <a:p>
          <a:pPr>
            <a:lnSpc>
              <a:spcPct val="100000"/>
            </a:lnSpc>
          </a:pPr>
          <a:r>
            <a:rPr lang="en-US" sz="1400" dirty="0">
              <a:latin typeface="Klavika"/>
            </a:rPr>
            <a:t>Las </a:t>
          </a:r>
          <a:r>
            <a:rPr lang="en-US" sz="1400" dirty="0" err="1">
              <a:latin typeface="Klavika"/>
            </a:rPr>
            <a:t>entidades</a:t>
          </a:r>
          <a:r>
            <a:rPr lang="en-US" sz="1400" dirty="0">
              <a:latin typeface="Klavika"/>
            </a:rPr>
            <a:t> son </a:t>
          </a:r>
          <a:r>
            <a:rPr lang="en-US" sz="1400" dirty="0" err="1">
              <a:latin typeface="Klavika"/>
            </a:rPr>
            <a:t>los</a:t>
          </a:r>
          <a:r>
            <a:rPr lang="en-US" sz="1400" dirty="0">
              <a:latin typeface="Klavika"/>
            </a:rPr>
            <a:t> </a:t>
          </a:r>
          <a:r>
            <a:rPr lang="en-US" sz="1400" dirty="0" err="1">
              <a:latin typeface="Klavika"/>
            </a:rPr>
            <a:t>nodos</a:t>
          </a:r>
          <a:r>
            <a:rPr lang="en-US" sz="1400" dirty="0">
              <a:latin typeface="Klavika"/>
            </a:rPr>
            <a:t> y las </a:t>
          </a:r>
          <a:r>
            <a:rPr lang="en-US" sz="1400" dirty="0" err="1">
              <a:latin typeface="Klavika"/>
            </a:rPr>
            <a:t>relaciones</a:t>
          </a:r>
          <a:r>
            <a:rPr lang="en-US" sz="1400" dirty="0">
              <a:latin typeface="Klavika"/>
            </a:rPr>
            <a:t> son las </a:t>
          </a:r>
          <a:r>
            <a:rPr lang="en-US" sz="1400" dirty="0" err="1">
              <a:latin typeface="Klavika"/>
            </a:rPr>
            <a:t>aristas</a:t>
          </a:r>
          <a:r>
            <a:rPr lang="en-US" sz="1400" dirty="0">
              <a:latin typeface="Klavika"/>
            </a:rPr>
            <a:t>. </a:t>
          </a:r>
        </a:p>
      </dgm:t>
    </dgm:pt>
    <dgm:pt modelId="{8A48592D-47EF-47B5-B8B3-419DA612243C}" type="parTrans" cxnId="{6EC1759D-3088-4433-839B-7680F24B75F2}">
      <dgm:prSet/>
      <dgm:spPr/>
      <dgm:t>
        <a:bodyPr/>
        <a:lstStyle/>
        <a:p>
          <a:endParaRPr lang="en-US" sz="1400"/>
        </a:p>
      </dgm:t>
    </dgm:pt>
    <dgm:pt modelId="{B413E79B-4FC5-48BE-B650-DC9FDC89968C}" type="sibTrans" cxnId="{6EC1759D-3088-4433-839B-7680F24B75F2}">
      <dgm:prSet/>
      <dgm:spPr/>
      <dgm:t>
        <a:bodyPr/>
        <a:lstStyle/>
        <a:p>
          <a:endParaRPr lang="en-US" sz="1400"/>
        </a:p>
      </dgm:t>
    </dgm:pt>
    <dgm:pt modelId="{BA621932-A9CE-4E74-953D-A295FB37CB84}">
      <dgm:prSet custT="1"/>
      <dgm:spPr/>
      <dgm:t>
        <a:bodyPr/>
        <a:lstStyle/>
        <a:p>
          <a:pPr>
            <a:lnSpc>
              <a:spcPct val="100000"/>
            </a:lnSpc>
          </a:pPr>
          <a:r>
            <a:rPr lang="en-US" sz="1400" dirty="0">
              <a:latin typeface="Klavika"/>
            </a:rPr>
            <a:t>Una forma de </a:t>
          </a:r>
          <a:r>
            <a:rPr lang="en-US" sz="1400" dirty="0" err="1">
              <a:latin typeface="Klavika"/>
            </a:rPr>
            <a:t>pensar</a:t>
          </a:r>
          <a:r>
            <a:rPr lang="en-US" sz="1400" dirty="0">
              <a:latin typeface="Klavika"/>
            </a:rPr>
            <a:t> </a:t>
          </a:r>
          <a:r>
            <a:rPr lang="en-US" sz="1400" dirty="0" err="1">
              <a:latin typeface="Klavika"/>
            </a:rPr>
            <a:t>en</a:t>
          </a:r>
          <a:r>
            <a:rPr lang="en-US" sz="1400" dirty="0">
              <a:latin typeface="Klavika"/>
            </a:rPr>
            <a:t> </a:t>
          </a:r>
          <a:r>
            <a:rPr lang="en-US" sz="1400" dirty="0" err="1">
              <a:latin typeface="Klavika"/>
            </a:rPr>
            <a:t>esto</a:t>
          </a:r>
          <a:r>
            <a:rPr lang="en-US" sz="1400" dirty="0">
              <a:latin typeface="Klavika"/>
            </a:rPr>
            <a:t> es que </a:t>
          </a:r>
          <a:r>
            <a:rPr lang="en-US" sz="1400" dirty="0" err="1">
              <a:latin typeface="Klavika"/>
            </a:rPr>
            <a:t>si</a:t>
          </a:r>
          <a:r>
            <a:rPr lang="en-US" sz="1400" dirty="0">
              <a:latin typeface="Klavika"/>
            </a:rPr>
            <a:t> </a:t>
          </a:r>
          <a:r>
            <a:rPr lang="en-US" sz="1400" dirty="0" err="1">
              <a:latin typeface="Klavika"/>
            </a:rPr>
            <a:t>el</a:t>
          </a:r>
          <a:r>
            <a:rPr lang="en-US" sz="1400" dirty="0">
              <a:latin typeface="Klavika"/>
            </a:rPr>
            <a:t> </a:t>
          </a:r>
          <a:r>
            <a:rPr lang="en-US" sz="1400" dirty="0" err="1">
              <a:latin typeface="Klavika"/>
            </a:rPr>
            <a:t>grafo</a:t>
          </a:r>
          <a:r>
            <a:rPr lang="en-US" sz="1400" dirty="0">
              <a:latin typeface="Klavika"/>
            </a:rPr>
            <a:t> se </a:t>
          </a:r>
          <a:r>
            <a:rPr lang="en-US" sz="1400" dirty="0" err="1">
              <a:latin typeface="Klavika"/>
            </a:rPr>
            <a:t>representara</a:t>
          </a:r>
          <a:r>
            <a:rPr lang="en-US" sz="1400" dirty="0">
              <a:latin typeface="Klavika"/>
            </a:rPr>
            <a:t> </a:t>
          </a:r>
          <a:r>
            <a:rPr lang="en-US" sz="1400" dirty="0" err="1">
              <a:latin typeface="Klavika"/>
            </a:rPr>
            <a:t>mediante</a:t>
          </a:r>
          <a:r>
            <a:rPr lang="en-US" sz="1400" dirty="0">
              <a:latin typeface="Klavika"/>
            </a:rPr>
            <a:t> </a:t>
          </a:r>
          <a:r>
            <a:rPr lang="en-US" sz="1400" dirty="0" err="1">
              <a:latin typeface="Klavika"/>
            </a:rPr>
            <a:t>lenguaje</a:t>
          </a:r>
          <a:r>
            <a:rPr lang="en-US" sz="1400" dirty="0">
              <a:latin typeface="Klavika"/>
            </a:rPr>
            <a:t>, </a:t>
          </a:r>
          <a:r>
            <a:rPr lang="en-US" sz="1400" dirty="0" err="1">
              <a:latin typeface="Klavika"/>
            </a:rPr>
            <a:t>los</a:t>
          </a:r>
          <a:r>
            <a:rPr lang="en-US" sz="1400" dirty="0">
              <a:latin typeface="Klavika"/>
            </a:rPr>
            <a:t> </a:t>
          </a:r>
          <a:r>
            <a:rPr lang="en-US" sz="1400" dirty="0" err="1">
              <a:latin typeface="Klavika"/>
            </a:rPr>
            <a:t>nodos</a:t>
          </a:r>
          <a:r>
            <a:rPr lang="en-US" sz="1400" dirty="0">
              <a:latin typeface="Klavika"/>
            </a:rPr>
            <a:t> </a:t>
          </a:r>
          <a:r>
            <a:rPr lang="en-US" sz="1400" dirty="0" err="1">
              <a:latin typeface="Klavika"/>
            </a:rPr>
            <a:t>serían</a:t>
          </a:r>
          <a:r>
            <a:rPr lang="en-US" sz="1400" dirty="0">
              <a:latin typeface="Klavika"/>
            </a:rPr>
            <a:t> </a:t>
          </a:r>
          <a:r>
            <a:rPr lang="en-US" sz="1400" dirty="0" err="1">
              <a:latin typeface="Klavika"/>
            </a:rPr>
            <a:t>los</a:t>
          </a:r>
          <a:r>
            <a:rPr lang="en-US" sz="1400" dirty="0">
              <a:latin typeface="Klavika"/>
            </a:rPr>
            <a:t> </a:t>
          </a:r>
          <a:r>
            <a:rPr lang="en-US" sz="1400" dirty="0" err="1">
              <a:latin typeface="Klavika"/>
            </a:rPr>
            <a:t>sustantivos</a:t>
          </a:r>
          <a:r>
            <a:rPr lang="en-US" sz="1400" dirty="0">
              <a:latin typeface="Klavika"/>
            </a:rPr>
            <a:t> y las </a:t>
          </a:r>
          <a:r>
            <a:rPr lang="en-US" sz="1400" dirty="0" err="1">
              <a:latin typeface="Klavika"/>
            </a:rPr>
            <a:t>aristas</a:t>
          </a:r>
          <a:r>
            <a:rPr lang="en-US" sz="1400" dirty="0">
              <a:latin typeface="Klavika"/>
            </a:rPr>
            <a:t> </a:t>
          </a:r>
          <a:r>
            <a:rPr lang="en-US" sz="1400" dirty="0" err="1">
              <a:latin typeface="Klavika"/>
            </a:rPr>
            <a:t>serían</a:t>
          </a:r>
          <a:r>
            <a:rPr lang="en-US" sz="1400" dirty="0">
              <a:latin typeface="Klavika"/>
            </a:rPr>
            <a:t> </a:t>
          </a:r>
          <a:r>
            <a:rPr lang="en-US" sz="1400" dirty="0" err="1">
              <a:latin typeface="Klavika"/>
            </a:rPr>
            <a:t>los</a:t>
          </a:r>
          <a:r>
            <a:rPr lang="en-US" sz="1400" dirty="0">
              <a:latin typeface="Klavika"/>
            </a:rPr>
            <a:t> </a:t>
          </a:r>
          <a:r>
            <a:rPr lang="en-US" sz="1400" dirty="0" err="1">
              <a:latin typeface="Klavika"/>
            </a:rPr>
            <a:t>verbos</a:t>
          </a:r>
          <a:r>
            <a:rPr lang="en-US" sz="1400" dirty="0">
              <a:latin typeface="Klavika"/>
            </a:rPr>
            <a:t>.</a:t>
          </a:r>
        </a:p>
      </dgm:t>
    </dgm:pt>
    <dgm:pt modelId="{69FFC089-08B6-40B3-9AC2-8586F9D6B1BE}" type="parTrans" cxnId="{3F0FB8DD-5E9C-4578-83A7-BB9FD58CCCDA}">
      <dgm:prSet/>
      <dgm:spPr/>
      <dgm:t>
        <a:bodyPr/>
        <a:lstStyle/>
        <a:p>
          <a:endParaRPr lang="en-US" sz="1400"/>
        </a:p>
      </dgm:t>
    </dgm:pt>
    <dgm:pt modelId="{84E6EC34-4158-443A-A958-703D955B206F}" type="sibTrans" cxnId="{3F0FB8DD-5E9C-4578-83A7-BB9FD58CCCDA}">
      <dgm:prSet/>
      <dgm:spPr/>
      <dgm:t>
        <a:bodyPr/>
        <a:lstStyle/>
        <a:p>
          <a:endParaRPr lang="en-US" sz="1400"/>
        </a:p>
      </dgm:t>
    </dgm:pt>
    <dgm:pt modelId="{FE12F19F-657B-40E9-B6E0-36B9CAE6CCD7}">
      <dgm:prSet custT="1"/>
      <dgm:spPr/>
      <dgm:t>
        <a:bodyPr/>
        <a:lstStyle/>
        <a:p>
          <a:pPr>
            <a:lnSpc>
              <a:spcPct val="100000"/>
            </a:lnSpc>
          </a:pPr>
          <a:r>
            <a:rPr lang="en-US" sz="1400" dirty="0" err="1">
              <a:latin typeface="Klavika"/>
            </a:rPr>
            <a:t>Cada</a:t>
          </a:r>
          <a:r>
            <a:rPr lang="en-US" sz="1400" dirty="0">
              <a:latin typeface="Klavika"/>
            </a:rPr>
            <a:t> </a:t>
          </a:r>
          <a:r>
            <a:rPr lang="en-US" sz="1400" dirty="0" err="1">
              <a:latin typeface="Klavika"/>
            </a:rPr>
            <a:t>usuario</a:t>
          </a:r>
          <a:r>
            <a:rPr lang="en-US" sz="1400" dirty="0">
              <a:latin typeface="Klavika"/>
            </a:rPr>
            <a:t>, </a:t>
          </a:r>
          <a:r>
            <a:rPr lang="en-US" sz="1400" dirty="0" err="1">
              <a:latin typeface="Klavika"/>
            </a:rPr>
            <a:t>página</a:t>
          </a:r>
          <a:r>
            <a:rPr lang="en-US" sz="1400" dirty="0">
              <a:latin typeface="Klavika"/>
            </a:rPr>
            <a:t>, </a:t>
          </a:r>
          <a:r>
            <a:rPr lang="en-US" sz="1400" dirty="0" err="1">
              <a:latin typeface="Klavika"/>
            </a:rPr>
            <a:t>lugar</a:t>
          </a:r>
          <a:r>
            <a:rPr lang="en-US" sz="1400" dirty="0">
              <a:latin typeface="Klavika"/>
            </a:rPr>
            <a:t>, </a:t>
          </a:r>
          <a:r>
            <a:rPr lang="en-US" sz="1400" dirty="0" err="1">
              <a:latin typeface="Klavika"/>
            </a:rPr>
            <a:t>foto</a:t>
          </a:r>
          <a:r>
            <a:rPr lang="en-US" sz="1400" dirty="0">
              <a:latin typeface="Klavika"/>
            </a:rPr>
            <a:t>, </a:t>
          </a:r>
          <a:r>
            <a:rPr lang="en-US" sz="1400" dirty="0" err="1">
              <a:latin typeface="Klavika"/>
            </a:rPr>
            <a:t>publicación</a:t>
          </a:r>
          <a:r>
            <a:rPr lang="en-US" sz="1400" dirty="0">
              <a:latin typeface="Klavika"/>
            </a:rPr>
            <a:t>, etc., son </a:t>
          </a:r>
          <a:r>
            <a:rPr lang="en-US" sz="1400" dirty="0" err="1">
              <a:latin typeface="Klavika"/>
            </a:rPr>
            <a:t>nodos</a:t>
          </a:r>
          <a:r>
            <a:rPr lang="en-US" sz="1400" dirty="0">
              <a:latin typeface="Klavika"/>
            </a:rPr>
            <a:t> </a:t>
          </a:r>
          <a:r>
            <a:rPr lang="en-US" sz="1400" dirty="0" err="1">
              <a:latin typeface="Klavika"/>
            </a:rPr>
            <a:t>en</a:t>
          </a:r>
          <a:r>
            <a:rPr lang="en-US" sz="1400" dirty="0">
              <a:latin typeface="Klavika"/>
            </a:rPr>
            <a:t> </a:t>
          </a:r>
          <a:r>
            <a:rPr lang="en-US" sz="1400" dirty="0" err="1">
              <a:latin typeface="Klavika"/>
            </a:rPr>
            <a:t>este</a:t>
          </a:r>
          <a:r>
            <a:rPr lang="en-US" sz="1400" dirty="0">
              <a:latin typeface="Klavika"/>
            </a:rPr>
            <a:t> </a:t>
          </a:r>
          <a:r>
            <a:rPr lang="en-US" sz="1400" dirty="0" err="1">
              <a:latin typeface="Klavika"/>
            </a:rPr>
            <a:t>grafo</a:t>
          </a:r>
          <a:r>
            <a:rPr lang="en-US" sz="1400" dirty="0">
              <a:latin typeface="Klavika"/>
            </a:rPr>
            <a:t>. Las </a:t>
          </a:r>
          <a:r>
            <a:rPr lang="en-US" sz="1400" dirty="0" err="1">
              <a:latin typeface="Klavika"/>
            </a:rPr>
            <a:t>aristas</a:t>
          </a:r>
          <a:r>
            <a:rPr lang="en-US" sz="1400" dirty="0">
              <a:latin typeface="Klavika"/>
            </a:rPr>
            <a:t> entre </a:t>
          </a:r>
          <a:r>
            <a:rPr lang="en-US" sz="1400" dirty="0" err="1">
              <a:latin typeface="Klavika"/>
            </a:rPr>
            <a:t>los</a:t>
          </a:r>
          <a:r>
            <a:rPr lang="en-US" sz="1400" dirty="0">
              <a:latin typeface="Klavika"/>
            </a:rPr>
            <a:t> </a:t>
          </a:r>
          <a:r>
            <a:rPr lang="en-US" sz="1400" dirty="0" err="1">
              <a:latin typeface="Klavika"/>
            </a:rPr>
            <a:t>nodos</a:t>
          </a:r>
          <a:r>
            <a:rPr lang="en-US" sz="1400" dirty="0">
              <a:latin typeface="Klavika"/>
            </a:rPr>
            <a:t> </a:t>
          </a:r>
          <a:r>
            <a:rPr lang="en-US" sz="1400" dirty="0" err="1">
              <a:latin typeface="Klavika"/>
            </a:rPr>
            <a:t>representan</a:t>
          </a:r>
          <a:r>
            <a:rPr lang="en-US" sz="1400" dirty="0">
              <a:latin typeface="Klavika"/>
            </a:rPr>
            <a:t> </a:t>
          </a:r>
          <a:r>
            <a:rPr lang="en-US" sz="1400" dirty="0" err="1">
              <a:latin typeface="Klavika"/>
            </a:rPr>
            <a:t>amistades</a:t>
          </a:r>
          <a:r>
            <a:rPr lang="en-US" sz="1400" dirty="0">
              <a:latin typeface="Klavika"/>
            </a:rPr>
            <a:t>, check-ins, </a:t>
          </a:r>
          <a:r>
            <a:rPr lang="en-US" sz="1400" dirty="0" err="1">
              <a:latin typeface="Klavika"/>
            </a:rPr>
            <a:t>etiquetas</a:t>
          </a:r>
          <a:r>
            <a:rPr lang="en-US" sz="1400" dirty="0">
              <a:latin typeface="Klavika"/>
            </a:rPr>
            <a:t>, </a:t>
          </a:r>
          <a:r>
            <a:rPr lang="en-US" sz="1400" dirty="0" err="1">
              <a:latin typeface="Klavika"/>
            </a:rPr>
            <a:t>relaciones</a:t>
          </a:r>
          <a:r>
            <a:rPr lang="en-US" sz="1400" dirty="0">
              <a:latin typeface="Klavika"/>
            </a:rPr>
            <a:t>, </a:t>
          </a:r>
          <a:r>
            <a:rPr lang="en-US" sz="1400" dirty="0" err="1">
              <a:latin typeface="Klavika"/>
            </a:rPr>
            <a:t>propiedad</a:t>
          </a:r>
          <a:r>
            <a:rPr lang="en-US" sz="1400" dirty="0">
              <a:latin typeface="Klavika"/>
            </a:rPr>
            <a:t>, </a:t>
          </a:r>
          <a:r>
            <a:rPr lang="en-US" sz="1400" dirty="0" err="1">
              <a:latin typeface="Klavika"/>
            </a:rPr>
            <a:t>atributos</a:t>
          </a:r>
          <a:r>
            <a:rPr lang="en-US" sz="1400" dirty="0">
              <a:latin typeface="Klavika"/>
            </a:rPr>
            <a:t>, etc. </a:t>
          </a:r>
        </a:p>
      </dgm:t>
    </dgm:pt>
    <dgm:pt modelId="{A2C42821-57C1-4307-BF9B-408C8EA58D0C}" type="parTrans" cxnId="{1C58BB5D-2823-4462-944B-73B04EDCB108}">
      <dgm:prSet/>
      <dgm:spPr/>
      <dgm:t>
        <a:bodyPr/>
        <a:lstStyle/>
        <a:p>
          <a:endParaRPr lang="en-US" sz="1400"/>
        </a:p>
      </dgm:t>
    </dgm:pt>
    <dgm:pt modelId="{D18C7275-ED4B-4031-B72D-58B4A4066FBF}" type="sibTrans" cxnId="{1C58BB5D-2823-4462-944B-73B04EDCB108}">
      <dgm:prSet/>
      <dgm:spPr/>
      <dgm:t>
        <a:bodyPr/>
        <a:lstStyle/>
        <a:p>
          <a:endParaRPr lang="en-US" sz="1400"/>
        </a:p>
      </dgm:t>
    </dgm:pt>
    <dgm:pt modelId="{5DB7A451-A8F1-44B4-819F-AFB431B841E9}">
      <dgm:prSet custT="1"/>
      <dgm:spPr/>
      <dgm:t>
        <a:bodyPr/>
        <a:lstStyle/>
        <a:p>
          <a:pPr>
            <a:lnSpc>
              <a:spcPct val="100000"/>
            </a:lnSpc>
          </a:pPr>
          <a:r>
            <a:rPr lang="en-US" sz="1400" dirty="0">
              <a:latin typeface="Klavika"/>
            </a:rPr>
            <a:t>Tanto </a:t>
          </a:r>
          <a:r>
            <a:rPr lang="en-US" sz="1400" dirty="0" err="1">
              <a:latin typeface="Klavika"/>
            </a:rPr>
            <a:t>los</a:t>
          </a:r>
          <a:r>
            <a:rPr lang="en-US" sz="1400" dirty="0">
              <a:latin typeface="Klavika"/>
            </a:rPr>
            <a:t> </a:t>
          </a:r>
          <a:r>
            <a:rPr lang="en-US" sz="1400" dirty="0" err="1">
              <a:latin typeface="Klavika"/>
            </a:rPr>
            <a:t>nodos</a:t>
          </a:r>
          <a:r>
            <a:rPr lang="en-US" sz="1400" dirty="0">
              <a:latin typeface="Klavika"/>
            </a:rPr>
            <a:t> </a:t>
          </a:r>
          <a:r>
            <a:rPr lang="en-US" sz="1400" dirty="0" err="1">
              <a:latin typeface="Klavika"/>
            </a:rPr>
            <a:t>como</a:t>
          </a:r>
          <a:r>
            <a:rPr lang="en-US" sz="1400" dirty="0">
              <a:latin typeface="Klavika"/>
            </a:rPr>
            <a:t> las </a:t>
          </a:r>
          <a:r>
            <a:rPr lang="en-US" sz="1400" dirty="0" err="1">
              <a:latin typeface="Klavika"/>
            </a:rPr>
            <a:t>aristas</a:t>
          </a:r>
          <a:r>
            <a:rPr lang="en-US" sz="1400" dirty="0">
              <a:latin typeface="Klavika"/>
            </a:rPr>
            <a:t> </a:t>
          </a:r>
          <a:r>
            <a:rPr lang="en-US" sz="1400" dirty="0" err="1">
              <a:latin typeface="Klavika"/>
            </a:rPr>
            <a:t>tienen</a:t>
          </a:r>
          <a:r>
            <a:rPr lang="en-US" sz="1400" dirty="0">
              <a:latin typeface="Klavika"/>
            </a:rPr>
            <a:t> </a:t>
          </a:r>
          <a:r>
            <a:rPr lang="en-US" sz="1400" dirty="0" err="1">
              <a:latin typeface="Klavika"/>
            </a:rPr>
            <a:t>metadatos</a:t>
          </a:r>
          <a:r>
            <a:rPr lang="en-US" sz="1400" dirty="0">
              <a:latin typeface="Klavika"/>
            </a:rPr>
            <a:t> </a:t>
          </a:r>
          <a:r>
            <a:rPr lang="en-US" sz="1400" dirty="0" err="1">
              <a:latin typeface="Klavika"/>
            </a:rPr>
            <a:t>asociados</a:t>
          </a:r>
          <a:r>
            <a:rPr lang="en-US" sz="1400" dirty="0">
              <a:latin typeface="Klavika"/>
            </a:rPr>
            <a:t>. Por </a:t>
          </a:r>
          <a:r>
            <a:rPr lang="en-US" sz="1400" dirty="0" err="1">
              <a:latin typeface="Klavika"/>
            </a:rPr>
            <a:t>ejemplo</a:t>
          </a:r>
          <a:r>
            <a:rPr lang="en-US" sz="1400" dirty="0">
              <a:latin typeface="Klavika"/>
            </a:rPr>
            <a:t>, </a:t>
          </a:r>
          <a:r>
            <a:rPr lang="en-US" sz="1400" dirty="0" err="1">
              <a:latin typeface="Klavika"/>
            </a:rPr>
            <a:t>el</a:t>
          </a:r>
          <a:r>
            <a:rPr lang="en-US" sz="1400" dirty="0">
              <a:latin typeface="Klavika"/>
            </a:rPr>
            <a:t> </a:t>
          </a:r>
          <a:r>
            <a:rPr lang="en-US" sz="1400" dirty="0" err="1">
              <a:latin typeface="Klavika"/>
            </a:rPr>
            <a:t>nodo</a:t>
          </a:r>
          <a:r>
            <a:rPr lang="en-US" sz="1400" dirty="0">
              <a:latin typeface="Klavika"/>
            </a:rPr>
            <a:t> que </a:t>
          </a:r>
          <a:r>
            <a:rPr lang="en-US" sz="1400" dirty="0" err="1">
              <a:latin typeface="Klavika"/>
            </a:rPr>
            <a:t>corresponde</a:t>
          </a:r>
          <a:r>
            <a:rPr lang="en-US" sz="1400" dirty="0">
              <a:latin typeface="Klavika"/>
            </a:rPr>
            <a:t> a </a:t>
          </a:r>
          <a:r>
            <a:rPr lang="en-US" sz="1400" dirty="0" err="1">
              <a:latin typeface="Klavika"/>
            </a:rPr>
            <a:t>mí</a:t>
          </a:r>
          <a:r>
            <a:rPr lang="en-US" sz="1400" dirty="0">
              <a:latin typeface="Klavika"/>
            </a:rPr>
            <a:t> </a:t>
          </a:r>
          <a:r>
            <a:rPr lang="en-US" sz="1400" dirty="0" err="1">
              <a:latin typeface="Klavika"/>
            </a:rPr>
            <a:t>tendría</a:t>
          </a:r>
          <a:r>
            <a:rPr lang="en-US" sz="1400" dirty="0">
              <a:latin typeface="Klavika"/>
            </a:rPr>
            <a:t> mi </a:t>
          </a:r>
          <a:r>
            <a:rPr lang="en-US" sz="1400" dirty="0" err="1">
              <a:latin typeface="Klavika"/>
            </a:rPr>
            <a:t>nombre</a:t>
          </a:r>
          <a:r>
            <a:rPr lang="en-US" sz="1400" dirty="0">
              <a:latin typeface="Klavika"/>
            </a:rPr>
            <a:t>, mi </a:t>
          </a:r>
          <a:r>
            <a:rPr lang="en-US" sz="1400" dirty="0" err="1">
              <a:latin typeface="Klavika"/>
            </a:rPr>
            <a:t>fecha</a:t>
          </a:r>
          <a:r>
            <a:rPr lang="en-US" sz="1400" dirty="0">
              <a:latin typeface="Klavika"/>
            </a:rPr>
            <a:t> de </a:t>
          </a:r>
          <a:r>
            <a:rPr lang="en-US" sz="1400" dirty="0" err="1">
              <a:latin typeface="Klavika"/>
            </a:rPr>
            <a:t>nacimiento</a:t>
          </a:r>
          <a:r>
            <a:rPr lang="en-US" sz="1400" dirty="0">
              <a:latin typeface="Klavika"/>
            </a:rPr>
            <a:t>, etc., y </a:t>
          </a:r>
          <a:r>
            <a:rPr lang="en-US" sz="1400" dirty="0" err="1">
              <a:latin typeface="Klavika"/>
            </a:rPr>
            <a:t>el</a:t>
          </a:r>
          <a:r>
            <a:rPr lang="en-US" sz="1400" dirty="0">
              <a:latin typeface="Klavika"/>
            </a:rPr>
            <a:t> </a:t>
          </a:r>
          <a:r>
            <a:rPr lang="en-US" sz="1400" dirty="0" err="1">
              <a:latin typeface="Klavika"/>
            </a:rPr>
            <a:t>nodo</a:t>
          </a:r>
          <a:r>
            <a:rPr lang="en-US" sz="1400" dirty="0">
              <a:latin typeface="Klavika"/>
            </a:rPr>
            <a:t> que </a:t>
          </a:r>
          <a:r>
            <a:rPr lang="en-US" sz="1400" dirty="0" err="1">
              <a:latin typeface="Klavika"/>
            </a:rPr>
            <a:t>corresponde</a:t>
          </a:r>
          <a:r>
            <a:rPr lang="en-US" sz="1400" dirty="0">
              <a:latin typeface="Klavika"/>
            </a:rPr>
            <a:t> a la </a:t>
          </a:r>
          <a:r>
            <a:rPr lang="en-US" sz="1400" dirty="0" err="1">
              <a:latin typeface="Klavika"/>
            </a:rPr>
            <a:t>página</a:t>
          </a:r>
          <a:r>
            <a:rPr lang="en-US" sz="1400" dirty="0">
              <a:latin typeface="Klavika"/>
            </a:rPr>
            <a:t> </a:t>
          </a:r>
          <a:r>
            <a:rPr lang="en-US" sz="1400" dirty="0" err="1">
              <a:latin typeface="Klavika"/>
            </a:rPr>
            <a:t>Breville</a:t>
          </a:r>
          <a:r>
            <a:rPr lang="en-US" sz="1400" dirty="0">
              <a:latin typeface="Klavika"/>
            </a:rPr>
            <a:t> </a:t>
          </a:r>
          <a:r>
            <a:rPr lang="en-US" sz="1400" dirty="0" err="1">
              <a:latin typeface="Klavika"/>
            </a:rPr>
            <a:t>tendría</a:t>
          </a:r>
          <a:r>
            <a:rPr lang="en-US" sz="1400" dirty="0">
              <a:latin typeface="Klavika"/>
            </a:rPr>
            <a:t> </a:t>
          </a:r>
          <a:r>
            <a:rPr lang="en-US" sz="1400" dirty="0" err="1">
              <a:latin typeface="Klavika"/>
            </a:rPr>
            <a:t>su</a:t>
          </a:r>
          <a:r>
            <a:rPr lang="en-US" sz="1400" dirty="0">
              <a:latin typeface="Klavika"/>
            </a:rPr>
            <a:t> </a:t>
          </a:r>
          <a:r>
            <a:rPr lang="en-US" sz="1400" dirty="0" err="1">
              <a:latin typeface="Klavika"/>
            </a:rPr>
            <a:t>título</a:t>
          </a:r>
          <a:r>
            <a:rPr lang="en-US" sz="1400" dirty="0">
              <a:latin typeface="Klavika"/>
            </a:rPr>
            <a:t> y </a:t>
          </a:r>
          <a:r>
            <a:rPr lang="en-US" sz="1400" dirty="0" err="1">
              <a:latin typeface="Klavika"/>
            </a:rPr>
            <a:t>descripción</a:t>
          </a:r>
          <a:r>
            <a:rPr lang="en-US" sz="1400" dirty="0">
              <a:latin typeface="Klavika"/>
            </a:rPr>
            <a:t> </a:t>
          </a:r>
          <a:r>
            <a:rPr lang="en-US" sz="1400" dirty="0" err="1">
              <a:latin typeface="Klavika"/>
            </a:rPr>
            <a:t>como</a:t>
          </a:r>
          <a:r>
            <a:rPr lang="en-US" sz="1400" dirty="0">
              <a:latin typeface="Klavika"/>
            </a:rPr>
            <a:t> </a:t>
          </a:r>
          <a:r>
            <a:rPr lang="en-US" sz="1400" dirty="0" err="1">
              <a:latin typeface="Klavika"/>
            </a:rPr>
            <a:t>metadatos</a:t>
          </a:r>
          <a:r>
            <a:rPr lang="en-US" sz="1400" dirty="0">
              <a:latin typeface="Klavika"/>
            </a:rPr>
            <a:t>. </a:t>
          </a:r>
        </a:p>
      </dgm:t>
    </dgm:pt>
    <dgm:pt modelId="{E13F2119-A72E-4BEF-B660-170B387E64AA}" type="parTrans" cxnId="{4A61CE9A-3E27-40B7-ACD0-4630AFF91C4C}">
      <dgm:prSet/>
      <dgm:spPr/>
      <dgm:t>
        <a:bodyPr/>
        <a:lstStyle/>
        <a:p>
          <a:endParaRPr lang="en-US" sz="1400"/>
        </a:p>
      </dgm:t>
    </dgm:pt>
    <dgm:pt modelId="{F0664664-CEF1-41C6-93AB-47BF97C14950}" type="sibTrans" cxnId="{4A61CE9A-3E27-40B7-ACD0-4630AFF91C4C}">
      <dgm:prSet/>
      <dgm:spPr/>
      <dgm:t>
        <a:bodyPr/>
        <a:lstStyle/>
        <a:p>
          <a:endParaRPr lang="en-US" sz="1400"/>
        </a:p>
      </dgm:t>
    </dgm:pt>
    <dgm:pt modelId="{20B85CE8-403A-47E6-B132-BD546093B00D}">
      <dgm:prSet custT="1"/>
      <dgm:spPr/>
      <dgm:t>
        <a:bodyPr/>
        <a:lstStyle/>
        <a:p>
          <a:pPr>
            <a:lnSpc>
              <a:spcPct val="100000"/>
            </a:lnSpc>
          </a:pPr>
          <a:r>
            <a:rPr lang="en-US" sz="1400" dirty="0">
              <a:latin typeface="Klavika"/>
            </a:rPr>
            <a:t>Los </a:t>
          </a:r>
          <a:r>
            <a:rPr lang="en-US" sz="1400" dirty="0" err="1">
              <a:latin typeface="Klavika"/>
            </a:rPr>
            <a:t>nodos</a:t>
          </a:r>
          <a:r>
            <a:rPr lang="en-US" sz="1400" dirty="0">
              <a:latin typeface="Klavika"/>
            </a:rPr>
            <a:t> </a:t>
          </a:r>
          <a:r>
            <a:rPr lang="en-US" sz="1400" dirty="0" err="1">
              <a:latin typeface="Klavika"/>
            </a:rPr>
            <a:t>en</a:t>
          </a:r>
          <a:r>
            <a:rPr lang="en-US" sz="1400" dirty="0">
              <a:latin typeface="Klavika"/>
            </a:rPr>
            <a:t> </a:t>
          </a:r>
          <a:r>
            <a:rPr lang="en-US" sz="1400" dirty="0" err="1">
              <a:latin typeface="Klavika"/>
            </a:rPr>
            <a:t>el</a:t>
          </a:r>
          <a:r>
            <a:rPr lang="en-US" sz="1400" dirty="0">
              <a:latin typeface="Klavika"/>
            </a:rPr>
            <a:t> </a:t>
          </a:r>
          <a:r>
            <a:rPr lang="en-US" sz="1400" dirty="0" err="1">
              <a:latin typeface="Klavika"/>
            </a:rPr>
            <a:t>grafo</a:t>
          </a:r>
          <a:r>
            <a:rPr lang="en-US" sz="1400" dirty="0">
              <a:latin typeface="Klavika"/>
            </a:rPr>
            <a:t> se </a:t>
          </a:r>
          <a:r>
            <a:rPr lang="en-US" sz="1400" dirty="0" err="1">
              <a:latin typeface="Klavika"/>
            </a:rPr>
            <a:t>identifican</a:t>
          </a:r>
          <a:r>
            <a:rPr lang="en-US" sz="1400" dirty="0">
              <a:latin typeface="Klavika"/>
            </a:rPr>
            <a:t> </a:t>
          </a:r>
          <a:r>
            <a:rPr lang="en-US" sz="1400" dirty="0" err="1">
              <a:latin typeface="Klavika"/>
            </a:rPr>
            <a:t>mediante</a:t>
          </a:r>
          <a:r>
            <a:rPr lang="en-US" sz="1400" dirty="0">
              <a:latin typeface="Klavika"/>
            </a:rPr>
            <a:t> un </a:t>
          </a:r>
          <a:r>
            <a:rPr lang="en-US" sz="1400" dirty="0" err="1">
              <a:latin typeface="Klavika"/>
            </a:rPr>
            <a:t>número</a:t>
          </a:r>
          <a:r>
            <a:rPr lang="en-US" sz="1400" dirty="0">
              <a:latin typeface="Klavika"/>
            </a:rPr>
            <a:t> </a:t>
          </a:r>
          <a:r>
            <a:rPr lang="en-US" sz="1400" dirty="0" err="1">
              <a:latin typeface="Klavika"/>
            </a:rPr>
            <a:t>único</a:t>
          </a:r>
          <a:r>
            <a:rPr lang="en-US" sz="1400" dirty="0">
              <a:latin typeface="Klavika"/>
            </a:rPr>
            <a:t> </a:t>
          </a:r>
          <a:r>
            <a:rPr lang="en-US" sz="1400" dirty="0" err="1">
              <a:latin typeface="Klavika"/>
            </a:rPr>
            <a:t>llamado</a:t>
          </a:r>
          <a:r>
            <a:rPr lang="en-US" sz="1400" dirty="0">
              <a:latin typeface="Klavika"/>
            </a:rPr>
            <a:t> "</a:t>
          </a:r>
          <a:r>
            <a:rPr lang="en-US" sz="1400" dirty="0" err="1">
              <a:latin typeface="Klavika"/>
            </a:rPr>
            <a:t>fbid</a:t>
          </a:r>
          <a:r>
            <a:rPr lang="en-US" sz="1400" dirty="0">
              <a:latin typeface="Klavika"/>
            </a:rPr>
            <a:t>" (</a:t>
          </a:r>
          <a:r>
            <a:rPr lang="en-US" sz="1400" dirty="0" err="1">
              <a:latin typeface="Klavika"/>
            </a:rPr>
            <a:t>identificador</a:t>
          </a:r>
          <a:r>
            <a:rPr lang="en-US" sz="1400" dirty="0">
              <a:latin typeface="Klavika"/>
            </a:rPr>
            <a:t> de Facebook).</a:t>
          </a:r>
        </a:p>
      </dgm:t>
    </dgm:pt>
    <dgm:pt modelId="{65D7B9CB-909C-43FC-AF5D-74CB29FE6941}" type="parTrans" cxnId="{5D518B99-364E-4F21-87A3-9AFC51A17B38}">
      <dgm:prSet/>
      <dgm:spPr/>
      <dgm:t>
        <a:bodyPr/>
        <a:lstStyle/>
        <a:p>
          <a:endParaRPr lang="en-US" sz="1400"/>
        </a:p>
      </dgm:t>
    </dgm:pt>
    <dgm:pt modelId="{06201118-B41E-4D75-BBB0-E83D82164A08}" type="sibTrans" cxnId="{5D518B99-364E-4F21-87A3-9AFC51A17B38}">
      <dgm:prSet/>
      <dgm:spPr/>
      <dgm:t>
        <a:bodyPr/>
        <a:lstStyle/>
        <a:p>
          <a:endParaRPr lang="en-US" sz="1400"/>
        </a:p>
      </dgm:t>
    </dgm:pt>
    <dgm:pt modelId="{0FA0C29F-E5B7-42CF-989A-5093F02694AA}" type="pres">
      <dgm:prSet presAssocID="{3659CC0B-1841-4E7C-8CB1-BA569D6A3962}" presName="root" presStyleCnt="0">
        <dgm:presLayoutVars>
          <dgm:dir/>
          <dgm:resizeHandles val="exact"/>
        </dgm:presLayoutVars>
      </dgm:prSet>
      <dgm:spPr/>
    </dgm:pt>
    <dgm:pt modelId="{1CB068C3-C07A-4918-BE72-31E6787410CD}" type="pres">
      <dgm:prSet presAssocID="{D11A31C8-D00A-4C87-BA45-D426249C5D78}" presName="compNode" presStyleCnt="0"/>
      <dgm:spPr/>
    </dgm:pt>
    <dgm:pt modelId="{C3EC77D8-8190-417E-A85D-2A6A3EB60EE2}" type="pres">
      <dgm:prSet presAssocID="{D11A31C8-D00A-4C87-BA45-D426249C5D78}"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nnections"/>
        </a:ext>
      </dgm:extLst>
    </dgm:pt>
    <dgm:pt modelId="{DC9B006E-461B-4A53-80F6-4A7BE332BA43}" type="pres">
      <dgm:prSet presAssocID="{D11A31C8-D00A-4C87-BA45-D426249C5D78}" presName="spaceRect" presStyleCnt="0"/>
      <dgm:spPr/>
    </dgm:pt>
    <dgm:pt modelId="{E65102BE-8667-4548-8764-0D46221E26AB}" type="pres">
      <dgm:prSet presAssocID="{D11A31C8-D00A-4C87-BA45-D426249C5D78}" presName="textRect" presStyleLbl="revTx" presStyleIdx="0" presStyleCnt="6">
        <dgm:presLayoutVars>
          <dgm:chMax val="1"/>
          <dgm:chPref val="1"/>
        </dgm:presLayoutVars>
      </dgm:prSet>
      <dgm:spPr/>
    </dgm:pt>
    <dgm:pt modelId="{32061DC4-BFA6-44FF-AC04-CDDBD9C7A9CF}" type="pres">
      <dgm:prSet presAssocID="{DE6888D4-C255-4AF2-9994-33973535CE7B}" presName="sibTrans" presStyleCnt="0"/>
      <dgm:spPr/>
    </dgm:pt>
    <dgm:pt modelId="{CFBEE4F7-C41A-4C03-AB50-B2F6D45058B9}" type="pres">
      <dgm:prSet presAssocID="{E6F636E1-0356-4C36-959E-48A0BCD508B0}" presName="compNode" presStyleCnt="0"/>
      <dgm:spPr/>
    </dgm:pt>
    <dgm:pt modelId="{D6C251A8-9B8A-469D-9E49-0167584AFA57}" type="pres">
      <dgm:prSet presAssocID="{E6F636E1-0356-4C36-959E-48A0BCD508B0}"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isconnected"/>
        </a:ext>
      </dgm:extLst>
    </dgm:pt>
    <dgm:pt modelId="{F246C638-F0A1-4D82-B1EC-DB1A2282F9C1}" type="pres">
      <dgm:prSet presAssocID="{E6F636E1-0356-4C36-959E-48A0BCD508B0}" presName="spaceRect" presStyleCnt="0"/>
      <dgm:spPr/>
    </dgm:pt>
    <dgm:pt modelId="{AC8F368B-0A25-4D3A-AB41-C5D2DBCB1177}" type="pres">
      <dgm:prSet presAssocID="{E6F636E1-0356-4C36-959E-48A0BCD508B0}" presName="textRect" presStyleLbl="revTx" presStyleIdx="1" presStyleCnt="6">
        <dgm:presLayoutVars>
          <dgm:chMax val="1"/>
          <dgm:chPref val="1"/>
        </dgm:presLayoutVars>
      </dgm:prSet>
      <dgm:spPr/>
    </dgm:pt>
    <dgm:pt modelId="{E8E827BC-86C8-486E-929F-0163002C34ED}" type="pres">
      <dgm:prSet presAssocID="{B413E79B-4FC5-48BE-B650-DC9FDC89968C}" presName="sibTrans" presStyleCnt="0"/>
      <dgm:spPr/>
    </dgm:pt>
    <dgm:pt modelId="{29D01774-AB91-4416-8A47-30A37FAE507F}" type="pres">
      <dgm:prSet presAssocID="{BA621932-A9CE-4E74-953D-A295FB37CB84}" presName="compNode" presStyleCnt="0"/>
      <dgm:spPr/>
    </dgm:pt>
    <dgm:pt modelId="{3D5D31B6-F42D-41F7-A182-9BF17F66D38D}" type="pres">
      <dgm:prSet presAssocID="{BA621932-A9CE-4E74-953D-A295FB37CB8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estions"/>
        </a:ext>
      </dgm:extLst>
    </dgm:pt>
    <dgm:pt modelId="{6FA2CB6D-E1A7-4383-9924-C90521D1803D}" type="pres">
      <dgm:prSet presAssocID="{BA621932-A9CE-4E74-953D-A295FB37CB84}" presName="spaceRect" presStyleCnt="0"/>
      <dgm:spPr/>
    </dgm:pt>
    <dgm:pt modelId="{BBC1F0DA-BE3A-4E3C-9F86-48607E48FACC}" type="pres">
      <dgm:prSet presAssocID="{BA621932-A9CE-4E74-953D-A295FB37CB84}" presName="textRect" presStyleLbl="revTx" presStyleIdx="2" presStyleCnt="6">
        <dgm:presLayoutVars>
          <dgm:chMax val="1"/>
          <dgm:chPref val="1"/>
        </dgm:presLayoutVars>
      </dgm:prSet>
      <dgm:spPr/>
    </dgm:pt>
    <dgm:pt modelId="{26F45C85-FA27-438C-9DF3-28DE04CE5496}" type="pres">
      <dgm:prSet presAssocID="{84E6EC34-4158-443A-A958-703D955B206F}" presName="sibTrans" presStyleCnt="0"/>
      <dgm:spPr/>
    </dgm:pt>
    <dgm:pt modelId="{A857AA01-C77D-4E11-9F69-4B7A104C543D}" type="pres">
      <dgm:prSet presAssocID="{FE12F19F-657B-40E9-B6E0-36B9CAE6CCD7}" presName="compNode" presStyleCnt="0"/>
      <dgm:spPr/>
    </dgm:pt>
    <dgm:pt modelId="{56449725-1069-4DCD-8CE2-C6D2C2ADF970}" type="pres">
      <dgm:prSet presAssocID="{FE12F19F-657B-40E9-B6E0-36B9CAE6CCD7}"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Newspaper"/>
        </a:ext>
      </dgm:extLst>
    </dgm:pt>
    <dgm:pt modelId="{C3D9076A-0240-46D5-ABD7-D4F7E0E86878}" type="pres">
      <dgm:prSet presAssocID="{FE12F19F-657B-40E9-B6E0-36B9CAE6CCD7}" presName="spaceRect" presStyleCnt="0"/>
      <dgm:spPr/>
    </dgm:pt>
    <dgm:pt modelId="{5B4EFABC-C70E-47F7-9701-8495998DFC69}" type="pres">
      <dgm:prSet presAssocID="{FE12F19F-657B-40E9-B6E0-36B9CAE6CCD7}" presName="textRect" presStyleLbl="revTx" presStyleIdx="3" presStyleCnt="6">
        <dgm:presLayoutVars>
          <dgm:chMax val="1"/>
          <dgm:chPref val="1"/>
        </dgm:presLayoutVars>
      </dgm:prSet>
      <dgm:spPr/>
    </dgm:pt>
    <dgm:pt modelId="{B2AF99C6-E6F3-4DE0-BF67-1297C35F113A}" type="pres">
      <dgm:prSet presAssocID="{D18C7275-ED4B-4031-B72D-58B4A4066FBF}" presName="sibTrans" presStyleCnt="0"/>
      <dgm:spPr/>
    </dgm:pt>
    <dgm:pt modelId="{D051D634-D4C1-4DEC-99F7-963BE5A04BAA}" type="pres">
      <dgm:prSet presAssocID="{5DB7A451-A8F1-44B4-819F-AFB431B841E9}" presName="compNode" presStyleCnt="0"/>
      <dgm:spPr/>
    </dgm:pt>
    <dgm:pt modelId="{6A7BD0AC-9CA8-49EA-B66B-2ADCF2DBE685}" type="pres">
      <dgm:prSet presAssocID="{5DB7A451-A8F1-44B4-819F-AFB431B841E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Flowchart"/>
        </a:ext>
      </dgm:extLst>
    </dgm:pt>
    <dgm:pt modelId="{57A2C7D6-3026-44E1-9256-28B3942CAD09}" type="pres">
      <dgm:prSet presAssocID="{5DB7A451-A8F1-44B4-819F-AFB431B841E9}" presName="spaceRect" presStyleCnt="0"/>
      <dgm:spPr/>
    </dgm:pt>
    <dgm:pt modelId="{3B6168E0-3E09-4451-A925-98A8055E95D2}" type="pres">
      <dgm:prSet presAssocID="{5DB7A451-A8F1-44B4-819F-AFB431B841E9}" presName="textRect" presStyleLbl="revTx" presStyleIdx="4" presStyleCnt="6">
        <dgm:presLayoutVars>
          <dgm:chMax val="1"/>
          <dgm:chPref val="1"/>
        </dgm:presLayoutVars>
      </dgm:prSet>
      <dgm:spPr/>
    </dgm:pt>
    <dgm:pt modelId="{CEB7D8ED-7EB1-47EF-A8AD-718A4BA6F740}" type="pres">
      <dgm:prSet presAssocID="{F0664664-CEF1-41C6-93AB-47BF97C14950}" presName="sibTrans" presStyleCnt="0"/>
      <dgm:spPr/>
    </dgm:pt>
    <dgm:pt modelId="{16ED792E-635D-45A5-BE1E-098D01D338DD}" type="pres">
      <dgm:prSet presAssocID="{20B85CE8-403A-47E6-B132-BD546093B00D}" presName="compNode" presStyleCnt="0"/>
      <dgm:spPr/>
    </dgm:pt>
    <dgm:pt modelId="{77F913F9-1BD1-4165-8C22-0EF321F7EF92}" type="pres">
      <dgm:prSet presAssocID="{20B85CE8-403A-47E6-B132-BD546093B00D}"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Network"/>
        </a:ext>
      </dgm:extLst>
    </dgm:pt>
    <dgm:pt modelId="{668AE900-FDF1-4AAC-BA8C-A8D921E4BEBE}" type="pres">
      <dgm:prSet presAssocID="{20B85CE8-403A-47E6-B132-BD546093B00D}" presName="spaceRect" presStyleCnt="0"/>
      <dgm:spPr/>
    </dgm:pt>
    <dgm:pt modelId="{2CE3C4F5-6CF9-47EB-8F0F-EBDEBB928888}" type="pres">
      <dgm:prSet presAssocID="{20B85CE8-403A-47E6-B132-BD546093B00D}" presName="textRect" presStyleLbl="revTx" presStyleIdx="5" presStyleCnt="6">
        <dgm:presLayoutVars>
          <dgm:chMax val="1"/>
          <dgm:chPref val="1"/>
        </dgm:presLayoutVars>
      </dgm:prSet>
      <dgm:spPr/>
    </dgm:pt>
  </dgm:ptLst>
  <dgm:cxnLst>
    <dgm:cxn modelId="{163B1828-C9D0-44AC-8483-F4FFFF77CAE6}" type="presOf" srcId="{20B85CE8-403A-47E6-B132-BD546093B00D}" destId="{2CE3C4F5-6CF9-47EB-8F0F-EBDEBB928888}" srcOrd="0" destOrd="0" presId="urn:microsoft.com/office/officeart/2018/2/layout/IconLabelList"/>
    <dgm:cxn modelId="{1C58BB5D-2823-4462-944B-73B04EDCB108}" srcId="{3659CC0B-1841-4E7C-8CB1-BA569D6A3962}" destId="{FE12F19F-657B-40E9-B6E0-36B9CAE6CCD7}" srcOrd="3" destOrd="0" parTransId="{A2C42821-57C1-4307-BF9B-408C8EA58D0C}" sibTransId="{D18C7275-ED4B-4031-B72D-58B4A4066FBF}"/>
    <dgm:cxn modelId="{0527EC67-710C-48C7-A29A-4275C9C179CE}" srcId="{3659CC0B-1841-4E7C-8CB1-BA569D6A3962}" destId="{D11A31C8-D00A-4C87-BA45-D426249C5D78}" srcOrd="0" destOrd="0" parTransId="{C963A7B0-10CE-4097-A52A-0E8E6C70745D}" sibTransId="{DE6888D4-C255-4AF2-9994-33973535CE7B}"/>
    <dgm:cxn modelId="{7367FB4F-2E65-4284-9407-5D017FE2340B}" type="presOf" srcId="{D11A31C8-D00A-4C87-BA45-D426249C5D78}" destId="{E65102BE-8667-4548-8764-0D46221E26AB}" srcOrd="0" destOrd="0" presId="urn:microsoft.com/office/officeart/2018/2/layout/IconLabelList"/>
    <dgm:cxn modelId="{D2FAD391-C6A7-4E1A-9885-D35222BA7153}" type="presOf" srcId="{5DB7A451-A8F1-44B4-819F-AFB431B841E9}" destId="{3B6168E0-3E09-4451-A925-98A8055E95D2}" srcOrd="0" destOrd="0" presId="urn:microsoft.com/office/officeart/2018/2/layout/IconLabelList"/>
    <dgm:cxn modelId="{5D518B99-364E-4F21-87A3-9AFC51A17B38}" srcId="{3659CC0B-1841-4E7C-8CB1-BA569D6A3962}" destId="{20B85CE8-403A-47E6-B132-BD546093B00D}" srcOrd="5" destOrd="0" parTransId="{65D7B9CB-909C-43FC-AF5D-74CB29FE6941}" sibTransId="{06201118-B41E-4D75-BBB0-E83D82164A08}"/>
    <dgm:cxn modelId="{4A61CE9A-3E27-40B7-ACD0-4630AFF91C4C}" srcId="{3659CC0B-1841-4E7C-8CB1-BA569D6A3962}" destId="{5DB7A451-A8F1-44B4-819F-AFB431B841E9}" srcOrd="4" destOrd="0" parTransId="{E13F2119-A72E-4BEF-B660-170B387E64AA}" sibTransId="{F0664664-CEF1-41C6-93AB-47BF97C14950}"/>
    <dgm:cxn modelId="{6EC1759D-3088-4433-839B-7680F24B75F2}" srcId="{3659CC0B-1841-4E7C-8CB1-BA569D6A3962}" destId="{E6F636E1-0356-4C36-959E-48A0BCD508B0}" srcOrd="1" destOrd="0" parTransId="{8A48592D-47EF-47B5-B8B3-419DA612243C}" sibTransId="{B413E79B-4FC5-48BE-B650-DC9FDC89968C}"/>
    <dgm:cxn modelId="{D3FCD0AD-9963-4321-B671-CCF60394097A}" type="presOf" srcId="{FE12F19F-657B-40E9-B6E0-36B9CAE6CCD7}" destId="{5B4EFABC-C70E-47F7-9701-8495998DFC69}" srcOrd="0" destOrd="0" presId="urn:microsoft.com/office/officeart/2018/2/layout/IconLabelList"/>
    <dgm:cxn modelId="{2C2F66AF-B1E8-44D4-92CD-C76760AD9AD7}" type="presOf" srcId="{E6F636E1-0356-4C36-959E-48A0BCD508B0}" destId="{AC8F368B-0A25-4D3A-AB41-C5D2DBCB1177}" srcOrd="0" destOrd="0" presId="urn:microsoft.com/office/officeart/2018/2/layout/IconLabelList"/>
    <dgm:cxn modelId="{068EDABB-6952-4A94-909B-0F4BC2EA1B90}" type="presOf" srcId="{BA621932-A9CE-4E74-953D-A295FB37CB84}" destId="{BBC1F0DA-BE3A-4E3C-9F86-48607E48FACC}" srcOrd="0" destOrd="0" presId="urn:microsoft.com/office/officeart/2018/2/layout/IconLabelList"/>
    <dgm:cxn modelId="{3F0FB8DD-5E9C-4578-83A7-BB9FD58CCCDA}" srcId="{3659CC0B-1841-4E7C-8CB1-BA569D6A3962}" destId="{BA621932-A9CE-4E74-953D-A295FB37CB84}" srcOrd="2" destOrd="0" parTransId="{69FFC089-08B6-40B3-9AC2-8586F9D6B1BE}" sibTransId="{84E6EC34-4158-443A-A958-703D955B206F}"/>
    <dgm:cxn modelId="{50E22FDE-181C-433A-A442-CA7A0B0B8E56}" type="presOf" srcId="{3659CC0B-1841-4E7C-8CB1-BA569D6A3962}" destId="{0FA0C29F-E5B7-42CF-989A-5093F02694AA}" srcOrd="0" destOrd="0" presId="urn:microsoft.com/office/officeart/2018/2/layout/IconLabelList"/>
    <dgm:cxn modelId="{2BEB6742-10A0-4838-BDC2-5BFD766F4517}" type="presParOf" srcId="{0FA0C29F-E5B7-42CF-989A-5093F02694AA}" destId="{1CB068C3-C07A-4918-BE72-31E6787410CD}" srcOrd="0" destOrd="0" presId="urn:microsoft.com/office/officeart/2018/2/layout/IconLabelList"/>
    <dgm:cxn modelId="{442952BB-E3C4-439B-ADFE-3D94065EA65E}" type="presParOf" srcId="{1CB068C3-C07A-4918-BE72-31E6787410CD}" destId="{C3EC77D8-8190-417E-A85D-2A6A3EB60EE2}" srcOrd="0" destOrd="0" presId="urn:microsoft.com/office/officeart/2018/2/layout/IconLabelList"/>
    <dgm:cxn modelId="{F7E28B90-D375-44EB-8170-174CE459092E}" type="presParOf" srcId="{1CB068C3-C07A-4918-BE72-31E6787410CD}" destId="{DC9B006E-461B-4A53-80F6-4A7BE332BA43}" srcOrd="1" destOrd="0" presId="urn:microsoft.com/office/officeart/2018/2/layout/IconLabelList"/>
    <dgm:cxn modelId="{06279B8B-BC5A-49F8-8563-1C07B2CA80F7}" type="presParOf" srcId="{1CB068C3-C07A-4918-BE72-31E6787410CD}" destId="{E65102BE-8667-4548-8764-0D46221E26AB}" srcOrd="2" destOrd="0" presId="urn:microsoft.com/office/officeart/2018/2/layout/IconLabelList"/>
    <dgm:cxn modelId="{22869080-FA42-4FFF-B658-B083D185A1C5}" type="presParOf" srcId="{0FA0C29F-E5B7-42CF-989A-5093F02694AA}" destId="{32061DC4-BFA6-44FF-AC04-CDDBD9C7A9CF}" srcOrd="1" destOrd="0" presId="urn:microsoft.com/office/officeart/2018/2/layout/IconLabelList"/>
    <dgm:cxn modelId="{95C9E4F1-A144-4BBB-A522-1F892ABE304D}" type="presParOf" srcId="{0FA0C29F-E5B7-42CF-989A-5093F02694AA}" destId="{CFBEE4F7-C41A-4C03-AB50-B2F6D45058B9}" srcOrd="2" destOrd="0" presId="urn:microsoft.com/office/officeart/2018/2/layout/IconLabelList"/>
    <dgm:cxn modelId="{7A58006D-CB09-40FD-8B2D-37A90F1D3077}" type="presParOf" srcId="{CFBEE4F7-C41A-4C03-AB50-B2F6D45058B9}" destId="{D6C251A8-9B8A-469D-9E49-0167584AFA57}" srcOrd="0" destOrd="0" presId="urn:microsoft.com/office/officeart/2018/2/layout/IconLabelList"/>
    <dgm:cxn modelId="{5188AB22-7A9B-4C5F-B66E-FC2012A29A67}" type="presParOf" srcId="{CFBEE4F7-C41A-4C03-AB50-B2F6D45058B9}" destId="{F246C638-F0A1-4D82-B1EC-DB1A2282F9C1}" srcOrd="1" destOrd="0" presId="urn:microsoft.com/office/officeart/2018/2/layout/IconLabelList"/>
    <dgm:cxn modelId="{A5FD8366-0595-49C7-BF1E-3CBB534140E9}" type="presParOf" srcId="{CFBEE4F7-C41A-4C03-AB50-B2F6D45058B9}" destId="{AC8F368B-0A25-4D3A-AB41-C5D2DBCB1177}" srcOrd="2" destOrd="0" presId="urn:microsoft.com/office/officeart/2018/2/layout/IconLabelList"/>
    <dgm:cxn modelId="{78001D12-74E0-4C39-91C7-7A1C6DD3A82C}" type="presParOf" srcId="{0FA0C29F-E5B7-42CF-989A-5093F02694AA}" destId="{E8E827BC-86C8-486E-929F-0163002C34ED}" srcOrd="3" destOrd="0" presId="urn:microsoft.com/office/officeart/2018/2/layout/IconLabelList"/>
    <dgm:cxn modelId="{40C9EB54-4A5F-449A-AB9A-685CE673555B}" type="presParOf" srcId="{0FA0C29F-E5B7-42CF-989A-5093F02694AA}" destId="{29D01774-AB91-4416-8A47-30A37FAE507F}" srcOrd="4" destOrd="0" presId="urn:microsoft.com/office/officeart/2018/2/layout/IconLabelList"/>
    <dgm:cxn modelId="{E26AE94C-6497-4FDC-BE92-86F8B4C6D0C7}" type="presParOf" srcId="{29D01774-AB91-4416-8A47-30A37FAE507F}" destId="{3D5D31B6-F42D-41F7-A182-9BF17F66D38D}" srcOrd="0" destOrd="0" presId="urn:microsoft.com/office/officeart/2018/2/layout/IconLabelList"/>
    <dgm:cxn modelId="{8DB75324-0EE7-4902-BA0C-89DDA0959658}" type="presParOf" srcId="{29D01774-AB91-4416-8A47-30A37FAE507F}" destId="{6FA2CB6D-E1A7-4383-9924-C90521D1803D}" srcOrd="1" destOrd="0" presId="urn:microsoft.com/office/officeart/2018/2/layout/IconLabelList"/>
    <dgm:cxn modelId="{D4119647-4300-4A73-BB92-80C7E9E5F9A7}" type="presParOf" srcId="{29D01774-AB91-4416-8A47-30A37FAE507F}" destId="{BBC1F0DA-BE3A-4E3C-9F86-48607E48FACC}" srcOrd="2" destOrd="0" presId="urn:microsoft.com/office/officeart/2018/2/layout/IconLabelList"/>
    <dgm:cxn modelId="{3A67D196-6D36-48DB-B605-E10664BBE880}" type="presParOf" srcId="{0FA0C29F-E5B7-42CF-989A-5093F02694AA}" destId="{26F45C85-FA27-438C-9DF3-28DE04CE5496}" srcOrd="5" destOrd="0" presId="urn:microsoft.com/office/officeart/2018/2/layout/IconLabelList"/>
    <dgm:cxn modelId="{7C9AEE66-5AA8-4AE9-A419-A2CBD4EBC2CD}" type="presParOf" srcId="{0FA0C29F-E5B7-42CF-989A-5093F02694AA}" destId="{A857AA01-C77D-4E11-9F69-4B7A104C543D}" srcOrd="6" destOrd="0" presId="urn:microsoft.com/office/officeart/2018/2/layout/IconLabelList"/>
    <dgm:cxn modelId="{1B5DEACB-CE0F-4400-B274-7D4DFE4F1AA4}" type="presParOf" srcId="{A857AA01-C77D-4E11-9F69-4B7A104C543D}" destId="{56449725-1069-4DCD-8CE2-C6D2C2ADF970}" srcOrd="0" destOrd="0" presId="urn:microsoft.com/office/officeart/2018/2/layout/IconLabelList"/>
    <dgm:cxn modelId="{98287EEE-F775-4D59-BF7D-3B67553BAFAE}" type="presParOf" srcId="{A857AA01-C77D-4E11-9F69-4B7A104C543D}" destId="{C3D9076A-0240-46D5-ABD7-D4F7E0E86878}" srcOrd="1" destOrd="0" presId="urn:microsoft.com/office/officeart/2018/2/layout/IconLabelList"/>
    <dgm:cxn modelId="{474E0D95-5614-4308-919D-EE67522C756A}" type="presParOf" srcId="{A857AA01-C77D-4E11-9F69-4B7A104C543D}" destId="{5B4EFABC-C70E-47F7-9701-8495998DFC69}" srcOrd="2" destOrd="0" presId="urn:microsoft.com/office/officeart/2018/2/layout/IconLabelList"/>
    <dgm:cxn modelId="{E591F5F0-CFE8-4CD5-94D8-BADB9C90B0A7}" type="presParOf" srcId="{0FA0C29F-E5B7-42CF-989A-5093F02694AA}" destId="{B2AF99C6-E6F3-4DE0-BF67-1297C35F113A}" srcOrd="7" destOrd="0" presId="urn:microsoft.com/office/officeart/2018/2/layout/IconLabelList"/>
    <dgm:cxn modelId="{2BA2D56D-9416-474B-8359-372E04EAA909}" type="presParOf" srcId="{0FA0C29F-E5B7-42CF-989A-5093F02694AA}" destId="{D051D634-D4C1-4DEC-99F7-963BE5A04BAA}" srcOrd="8" destOrd="0" presId="urn:microsoft.com/office/officeart/2018/2/layout/IconLabelList"/>
    <dgm:cxn modelId="{6B144BA3-ED21-40DA-85AA-47DCC8231D81}" type="presParOf" srcId="{D051D634-D4C1-4DEC-99F7-963BE5A04BAA}" destId="{6A7BD0AC-9CA8-49EA-B66B-2ADCF2DBE685}" srcOrd="0" destOrd="0" presId="urn:microsoft.com/office/officeart/2018/2/layout/IconLabelList"/>
    <dgm:cxn modelId="{8C295F82-336B-4B51-9F1E-DBD35D623A7F}" type="presParOf" srcId="{D051D634-D4C1-4DEC-99F7-963BE5A04BAA}" destId="{57A2C7D6-3026-44E1-9256-28B3942CAD09}" srcOrd="1" destOrd="0" presId="urn:microsoft.com/office/officeart/2018/2/layout/IconLabelList"/>
    <dgm:cxn modelId="{636F7A1B-B533-4962-B00C-D6B433BCACD6}" type="presParOf" srcId="{D051D634-D4C1-4DEC-99F7-963BE5A04BAA}" destId="{3B6168E0-3E09-4451-A925-98A8055E95D2}" srcOrd="2" destOrd="0" presId="urn:microsoft.com/office/officeart/2018/2/layout/IconLabelList"/>
    <dgm:cxn modelId="{01C0CED2-DBC2-4202-98A4-94DE4003EA3E}" type="presParOf" srcId="{0FA0C29F-E5B7-42CF-989A-5093F02694AA}" destId="{CEB7D8ED-7EB1-47EF-A8AD-718A4BA6F740}" srcOrd="9" destOrd="0" presId="urn:microsoft.com/office/officeart/2018/2/layout/IconLabelList"/>
    <dgm:cxn modelId="{8E453A02-7715-4BAB-90B2-111097A154AC}" type="presParOf" srcId="{0FA0C29F-E5B7-42CF-989A-5093F02694AA}" destId="{16ED792E-635D-45A5-BE1E-098D01D338DD}" srcOrd="10" destOrd="0" presId="urn:microsoft.com/office/officeart/2018/2/layout/IconLabelList"/>
    <dgm:cxn modelId="{6D656E0B-89B9-42B1-A614-61239924542D}" type="presParOf" srcId="{16ED792E-635D-45A5-BE1E-098D01D338DD}" destId="{77F913F9-1BD1-4165-8C22-0EF321F7EF92}" srcOrd="0" destOrd="0" presId="urn:microsoft.com/office/officeart/2018/2/layout/IconLabelList"/>
    <dgm:cxn modelId="{A669AE19-8ACE-4460-8DF4-1B9881DBEF3D}" type="presParOf" srcId="{16ED792E-635D-45A5-BE1E-098D01D338DD}" destId="{668AE900-FDF1-4AAC-BA8C-A8D921E4BEBE}" srcOrd="1" destOrd="0" presId="urn:microsoft.com/office/officeart/2018/2/layout/IconLabelList"/>
    <dgm:cxn modelId="{66FDB253-ECA0-483E-AFE0-93A1838C3AD7}" type="presParOf" srcId="{16ED792E-635D-45A5-BE1E-098D01D338DD}" destId="{2CE3C4F5-6CF9-47EB-8F0F-EBDEBB928888}"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D4BDC7-9AB6-431E-A214-841DDA46C3CB}">
      <dsp:nvSpPr>
        <dsp:cNvPr id="0" name=""/>
        <dsp:cNvSpPr/>
      </dsp:nvSpPr>
      <dsp:spPr>
        <a:xfrm>
          <a:off x="474898" y="1086766"/>
          <a:ext cx="775195" cy="77519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E8B9C4-25E4-4930-A800-A094F7890A06}">
      <dsp:nvSpPr>
        <dsp:cNvPr id="0" name=""/>
        <dsp:cNvSpPr/>
      </dsp:nvSpPr>
      <dsp:spPr>
        <a:xfrm>
          <a:off x="1168" y="2174768"/>
          <a:ext cx="1722656" cy="997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err="1">
              <a:latin typeface="Klavika"/>
            </a:rPr>
            <a:t>Grafo</a:t>
          </a:r>
          <a:r>
            <a:rPr lang="en-US" sz="1100" kern="1200" dirty="0">
              <a:latin typeface="Klavika"/>
            </a:rPr>
            <a:t> Social: El </a:t>
          </a:r>
          <a:r>
            <a:rPr lang="en-US" sz="1100" kern="1200" dirty="0" err="1">
              <a:latin typeface="Klavika"/>
            </a:rPr>
            <a:t>núcleo</a:t>
          </a:r>
          <a:r>
            <a:rPr lang="en-US" sz="1100" kern="1200" dirty="0">
              <a:latin typeface="Klavika"/>
            </a:rPr>
            <a:t> del </a:t>
          </a:r>
          <a:r>
            <a:rPr lang="en-US" sz="1100" kern="1200" dirty="0" err="1">
              <a:latin typeface="Klavika"/>
            </a:rPr>
            <a:t>modelo</a:t>
          </a:r>
          <a:r>
            <a:rPr lang="en-US" sz="1100" kern="1200" dirty="0">
              <a:latin typeface="Klavika"/>
            </a:rPr>
            <a:t> de </a:t>
          </a:r>
          <a:r>
            <a:rPr lang="en-US" sz="1100" kern="1200" dirty="0" err="1">
              <a:latin typeface="Klavika"/>
            </a:rPr>
            <a:t>datos</a:t>
          </a:r>
          <a:r>
            <a:rPr lang="en-US" sz="1100" kern="1200" dirty="0">
              <a:latin typeface="Klavika"/>
            </a:rPr>
            <a:t> de Facebook es </a:t>
          </a:r>
          <a:r>
            <a:rPr lang="en-US" sz="1100" kern="1200" dirty="0" err="1">
              <a:latin typeface="Klavika"/>
            </a:rPr>
            <a:t>el</a:t>
          </a:r>
          <a:r>
            <a:rPr lang="en-US" sz="1100" kern="1200" dirty="0">
              <a:latin typeface="Klavika"/>
            </a:rPr>
            <a:t> </a:t>
          </a:r>
          <a:r>
            <a:rPr lang="en-US" sz="1100" kern="1200" dirty="0" err="1">
              <a:latin typeface="Klavika"/>
            </a:rPr>
            <a:t>Grafo</a:t>
          </a:r>
          <a:r>
            <a:rPr lang="en-US" sz="1100" kern="1200" dirty="0">
              <a:latin typeface="Klavika"/>
            </a:rPr>
            <a:t> Social, que </a:t>
          </a:r>
          <a:r>
            <a:rPr lang="en-US" sz="1100" kern="1200" dirty="0" err="1">
              <a:latin typeface="Klavika"/>
            </a:rPr>
            <a:t>representa</a:t>
          </a:r>
          <a:r>
            <a:rPr lang="en-US" sz="1100" kern="1200" dirty="0">
              <a:latin typeface="Klavika"/>
            </a:rPr>
            <a:t> las </a:t>
          </a:r>
          <a:r>
            <a:rPr lang="en-US" sz="1100" kern="1200" dirty="0" err="1">
              <a:latin typeface="Klavika"/>
            </a:rPr>
            <a:t>relaciones</a:t>
          </a:r>
          <a:r>
            <a:rPr lang="en-US" sz="1100" kern="1200" dirty="0">
              <a:latin typeface="Klavika"/>
            </a:rPr>
            <a:t> entre </a:t>
          </a:r>
          <a:r>
            <a:rPr lang="en-US" sz="1100" kern="1200" dirty="0" err="1">
              <a:latin typeface="Klavika"/>
            </a:rPr>
            <a:t>los</a:t>
          </a:r>
          <a:r>
            <a:rPr lang="en-US" sz="1100" kern="1200" dirty="0">
              <a:latin typeface="Klavika"/>
            </a:rPr>
            <a:t> </a:t>
          </a:r>
          <a:r>
            <a:rPr lang="en-US" sz="1100" kern="1200" dirty="0" err="1">
              <a:latin typeface="Klavika"/>
            </a:rPr>
            <a:t>usuarios</a:t>
          </a:r>
          <a:r>
            <a:rPr lang="en-US" sz="1100" kern="1200" dirty="0">
              <a:latin typeface="Klavika"/>
            </a:rPr>
            <a:t> </a:t>
          </a:r>
        </a:p>
      </dsp:txBody>
      <dsp:txXfrm>
        <a:off x="1168" y="2174768"/>
        <a:ext cx="1722656" cy="997256"/>
      </dsp:txXfrm>
    </dsp:sp>
    <dsp:sp modelId="{5B6F9FDB-1DA7-467B-B83A-806F7CBEFD83}">
      <dsp:nvSpPr>
        <dsp:cNvPr id="0" name=""/>
        <dsp:cNvSpPr/>
      </dsp:nvSpPr>
      <dsp:spPr>
        <a:xfrm>
          <a:off x="2499019" y="1086766"/>
          <a:ext cx="775195" cy="77519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6C915D-9967-4EF0-B0F1-0FF51A7BEB45}">
      <dsp:nvSpPr>
        <dsp:cNvPr id="0" name=""/>
        <dsp:cNvSpPr/>
      </dsp:nvSpPr>
      <dsp:spPr>
        <a:xfrm>
          <a:off x="2025289" y="2174768"/>
          <a:ext cx="1722656" cy="997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dirty="0">
              <a:latin typeface="Klavika"/>
            </a:rPr>
            <a:t>Me </a:t>
          </a:r>
          <a:r>
            <a:rPr lang="en-US" sz="1100" kern="1200" dirty="0" err="1">
              <a:latin typeface="Klavika"/>
            </a:rPr>
            <a:t>gusta</a:t>
          </a:r>
          <a:r>
            <a:rPr lang="en-US" sz="1100" kern="1200" dirty="0">
              <a:latin typeface="Klavika"/>
            </a:rPr>
            <a:t> de </a:t>
          </a:r>
          <a:r>
            <a:rPr lang="en-US" sz="1100" kern="1200" dirty="0" err="1">
              <a:latin typeface="Klavika"/>
            </a:rPr>
            <a:t>Páginas</a:t>
          </a:r>
          <a:r>
            <a:rPr lang="en-US" sz="1100" kern="1200" dirty="0">
              <a:latin typeface="Klavika"/>
            </a:rPr>
            <a:t>: Las </a:t>
          </a:r>
          <a:r>
            <a:rPr lang="en-US" sz="1100" kern="1200" dirty="0" err="1">
              <a:latin typeface="Klavika"/>
            </a:rPr>
            <a:t>Páginas</a:t>
          </a:r>
          <a:r>
            <a:rPr lang="en-US" sz="1100" kern="1200" dirty="0">
              <a:latin typeface="Klavika"/>
            </a:rPr>
            <a:t> de Facebook, que </a:t>
          </a:r>
          <a:r>
            <a:rPr lang="en-US" sz="1100" kern="1200" dirty="0" err="1">
              <a:latin typeface="Klavika"/>
            </a:rPr>
            <a:t>representan</a:t>
          </a:r>
          <a:r>
            <a:rPr lang="en-US" sz="1100" kern="1200" dirty="0">
              <a:latin typeface="Klavika"/>
            </a:rPr>
            <a:t> </a:t>
          </a:r>
          <a:r>
            <a:rPr lang="en-US" sz="1100" kern="1200" dirty="0" err="1">
              <a:latin typeface="Klavika"/>
            </a:rPr>
            <a:t>negocios</a:t>
          </a:r>
          <a:r>
            <a:rPr lang="en-US" sz="1100" kern="1200" dirty="0">
              <a:latin typeface="Klavika"/>
            </a:rPr>
            <a:t>, </a:t>
          </a:r>
          <a:r>
            <a:rPr lang="en-US" sz="1100" kern="1200" dirty="0" err="1">
              <a:latin typeface="Klavika"/>
            </a:rPr>
            <a:t>figuras</a:t>
          </a:r>
          <a:r>
            <a:rPr lang="en-US" sz="1100" kern="1200" dirty="0">
              <a:latin typeface="Klavika"/>
            </a:rPr>
            <a:t> </a:t>
          </a:r>
          <a:r>
            <a:rPr lang="en-US" sz="1100" kern="1200" dirty="0" err="1">
              <a:latin typeface="Klavika"/>
            </a:rPr>
            <a:t>públicas</a:t>
          </a:r>
          <a:r>
            <a:rPr lang="en-US" sz="1100" kern="1200" dirty="0">
              <a:latin typeface="Klavika"/>
            </a:rPr>
            <a:t> u </a:t>
          </a:r>
          <a:r>
            <a:rPr lang="en-US" sz="1100" kern="1200" dirty="0" err="1">
              <a:latin typeface="Klavika"/>
            </a:rPr>
            <a:t>organizaciones</a:t>
          </a:r>
          <a:r>
            <a:rPr lang="en-US" sz="1100" kern="1200" dirty="0">
              <a:latin typeface="Klavika"/>
            </a:rPr>
            <a:t>, </a:t>
          </a:r>
          <a:r>
            <a:rPr lang="en-US" sz="1100" kern="1200" dirty="0" err="1">
              <a:latin typeface="Klavika"/>
            </a:rPr>
            <a:t>pueden</a:t>
          </a:r>
          <a:r>
            <a:rPr lang="en-US" sz="1100" kern="1200" dirty="0">
              <a:latin typeface="Klavika"/>
            </a:rPr>
            <a:t> ser "me </a:t>
          </a:r>
          <a:r>
            <a:rPr lang="en-US" sz="1100" kern="1200" dirty="0" err="1">
              <a:latin typeface="Klavika"/>
            </a:rPr>
            <a:t>gustadas</a:t>
          </a:r>
          <a:r>
            <a:rPr lang="en-US" sz="1100" kern="1200" dirty="0">
              <a:latin typeface="Klavika"/>
            </a:rPr>
            <a:t>" </a:t>
          </a:r>
          <a:r>
            <a:rPr lang="en-US" sz="1100" kern="1200" dirty="0" err="1">
              <a:latin typeface="Klavika"/>
            </a:rPr>
            <a:t>por</a:t>
          </a:r>
          <a:r>
            <a:rPr lang="en-US" sz="1100" kern="1200" dirty="0">
              <a:latin typeface="Klavika"/>
            </a:rPr>
            <a:t> </a:t>
          </a:r>
          <a:r>
            <a:rPr lang="en-US" sz="1100" kern="1200" dirty="0" err="1">
              <a:latin typeface="Klavika"/>
            </a:rPr>
            <a:t>los</a:t>
          </a:r>
          <a:r>
            <a:rPr lang="en-US" sz="1100" kern="1200" dirty="0">
              <a:latin typeface="Klavika"/>
            </a:rPr>
            <a:t> </a:t>
          </a:r>
          <a:r>
            <a:rPr lang="en-US" sz="1100" kern="1200" dirty="0" err="1">
              <a:latin typeface="Klavika"/>
            </a:rPr>
            <a:t>usuarios</a:t>
          </a:r>
          <a:endParaRPr lang="en-US" sz="1100" kern="1200" dirty="0">
            <a:latin typeface="Klavika"/>
          </a:endParaRPr>
        </a:p>
      </dsp:txBody>
      <dsp:txXfrm>
        <a:off x="2025289" y="2174768"/>
        <a:ext cx="1722656" cy="997256"/>
      </dsp:txXfrm>
    </dsp:sp>
    <dsp:sp modelId="{414DF38F-D022-4285-B310-8D4C07F0B0EC}">
      <dsp:nvSpPr>
        <dsp:cNvPr id="0" name=""/>
        <dsp:cNvSpPr/>
      </dsp:nvSpPr>
      <dsp:spPr>
        <a:xfrm>
          <a:off x="4523140" y="1086766"/>
          <a:ext cx="775195" cy="77519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6A58D1-FD33-41DF-8DE4-0EDD1E90E133}">
      <dsp:nvSpPr>
        <dsp:cNvPr id="0" name=""/>
        <dsp:cNvSpPr/>
      </dsp:nvSpPr>
      <dsp:spPr>
        <a:xfrm>
          <a:off x="4049410" y="2174768"/>
          <a:ext cx="1722656" cy="997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latin typeface="Klavika"/>
            </a:rPr>
            <a:t>Pertenencia a Grupos: Los Grupos de Facebook proporcionan una forma para que los usuarios con intereses comunes se conecten e interactúen </a:t>
          </a:r>
          <a:endParaRPr lang="en-US" sz="1100" kern="1200" dirty="0">
            <a:latin typeface="Klavika"/>
          </a:endParaRPr>
        </a:p>
      </dsp:txBody>
      <dsp:txXfrm>
        <a:off x="4049410" y="2174768"/>
        <a:ext cx="1722656" cy="997256"/>
      </dsp:txXfrm>
    </dsp:sp>
    <dsp:sp modelId="{B8729DFD-099A-4DEC-958D-86A6B90E5B12}">
      <dsp:nvSpPr>
        <dsp:cNvPr id="0" name=""/>
        <dsp:cNvSpPr/>
      </dsp:nvSpPr>
      <dsp:spPr>
        <a:xfrm>
          <a:off x="6547261" y="1086766"/>
          <a:ext cx="775195" cy="77519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FBD6911-ED24-4351-AEC2-97DC4D79D7CF}">
      <dsp:nvSpPr>
        <dsp:cNvPr id="0" name=""/>
        <dsp:cNvSpPr/>
      </dsp:nvSpPr>
      <dsp:spPr>
        <a:xfrm>
          <a:off x="6073531" y="2174768"/>
          <a:ext cx="1722656" cy="997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latin typeface="Klavika"/>
            </a:rPr>
            <a:t>Recomendaciones: Facebook aprovecha la estructura de datos del Grafo para potenciar sus sistemas de recomendación </a:t>
          </a:r>
          <a:endParaRPr lang="en-US" sz="1100" kern="1200" dirty="0">
            <a:latin typeface="Klavika"/>
          </a:endParaRPr>
        </a:p>
      </dsp:txBody>
      <dsp:txXfrm>
        <a:off x="6073531" y="2174768"/>
        <a:ext cx="1722656" cy="997256"/>
      </dsp:txXfrm>
    </dsp:sp>
    <dsp:sp modelId="{A66AA8E8-14EF-4F3B-8F56-FA081F6BCD8E}">
      <dsp:nvSpPr>
        <dsp:cNvPr id="0" name=""/>
        <dsp:cNvSpPr/>
      </dsp:nvSpPr>
      <dsp:spPr>
        <a:xfrm>
          <a:off x="8571383" y="1086766"/>
          <a:ext cx="775195" cy="77519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EFB5D3-EE92-40D1-8540-7EAB2B12370A}">
      <dsp:nvSpPr>
        <dsp:cNvPr id="0" name=""/>
        <dsp:cNvSpPr/>
      </dsp:nvSpPr>
      <dsp:spPr>
        <a:xfrm>
          <a:off x="8097652" y="2174768"/>
          <a:ext cx="1722656" cy="99725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en-US" sz="1100" kern="1200">
              <a:latin typeface="Klavika"/>
            </a:rPr>
            <a:t>Análisis de datos: Facebook utiliza algoritmos y técnicas de análisis de grafos para extraer información y comprender el comportamiento de sus usuarios </a:t>
          </a:r>
          <a:endParaRPr lang="en-US" sz="1100" kern="1200" dirty="0">
            <a:latin typeface="Klavika"/>
          </a:endParaRPr>
        </a:p>
      </dsp:txBody>
      <dsp:txXfrm>
        <a:off x="8097652" y="2174768"/>
        <a:ext cx="1722656" cy="99725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EC77D8-8190-417E-A85D-2A6A3EB60EE2}">
      <dsp:nvSpPr>
        <dsp:cNvPr id="0" name=""/>
        <dsp:cNvSpPr/>
      </dsp:nvSpPr>
      <dsp:spPr>
        <a:xfrm>
          <a:off x="438504" y="546772"/>
          <a:ext cx="715078" cy="7150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5102BE-8667-4548-8764-0D46221E26AB}">
      <dsp:nvSpPr>
        <dsp:cNvPr id="0" name=""/>
        <dsp:cNvSpPr/>
      </dsp:nvSpPr>
      <dsp:spPr>
        <a:xfrm>
          <a:off x="1512" y="1799960"/>
          <a:ext cx="1589062" cy="2334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latin typeface="Klavika"/>
            </a:rPr>
            <a:t>El </a:t>
          </a:r>
          <a:r>
            <a:rPr lang="en-US" sz="1400" kern="1200" dirty="0" err="1">
              <a:latin typeface="Klavika"/>
            </a:rPr>
            <a:t>grafo</a:t>
          </a:r>
          <a:r>
            <a:rPr lang="en-US" sz="1400" kern="1200" dirty="0">
              <a:latin typeface="Klavika"/>
            </a:rPr>
            <a:t> de Facebook es la </a:t>
          </a:r>
          <a:r>
            <a:rPr lang="en-US" sz="1400" kern="1200" dirty="0" err="1">
              <a:latin typeface="Klavika"/>
            </a:rPr>
            <a:t>colección</a:t>
          </a:r>
          <a:r>
            <a:rPr lang="en-US" sz="1400" kern="1200" dirty="0">
              <a:latin typeface="Klavika"/>
            </a:rPr>
            <a:t> de </a:t>
          </a:r>
          <a:r>
            <a:rPr lang="en-US" sz="1400" kern="1200" dirty="0" err="1">
              <a:latin typeface="Klavika"/>
            </a:rPr>
            <a:t>entidades</a:t>
          </a:r>
          <a:r>
            <a:rPr lang="en-US" sz="1400" kern="1200" dirty="0">
              <a:latin typeface="Klavika"/>
            </a:rPr>
            <a:t> y sus </a:t>
          </a:r>
          <a:r>
            <a:rPr lang="en-US" sz="1400" kern="1200" dirty="0" err="1">
              <a:latin typeface="Klavika"/>
            </a:rPr>
            <a:t>relaciones</a:t>
          </a:r>
          <a:r>
            <a:rPr lang="en-US" sz="1400" kern="1200" dirty="0">
              <a:latin typeface="Klavika"/>
            </a:rPr>
            <a:t> </a:t>
          </a:r>
          <a:r>
            <a:rPr lang="en-US" sz="1400" kern="1200" dirty="0" err="1">
              <a:latin typeface="Klavika"/>
            </a:rPr>
            <a:t>en</a:t>
          </a:r>
          <a:r>
            <a:rPr lang="en-US" sz="1400" kern="1200" dirty="0">
              <a:latin typeface="Klavika"/>
            </a:rPr>
            <a:t> Facebook. </a:t>
          </a:r>
        </a:p>
      </dsp:txBody>
      <dsp:txXfrm>
        <a:off x="1512" y="1799960"/>
        <a:ext cx="1589062" cy="2334027"/>
      </dsp:txXfrm>
    </dsp:sp>
    <dsp:sp modelId="{D6C251A8-9B8A-469D-9E49-0167584AFA57}">
      <dsp:nvSpPr>
        <dsp:cNvPr id="0" name=""/>
        <dsp:cNvSpPr/>
      </dsp:nvSpPr>
      <dsp:spPr>
        <a:xfrm>
          <a:off x="2305652" y="546772"/>
          <a:ext cx="715078" cy="7150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C8F368B-0A25-4D3A-AB41-C5D2DBCB1177}">
      <dsp:nvSpPr>
        <dsp:cNvPr id="0" name=""/>
        <dsp:cNvSpPr/>
      </dsp:nvSpPr>
      <dsp:spPr>
        <a:xfrm>
          <a:off x="1868660" y="1799960"/>
          <a:ext cx="1589062" cy="2334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latin typeface="Klavika"/>
            </a:rPr>
            <a:t>Las </a:t>
          </a:r>
          <a:r>
            <a:rPr lang="en-US" sz="1400" kern="1200" dirty="0" err="1">
              <a:latin typeface="Klavika"/>
            </a:rPr>
            <a:t>entidades</a:t>
          </a:r>
          <a:r>
            <a:rPr lang="en-US" sz="1400" kern="1200" dirty="0">
              <a:latin typeface="Klavika"/>
            </a:rPr>
            <a:t> son </a:t>
          </a:r>
          <a:r>
            <a:rPr lang="en-US" sz="1400" kern="1200" dirty="0" err="1">
              <a:latin typeface="Klavika"/>
            </a:rPr>
            <a:t>los</a:t>
          </a:r>
          <a:r>
            <a:rPr lang="en-US" sz="1400" kern="1200" dirty="0">
              <a:latin typeface="Klavika"/>
            </a:rPr>
            <a:t> </a:t>
          </a:r>
          <a:r>
            <a:rPr lang="en-US" sz="1400" kern="1200" dirty="0" err="1">
              <a:latin typeface="Klavika"/>
            </a:rPr>
            <a:t>nodos</a:t>
          </a:r>
          <a:r>
            <a:rPr lang="en-US" sz="1400" kern="1200" dirty="0">
              <a:latin typeface="Klavika"/>
            </a:rPr>
            <a:t> y las </a:t>
          </a:r>
          <a:r>
            <a:rPr lang="en-US" sz="1400" kern="1200" dirty="0" err="1">
              <a:latin typeface="Klavika"/>
            </a:rPr>
            <a:t>relaciones</a:t>
          </a:r>
          <a:r>
            <a:rPr lang="en-US" sz="1400" kern="1200" dirty="0">
              <a:latin typeface="Klavika"/>
            </a:rPr>
            <a:t> son las </a:t>
          </a:r>
          <a:r>
            <a:rPr lang="en-US" sz="1400" kern="1200" dirty="0" err="1">
              <a:latin typeface="Klavika"/>
            </a:rPr>
            <a:t>aristas</a:t>
          </a:r>
          <a:r>
            <a:rPr lang="en-US" sz="1400" kern="1200" dirty="0">
              <a:latin typeface="Klavika"/>
            </a:rPr>
            <a:t>. </a:t>
          </a:r>
        </a:p>
      </dsp:txBody>
      <dsp:txXfrm>
        <a:off x="1868660" y="1799960"/>
        <a:ext cx="1589062" cy="2334027"/>
      </dsp:txXfrm>
    </dsp:sp>
    <dsp:sp modelId="{3D5D31B6-F42D-41F7-A182-9BF17F66D38D}">
      <dsp:nvSpPr>
        <dsp:cNvPr id="0" name=""/>
        <dsp:cNvSpPr/>
      </dsp:nvSpPr>
      <dsp:spPr>
        <a:xfrm>
          <a:off x="4172801" y="546772"/>
          <a:ext cx="715078" cy="7150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C1F0DA-BE3A-4E3C-9F86-48607E48FACC}">
      <dsp:nvSpPr>
        <dsp:cNvPr id="0" name=""/>
        <dsp:cNvSpPr/>
      </dsp:nvSpPr>
      <dsp:spPr>
        <a:xfrm>
          <a:off x="3735809" y="1799960"/>
          <a:ext cx="1589062" cy="2334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latin typeface="Klavika"/>
            </a:rPr>
            <a:t>Una forma de </a:t>
          </a:r>
          <a:r>
            <a:rPr lang="en-US" sz="1400" kern="1200" dirty="0" err="1">
              <a:latin typeface="Klavika"/>
            </a:rPr>
            <a:t>pensar</a:t>
          </a:r>
          <a:r>
            <a:rPr lang="en-US" sz="1400" kern="1200" dirty="0">
              <a:latin typeface="Klavika"/>
            </a:rPr>
            <a:t> </a:t>
          </a:r>
          <a:r>
            <a:rPr lang="en-US" sz="1400" kern="1200" dirty="0" err="1">
              <a:latin typeface="Klavika"/>
            </a:rPr>
            <a:t>en</a:t>
          </a:r>
          <a:r>
            <a:rPr lang="en-US" sz="1400" kern="1200" dirty="0">
              <a:latin typeface="Klavika"/>
            </a:rPr>
            <a:t> </a:t>
          </a:r>
          <a:r>
            <a:rPr lang="en-US" sz="1400" kern="1200" dirty="0" err="1">
              <a:latin typeface="Klavika"/>
            </a:rPr>
            <a:t>esto</a:t>
          </a:r>
          <a:r>
            <a:rPr lang="en-US" sz="1400" kern="1200" dirty="0">
              <a:latin typeface="Klavika"/>
            </a:rPr>
            <a:t> es que </a:t>
          </a:r>
          <a:r>
            <a:rPr lang="en-US" sz="1400" kern="1200" dirty="0" err="1">
              <a:latin typeface="Klavika"/>
            </a:rPr>
            <a:t>si</a:t>
          </a:r>
          <a:r>
            <a:rPr lang="en-US" sz="1400" kern="1200" dirty="0">
              <a:latin typeface="Klavika"/>
            </a:rPr>
            <a:t> </a:t>
          </a:r>
          <a:r>
            <a:rPr lang="en-US" sz="1400" kern="1200" dirty="0" err="1">
              <a:latin typeface="Klavika"/>
            </a:rPr>
            <a:t>el</a:t>
          </a:r>
          <a:r>
            <a:rPr lang="en-US" sz="1400" kern="1200" dirty="0">
              <a:latin typeface="Klavika"/>
            </a:rPr>
            <a:t> </a:t>
          </a:r>
          <a:r>
            <a:rPr lang="en-US" sz="1400" kern="1200" dirty="0" err="1">
              <a:latin typeface="Klavika"/>
            </a:rPr>
            <a:t>grafo</a:t>
          </a:r>
          <a:r>
            <a:rPr lang="en-US" sz="1400" kern="1200" dirty="0">
              <a:latin typeface="Klavika"/>
            </a:rPr>
            <a:t> se </a:t>
          </a:r>
          <a:r>
            <a:rPr lang="en-US" sz="1400" kern="1200" dirty="0" err="1">
              <a:latin typeface="Klavika"/>
            </a:rPr>
            <a:t>representara</a:t>
          </a:r>
          <a:r>
            <a:rPr lang="en-US" sz="1400" kern="1200" dirty="0">
              <a:latin typeface="Klavika"/>
            </a:rPr>
            <a:t> </a:t>
          </a:r>
          <a:r>
            <a:rPr lang="en-US" sz="1400" kern="1200" dirty="0" err="1">
              <a:latin typeface="Klavika"/>
            </a:rPr>
            <a:t>mediante</a:t>
          </a:r>
          <a:r>
            <a:rPr lang="en-US" sz="1400" kern="1200" dirty="0">
              <a:latin typeface="Klavika"/>
            </a:rPr>
            <a:t> </a:t>
          </a:r>
          <a:r>
            <a:rPr lang="en-US" sz="1400" kern="1200" dirty="0" err="1">
              <a:latin typeface="Klavika"/>
            </a:rPr>
            <a:t>lenguaje</a:t>
          </a:r>
          <a:r>
            <a:rPr lang="en-US" sz="1400" kern="1200" dirty="0">
              <a:latin typeface="Klavika"/>
            </a:rPr>
            <a:t>, </a:t>
          </a:r>
          <a:r>
            <a:rPr lang="en-US" sz="1400" kern="1200" dirty="0" err="1">
              <a:latin typeface="Klavika"/>
            </a:rPr>
            <a:t>los</a:t>
          </a:r>
          <a:r>
            <a:rPr lang="en-US" sz="1400" kern="1200" dirty="0">
              <a:latin typeface="Klavika"/>
            </a:rPr>
            <a:t> </a:t>
          </a:r>
          <a:r>
            <a:rPr lang="en-US" sz="1400" kern="1200" dirty="0" err="1">
              <a:latin typeface="Klavika"/>
            </a:rPr>
            <a:t>nodos</a:t>
          </a:r>
          <a:r>
            <a:rPr lang="en-US" sz="1400" kern="1200" dirty="0">
              <a:latin typeface="Klavika"/>
            </a:rPr>
            <a:t> </a:t>
          </a:r>
          <a:r>
            <a:rPr lang="en-US" sz="1400" kern="1200" dirty="0" err="1">
              <a:latin typeface="Klavika"/>
            </a:rPr>
            <a:t>serían</a:t>
          </a:r>
          <a:r>
            <a:rPr lang="en-US" sz="1400" kern="1200" dirty="0">
              <a:latin typeface="Klavika"/>
            </a:rPr>
            <a:t> </a:t>
          </a:r>
          <a:r>
            <a:rPr lang="en-US" sz="1400" kern="1200" dirty="0" err="1">
              <a:latin typeface="Klavika"/>
            </a:rPr>
            <a:t>los</a:t>
          </a:r>
          <a:r>
            <a:rPr lang="en-US" sz="1400" kern="1200" dirty="0">
              <a:latin typeface="Klavika"/>
            </a:rPr>
            <a:t> </a:t>
          </a:r>
          <a:r>
            <a:rPr lang="en-US" sz="1400" kern="1200" dirty="0" err="1">
              <a:latin typeface="Klavika"/>
            </a:rPr>
            <a:t>sustantivos</a:t>
          </a:r>
          <a:r>
            <a:rPr lang="en-US" sz="1400" kern="1200" dirty="0">
              <a:latin typeface="Klavika"/>
            </a:rPr>
            <a:t> y las </a:t>
          </a:r>
          <a:r>
            <a:rPr lang="en-US" sz="1400" kern="1200" dirty="0" err="1">
              <a:latin typeface="Klavika"/>
            </a:rPr>
            <a:t>aristas</a:t>
          </a:r>
          <a:r>
            <a:rPr lang="en-US" sz="1400" kern="1200" dirty="0">
              <a:latin typeface="Klavika"/>
            </a:rPr>
            <a:t> </a:t>
          </a:r>
          <a:r>
            <a:rPr lang="en-US" sz="1400" kern="1200" dirty="0" err="1">
              <a:latin typeface="Klavika"/>
            </a:rPr>
            <a:t>serían</a:t>
          </a:r>
          <a:r>
            <a:rPr lang="en-US" sz="1400" kern="1200" dirty="0">
              <a:latin typeface="Klavika"/>
            </a:rPr>
            <a:t> </a:t>
          </a:r>
          <a:r>
            <a:rPr lang="en-US" sz="1400" kern="1200" dirty="0" err="1">
              <a:latin typeface="Klavika"/>
            </a:rPr>
            <a:t>los</a:t>
          </a:r>
          <a:r>
            <a:rPr lang="en-US" sz="1400" kern="1200" dirty="0">
              <a:latin typeface="Klavika"/>
            </a:rPr>
            <a:t> </a:t>
          </a:r>
          <a:r>
            <a:rPr lang="en-US" sz="1400" kern="1200" dirty="0" err="1">
              <a:latin typeface="Klavika"/>
            </a:rPr>
            <a:t>verbos</a:t>
          </a:r>
          <a:r>
            <a:rPr lang="en-US" sz="1400" kern="1200" dirty="0">
              <a:latin typeface="Klavika"/>
            </a:rPr>
            <a:t>.</a:t>
          </a:r>
        </a:p>
      </dsp:txBody>
      <dsp:txXfrm>
        <a:off x="3735809" y="1799960"/>
        <a:ext cx="1589062" cy="2334027"/>
      </dsp:txXfrm>
    </dsp:sp>
    <dsp:sp modelId="{56449725-1069-4DCD-8CE2-C6D2C2ADF970}">
      <dsp:nvSpPr>
        <dsp:cNvPr id="0" name=""/>
        <dsp:cNvSpPr/>
      </dsp:nvSpPr>
      <dsp:spPr>
        <a:xfrm>
          <a:off x="6039949" y="546772"/>
          <a:ext cx="715078" cy="7150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4EFABC-C70E-47F7-9701-8495998DFC69}">
      <dsp:nvSpPr>
        <dsp:cNvPr id="0" name=""/>
        <dsp:cNvSpPr/>
      </dsp:nvSpPr>
      <dsp:spPr>
        <a:xfrm>
          <a:off x="5602957" y="1799960"/>
          <a:ext cx="1589062" cy="2334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err="1">
              <a:latin typeface="Klavika"/>
            </a:rPr>
            <a:t>Cada</a:t>
          </a:r>
          <a:r>
            <a:rPr lang="en-US" sz="1400" kern="1200" dirty="0">
              <a:latin typeface="Klavika"/>
            </a:rPr>
            <a:t> </a:t>
          </a:r>
          <a:r>
            <a:rPr lang="en-US" sz="1400" kern="1200" dirty="0" err="1">
              <a:latin typeface="Klavika"/>
            </a:rPr>
            <a:t>usuario</a:t>
          </a:r>
          <a:r>
            <a:rPr lang="en-US" sz="1400" kern="1200" dirty="0">
              <a:latin typeface="Klavika"/>
            </a:rPr>
            <a:t>, </a:t>
          </a:r>
          <a:r>
            <a:rPr lang="en-US" sz="1400" kern="1200" dirty="0" err="1">
              <a:latin typeface="Klavika"/>
            </a:rPr>
            <a:t>página</a:t>
          </a:r>
          <a:r>
            <a:rPr lang="en-US" sz="1400" kern="1200" dirty="0">
              <a:latin typeface="Klavika"/>
            </a:rPr>
            <a:t>, </a:t>
          </a:r>
          <a:r>
            <a:rPr lang="en-US" sz="1400" kern="1200" dirty="0" err="1">
              <a:latin typeface="Klavika"/>
            </a:rPr>
            <a:t>lugar</a:t>
          </a:r>
          <a:r>
            <a:rPr lang="en-US" sz="1400" kern="1200" dirty="0">
              <a:latin typeface="Klavika"/>
            </a:rPr>
            <a:t>, </a:t>
          </a:r>
          <a:r>
            <a:rPr lang="en-US" sz="1400" kern="1200" dirty="0" err="1">
              <a:latin typeface="Klavika"/>
            </a:rPr>
            <a:t>foto</a:t>
          </a:r>
          <a:r>
            <a:rPr lang="en-US" sz="1400" kern="1200" dirty="0">
              <a:latin typeface="Klavika"/>
            </a:rPr>
            <a:t>, </a:t>
          </a:r>
          <a:r>
            <a:rPr lang="en-US" sz="1400" kern="1200" dirty="0" err="1">
              <a:latin typeface="Klavika"/>
            </a:rPr>
            <a:t>publicación</a:t>
          </a:r>
          <a:r>
            <a:rPr lang="en-US" sz="1400" kern="1200" dirty="0">
              <a:latin typeface="Klavika"/>
            </a:rPr>
            <a:t>, etc., son </a:t>
          </a:r>
          <a:r>
            <a:rPr lang="en-US" sz="1400" kern="1200" dirty="0" err="1">
              <a:latin typeface="Klavika"/>
            </a:rPr>
            <a:t>nodos</a:t>
          </a:r>
          <a:r>
            <a:rPr lang="en-US" sz="1400" kern="1200" dirty="0">
              <a:latin typeface="Klavika"/>
            </a:rPr>
            <a:t> </a:t>
          </a:r>
          <a:r>
            <a:rPr lang="en-US" sz="1400" kern="1200" dirty="0" err="1">
              <a:latin typeface="Klavika"/>
            </a:rPr>
            <a:t>en</a:t>
          </a:r>
          <a:r>
            <a:rPr lang="en-US" sz="1400" kern="1200" dirty="0">
              <a:latin typeface="Klavika"/>
            </a:rPr>
            <a:t> </a:t>
          </a:r>
          <a:r>
            <a:rPr lang="en-US" sz="1400" kern="1200" dirty="0" err="1">
              <a:latin typeface="Klavika"/>
            </a:rPr>
            <a:t>este</a:t>
          </a:r>
          <a:r>
            <a:rPr lang="en-US" sz="1400" kern="1200" dirty="0">
              <a:latin typeface="Klavika"/>
            </a:rPr>
            <a:t> </a:t>
          </a:r>
          <a:r>
            <a:rPr lang="en-US" sz="1400" kern="1200" dirty="0" err="1">
              <a:latin typeface="Klavika"/>
            </a:rPr>
            <a:t>grafo</a:t>
          </a:r>
          <a:r>
            <a:rPr lang="en-US" sz="1400" kern="1200" dirty="0">
              <a:latin typeface="Klavika"/>
            </a:rPr>
            <a:t>. Las </a:t>
          </a:r>
          <a:r>
            <a:rPr lang="en-US" sz="1400" kern="1200" dirty="0" err="1">
              <a:latin typeface="Klavika"/>
            </a:rPr>
            <a:t>aristas</a:t>
          </a:r>
          <a:r>
            <a:rPr lang="en-US" sz="1400" kern="1200" dirty="0">
              <a:latin typeface="Klavika"/>
            </a:rPr>
            <a:t> entre </a:t>
          </a:r>
          <a:r>
            <a:rPr lang="en-US" sz="1400" kern="1200" dirty="0" err="1">
              <a:latin typeface="Klavika"/>
            </a:rPr>
            <a:t>los</a:t>
          </a:r>
          <a:r>
            <a:rPr lang="en-US" sz="1400" kern="1200" dirty="0">
              <a:latin typeface="Klavika"/>
            </a:rPr>
            <a:t> </a:t>
          </a:r>
          <a:r>
            <a:rPr lang="en-US" sz="1400" kern="1200" dirty="0" err="1">
              <a:latin typeface="Klavika"/>
            </a:rPr>
            <a:t>nodos</a:t>
          </a:r>
          <a:r>
            <a:rPr lang="en-US" sz="1400" kern="1200" dirty="0">
              <a:latin typeface="Klavika"/>
            </a:rPr>
            <a:t> </a:t>
          </a:r>
          <a:r>
            <a:rPr lang="en-US" sz="1400" kern="1200" dirty="0" err="1">
              <a:latin typeface="Klavika"/>
            </a:rPr>
            <a:t>representan</a:t>
          </a:r>
          <a:r>
            <a:rPr lang="en-US" sz="1400" kern="1200" dirty="0">
              <a:latin typeface="Klavika"/>
            </a:rPr>
            <a:t> </a:t>
          </a:r>
          <a:r>
            <a:rPr lang="en-US" sz="1400" kern="1200" dirty="0" err="1">
              <a:latin typeface="Klavika"/>
            </a:rPr>
            <a:t>amistades</a:t>
          </a:r>
          <a:r>
            <a:rPr lang="en-US" sz="1400" kern="1200" dirty="0">
              <a:latin typeface="Klavika"/>
            </a:rPr>
            <a:t>, check-ins, </a:t>
          </a:r>
          <a:r>
            <a:rPr lang="en-US" sz="1400" kern="1200" dirty="0" err="1">
              <a:latin typeface="Klavika"/>
            </a:rPr>
            <a:t>etiquetas</a:t>
          </a:r>
          <a:r>
            <a:rPr lang="en-US" sz="1400" kern="1200" dirty="0">
              <a:latin typeface="Klavika"/>
            </a:rPr>
            <a:t>, </a:t>
          </a:r>
          <a:r>
            <a:rPr lang="en-US" sz="1400" kern="1200" dirty="0" err="1">
              <a:latin typeface="Klavika"/>
            </a:rPr>
            <a:t>relaciones</a:t>
          </a:r>
          <a:r>
            <a:rPr lang="en-US" sz="1400" kern="1200" dirty="0">
              <a:latin typeface="Klavika"/>
            </a:rPr>
            <a:t>, </a:t>
          </a:r>
          <a:r>
            <a:rPr lang="en-US" sz="1400" kern="1200" dirty="0" err="1">
              <a:latin typeface="Klavika"/>
            </a:rPr>
            <a:t>propiedad</a:t>
          </a:r>
          <a:r>
            <a:rPr lang="en-US" sz="1400" kern="1200" dirty="0">
              <a:latin typeface="Klavika"/>
            </a:rPr>
            <a:t>, </a:t>
          </a:r>
          <a:r>
            <a:rPr lang="en-US" sz="1400" kern="1200" dirty="0" err="1">
              <a:latin typeface="Klavika"/>
            </a:rPr>
            <a:t>atributos</a:t>
          </a:r>
          <a:r>
            <a:rPr lang="en-US" sz="1400" kern="1200" dirty="0">
              <a:latin typeface="Klavika"/>
            </a:rPr>
            <a:t>, etc. </a:t>
          </a:r>
        </a:p>
      </dsp:txBody>
      <dsp:txXfrm>
        <a:off x="5602957" y="1799960"/>
        <a:ext cx="1589062" cy="2334027"/>
      </dsp:txXfrm>
    </dsp:sp>
    <dsp:sp modelId="{6A7BD0AC-9CA8-49EA-B66B-2ADCF2DBE685}">
      <dsp:nvSpPr>
        <dsp:cNvPr id="0" name=""/>
        <dsp:cNvSpPr/>
      </dsp:nvSpPr>
      <dsp:spPr>
        <a:xfrm>
          <a:off x="7907098" y="546772"/>
          <a:ext cx="715078" cy="715078"/>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B6168E0-3E09-4451-A925-98A8055E95D2}">
      <dsp:nvSpPr>
        <dsp:cNvPr id="0" name=""/>
        <dsp:cNvSpPr/>
      </dsp:nvSpPr>
      <dsp:spPr>
        <a:xfrm>
          <a:off x="7470105" y="1799960"/>
          <a:ext cx="1589062" cy="2334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latin typeface="Klavika"/>
            </a:rPr>
            <a:t>Tanto </a:t>
          </a:r>
          <a:r>
            <a:rPr lang="en-US" sz="1400" kern="1200" dirty="0" err="1">
              <a:latin typeface="Klavika"/>
            </a:rPr>
            <a:t>los</a:t>
          </a:r>
          <a:r>
            <a:rPr lang="en-US" sz="1400" kern="1200" dirty="0">
              <a:latin typeface="Klavika"/>
            </a:rPr>
            <a:t> </a:t>
          </a:r>
          <a:r>
            <a:rPr lang="en-US" sz="1400" kern="1200" dirty="0" err="1">
              <a:latin typeface="Klavika"/>
            </a:rPr>
            <a:t>nodos</a:t>
          </a:r>
          <a:r>
            <a:rPr lang="en-US" sz="1400" kern="1200" dirty="0">
              <a:latin typeface="Klavika"/>
            </a:rPr>
            <a:t> </a:t>
          </a:r>
          <a:r>
            <a:rPr lang="en-US" sz="1400" kern="1200" dirty="0" err="1">
              <a:latin typeface="Klavika"/>
            </a:rPr>
            <a:t>como</a:t>
          </a:r>
          <a:r>
            <a:rPr lang="en-US" sz="1400" kern="1200" dirty="0">
              <a:latin typeface="Klavika"/>
            </a:rPr>
            <a:t> las </a:t>
          </a:r>
          <a:r>
            <a:rPr lang="en-US" sz="1400" kern="1200" dirty="0" err="1">
              <a:latin typeface="Klavika"/>
            </a:rPr>
            <a:t>aristas</a:t>
          </a:r>
          <a:r>
            <a:rPr lang="en-US" sz="1400" kern="1200" dirty="0">
              <a:latin typeface="Klavika"/>
            </a:rPr>
            <a:t> </a:t>
          </a:r>
          <a:r>
            <a:rPr lang="en-US" sz="1400" kern="1200" dirty="0" err="1">
              <a:latin typeface="Klavika"/>
            </a:rPr>
            <a:t>tienen</a:t>
          </a:r>
          <a:r>
            <a:rPr lang="en-US" sz="1400" kern="1200" dirty="0">
              <a:latin typeface="Klavika"/>
            </a:rPr>
            <a:t> </a:t>
          </a:r>
          <a:r>
            <a:rPr lang="en-US" sz="1400" kern="1200" dirty="0" err="1">
              <a:latin typeface="Klavika"/>
            </a:rPr>
            <a:t>metadatos</a:t>
          </a:r>
          <a:r>
            <a:rPr lang="en-US" sz="1400" kern="1200" dirty="0">
              <a:latin typeface="Klavika"/>
            </a:rPr>
            <a:t> </a:t>
          </a:r>
          <a:r>
            <a:rPr lang="en-US" sz="1400" kern="1200" dirty="0" err="1">
              <a:latin typeface="Klavika"/>
            </a:rPr>
            <a:t>asociados</a:t>
          </a:r>
          <a:r>
            <a:rPr lang="en-US" sz="1400" kern="1200" dirty="0">
              <a:latin typeface="Klavika"/>
            </a:rPr>
            <a:t>. Por </a:t>
          </a:r>
          <a:r>
            <a:rPr lang="en-US" sz="1400" kern="1200" dirty="0" err="1">
              <a:latin typeface="Klavika"/>
            </a:rPr>
            <a:t>ejemplo</a:t>
          </a:r>
          <a:r>
            <a:rPr lang="en-US" sz="1400" kern="1200" dirty="0">
              <a:latin typeface="Klavika"/>
            </a:rPr>
            <a:t>, </a:t>
          </a:r>
          <a:r>
            <a:rPr lang="en-US" sz="1400" kern="1200" dirty="0" err="1">
              <a:latin typeface="Klavika"/>
            </a:rPr>
            <a:t>el</a:t>
          </a:r>
          <a:r>
            <a:rPr lang="en-US" sz="1400" kern="1200" dirty="0">
              <a:latin typeface="Klavika"/>
            </a:rPr>
            <a:t> </a:t>
          </a:r>
          <a:r>
            <a:rPr lang="en-US" sz="1400" kern="1200" dirty="0" err="1">
              <a:latin typeface="Klavika"/>
            </a:rPr>
            <a:t>nodo</a:t>
          </a:r>
          <a:r>
            <a:rPr lang="en-US" sz="1400" kern="1200" dirty="0">
              <a:latin typeface="Klavika"/>
            </a:rPr>
            <a:t> que </a:t>
          </a:r>
          <a:r>
            <a:rPr lang="en-US" sz="1400" kern="1200" dirty="0" err="1">
              <a:latin typeface="Klavika"/>
            </a:rPr>
            <a:t>corresponde</a:t>
          </a:r>
          <a:r>
            <a:rPr lang="en-US" sz="1400" kern="1200" dirty="0">
              <a:latin typeface="Klavika"/>
            </a:rPr>
            <a:t> a </a:t>
          </a:r>
          <a:r>
            <a:rPr lang="en-US" sz="1400" kern="1200" dirty="0" err="1">
              <a:latin typeface="Klavika"/>
            </a:rPr>
            <a:t>mí</a:t>
          </a:r>
          <a:r>
            <a:rPr lang="en-US" sz="1400" kern="1200" dirty="0">
              <a:latin typeface="Klavika"/>
            </a:rPr>
            <a:t> </a:t>
          </a:r>
          <a:r>
            <a:rPr lang="en-US" sz="1400" kern="1200" dirty="0" err="1">
              <a:latin typeface="Klavika"/>
            </a:rPr>
            <a:t>tendría</a:t>
          </a:r>
          <a:r>
            <a:rPr lang="en-US" sz="1400" kern="1200" dirty="0">
              <a:latin typeface="Klavika"/>
            </a:rPr>
            <a:t> mi </a:t>
          </a:r>
          <a:r>
            <a:rPr lang="en-US" sz="1400" kern="1200" dirty="0" err="1">
              <a:latin typeface="Klavika"/>
            </a:rPr>
            <a:t>nombre</a:t>
          </a:r>
          <a:r>
            <a:rPr lang="en-US" sz="1400" kern="1200" dirty="0">
              <a:latin typeface="Klavika"/>
            </a:rPr>
            <a:t>, mi </a:t>
          </a:r>
          <a:r>
            <a:rPr lang="en-US" sz="1400" kern="1200" dirty="0" err="1">
              <a:latin typeface="Klavika"/>
            </a:rPr>
            <a:t>fecha</a:t>
          </a:r>
          <a:r>
            <a:rPr lang="en-US" sz="1400" kern="1200" dirty="0">
              <a:latin typeface="Klavika"/>
            </a:rPr>
            <a:t> de </a:t>
          </a:r>
          <a:r>
            <a:rPr lang="en-US" sz="1400" kern="1200" dirty="0" err="1">
              <a:latin typeface="Klavika"/>
            </a:rPr>
            <a:t>nacimiento</a:t>
          </a:r>
          <a:r>
            <a:rPr lang="en-US" sz="1400" kern="1200" dirty="0">
              <a:latin typeface="Klavika"/>
            </a:rPr>
            <a:t>, etc., y </a:t>
          </a:r>
          <a:r>
            <a:rPr lang="en-US" sz="1400" kern="1200" dirty="0" err="1">
              <a:latin typeface="Klavika"/>
            </a:rPr>
            <a:t>el</a:t>
          </a:r>
          <a:r>
            <a:rPr lang="en-US" sz="1400" kern="1200" dirty="0">
              <a:latin typeface="Klavika"/>
            </a:rPr>
            <a:t> </a:t>
          </a:r>
          <a:r>
            <a:rPr lang="en-US" sz="1400" kern="1200" dirty="0" err="1">
              <a:latin typeface="Klavika"/>
            </a:rPr>
            <a:t>nodo</a:t>
          </a:r>
          <a:r>
            <a:rPr lang="en-US" sz="1400" kern="1200" dirty="0">
              <a:latin typeface="Klavika"/>
            </a:rPr>
            <a:t> que </a:t>
          </a:r>
          <a:r>
            <a:rPr lang="en-US" sz="1400" kern="1200" dirty="0" err="1">
              <a:latin typeface="Klavika"/>
            </a:rPr>
            <a:t>corresponde</a:t>
          </a:r>
          <a:r>
            <a:rPr lang="en-US" sz="1400" kern="1200" dirty="0">
              <a:latin typeface="Klavika"/>
            </a:rPr>
            <a:t> a la </a:t>
          </a:r>
          <a:r>
            <a:rPr lang="en-US" sz="1400" kern="1200" dirty="0" err="1">
              <a:latin typeface="Klavika"/>
            </a:rPr>
            <a:t>página</a:t>
          </a:r>
          <a:r>
            <a:rPr lang="en-US" sz="1400" kern="1200" dirty="0">
              <a:latin typeface="Klavika"/>
            </a:rPr>
            <a:t> </a:t>
          </a:r>
          <a:r>
            <a:rPr lang="en-US" sz="1400" kern="1200" dirty="0" err="1">
              <a:latin typeface="Klavika"/>
            </a:rPr>
            <a:t>Breville</a:t>
          </a:r>
          <a:r>
            <a:rPr lang="en-US" sz="1400" kern="1200" dirty="0">
              <a:latin typeface="Klavika"/>
            </a:rPr>
            <a:t> </a:t>
          </a:r>
          <a:r>
            <a:rPr lang="en-US" sz="1400" kern="1200" dirty="0" err="1">
              <a:latin typeface="Klavika"/>
            </a:rPr>
            <a:t>tendría</a:t>
          </a:r>
          <a:r>
            <a:rPr lang="en-US" sz="1400" kern="1200" dirty="0">
              <a:latin typeface="Klavika"/>
            </a:rPr>
            <a:t> </a:t>
          </a:r>
          <a:r>
            <a:rPr lang="en-US" sz="1400" kern="1200" dirty="0" err="1">
              <a:latin typeface="Klavika"/>
            </a:rPr>
            <a:t>su</a:t>
          </a:r>
          <a:r>
            <a:rPr lang="en-US" sz="1400" kern="1200" dirty="0">
              <a:latin typeface="Klavika"/>
            </a:rPr>
            <a:t> </a:t>
          </a:r>
          <a:r>
            <a:rPr lang="en-US" sz="1400" kern="1200" dirty="0" err="1">
              <a:latin typeface="Klavika"/>
            </a:rPr>
            <a:t>título</a:t>
          </a:r>
          <a:r>
            <a:rPr lang="en-US" sz="1400" kern="1200" dirty="0">
              <a:latin typeface="Klavika"/>
            </a:rPr>
            <a:t> y </a:t>
          </a:r>
          <a:r>
            <a:rPr lang="en-US" sz="1400" kern="1200" dirty="0" err="1">
              <a:latin typeface="Klavika"/>
            </a:rPr>
            <a:t>descripción</a:t>
          </a:r>
          <a:r>
            <a:rPr lang="en-US" sz="1400" kern="1200" dirty="0">
              <a:latin typeface="Klavika"/>
            </a:rPr>
            <a:t> </a:t>
          </a:r>
          <a:r>
            <a:rPr lang="en-US" sz="1400" kern="1200" dirty="0" err="1">
              <a:latin typeface="Klavika"/>
            </a:rPr>
            <a:t>como</a:t>
          </a:r>
          <a:r>
            <a:rPr lang="en-US" sz="1400" kern="1200" dirty="0">
              <a:latin typeface="Klavika"/>
            </a:rPr>
            <a:t> </a:t>
          </a:r>
          <a:r>
            <a:rPr lang="en-US" sz="1400" kern="1200" dirty="0" err="1">
              <a:latin typeface="Klavika"/>
            </a:rPr>
            <a:t>metadatos</a:t>
          </a:r>
          <a:r>
            <a:rPr lang="en-US" sz="1400" kern="1200" dirty="0">
              <a:latin typeface="Klavika"/>
            </a:rPr>
            <a:t>. </a:t>
          </a:r>
        </a:p>
      </dsp:txBody>
      <dsp:txXfrm>
        <a:off x="7470105" y="1799960"/>
        <a:ext cx="1589062" cy="2334027"/>
      </dsp:txXfrm>
    </dsp:sp>
    <dsp:sp modelId="{77F913F9-1BD1-4165-8C22-0EF321F7EF92}">
      <dsp:nvSpPr>
        <dsp:cNvPr id="0" name=""/>
        <dsp:cNvSpPr/>
      </dsp:nvSpPr>
      <dsp:spPr>
        <a:xfrm>
          <a:off x="9774246" y="546772"/>
          <a:ext cx="715078" cy="715078"/>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E3C4F5-6CF9-47EB-8F0F-EBDEBB928888}">
      <dsp:nvSpPr>
        <dsp:cNvPr id="0" name=""/>
        <dsp:cNvSpPr/>
      </dsp:nvSpPr>
      <dsp:spPr>
        <a:xfrm>
          <a:off x="9337254" y="1799960"/>
          <a:ext cx="1589062" cy="233402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en-US" sz="1400" kern="1200" dirty="0">
              <a:latin typeface="Klavika"/>
            </a:rPr>
            <a:t>Los </a:t>
          </a:r>
          <a:r>
            <a:rPr lang="en-US" sz="1400" kern="1200" dirty="0" err="1">
              <a:latin typeface="Klavika"/>
            </a:rPr>
            <a:t>nodos</a:t>
          </a:r>
          <a:r>
            <a:rPr lang="en-US" sz="1400" kern="1200" dirty="0">
              <a:latin typeface="Klavika"/>
            </a:rPr>
            <a:t> </a:t>
          </a:r>
          <a:r>
            <a:rPr lang="en-US" sz="1400" kern="1200" dirty="0" err="1">
              <a:latin typeface="Klavika"/>
            </a:rPr>
            <a:t>en</a:t>
          </a:r>
          <a:r>
            <a:rPr lang="en-US" sz="1400" kern="1200" dirty="0">
              <a:latin typeface="Klavika"/>
            </a:rPr>
            <a:t> </a:t>
          </a:r>
          <a:r>
            <a:rPr lang="en-US" sz="1400" kern="1200" dirty="0" err="1">
              <a:latin typeface="Klavika"/>
            </a:rPr>
            <a:t>el</a:t>
          </a:r>
          <a:r>
            <a:rPr lang="en-US" sz="1400" kern="1200" dirty="0">
              <a:latin typeface="Klavika"/>
            </a:rPr>
            <a:t> </a:t>
          </a:r>
          <a:r>
            <a:rPr lang="en-US" sz="1400" kern="1200" dirty="0" err="1">
              <a:latin typeface="Klavika"/>
            </a:rPr>
            <a:t>grafo</a:t>
          </a:r>
          <a:r>
            <a:rPr lang="en-US" sz="1400" kern="1200" dirty="0">
              <a:latin typeface="Klavika"/>
            </a:rPr>
            <a:t> se </a:t>
          </a:r>
          <a:r>
            <a:rPr lang="en-US" sz="1400" kern="1200" dirty="0" err="1">
              <a:latin typeface="Klavika"/>
            </a:rPr>
            <a:t>identifican</a:t>
          </a:r>
          <a:r>
            <a:rPr lang="en-US" sz="1400" kern="1200" dirty="0">
              <a:latin typeface="Klavika"/>
            </a:rPr>
            <a:t> </a:t>
          </a:r>
          <a:r>
            <a:rPr lang="en-US" sz="1400" kern="1200" dirty="0" err="1">
              <a:latin typeface="Klavika"/>
            </a:rPr>
            <a:t>mediante</a:t>
          </a:r>
          <a:r>
            <a:rPr lang="en-US" sz="1400" kern="1200" dirty="0">
              <a:latin typeface="Klavika"/>
            </a:rPr>
            <a:t> un </a:t>
          </a:r>
          <a:r>
            <a:rPr lang="en-US" sz="1400" kern="1200" dirty="0" err="1">
              <a:latin typeface="Klavika"/>
            </a:rPr>
            <a:t>número</a:t>
          </a:r>
          <a:r>
            <a:rPr lang="en-US" sz="1400" kern="1200" dirty="0">
              <a:latin typeface="Klavika"/>
            </a:rPr>
            <a:t> </a:t>
          </a:r>
          <a:r>
            <a:rPr lang="en-US" sz="1400" kern="1200" dirty="0" err="1">
              <a:latin typeface="Klavika"/>
            </a:rPr>
            <a:t>único</a:t>
          </a:r>
          <a:r>
            <a:rPr lang="en-US" sz="1400" kern="1200" dirty="0">
              <a:latin typeface="Klavika"/>
            </a:rPr>
            <a:t> </a:t>
          </a:r>
          <a:r>
            <a:rPr lang="en-US" sz="1400" kern="1200" dirty="0" err="1">
              <a:latin typeface="Klavika"/>
            </a:rPr>
            <a:t>llamado</a:t>
          </a:r>
          <a:r>
            <a:rPr lang="en-US" sz="1400" kern="1200" dirty="0">
              <a:latin typeface="Klavika"/>
            </a:rPr>
            <a:t> "</a:t>
          </a:r>
          <a:r>
            <a:rPr lang="en-US" sz="1400" kern="1200" dirty="0" err="1">
              <a:latin typeface="Klavika"/>
            </a:rPr>
            <a:t>fbid</a:t>
          </a:r>
          <a:r>
            <a:rPr lang="en-US" sz="1400" kern="1200" dirty="0">
              <a:latin typeface="Klavika"/>
            </a:rPr>
            <a:t>" (</a:t>
          </a:r>
          <a:r>
            <a:rPr lang="en-US" sz="1400" kern="1200" dirty="0" err="1">
              <a:latin typeface="Klavika"/>
            </a:rPr>
            <a:t>identificador</a:t>
          </a:r>
          <a:r>
            <a:rPr lang="en-US" sz="1400" kern="1200" dirty="0">
              <a:latin typeface="Klavika"/>
            </a:rPr>
            <a:t> de Facebook).</a:t>
          </a:r>
        </a:p>
      </dsp:txBody>
      <dsp:txXfrm>
        <a:off x="9337254" y="1799960"/>
        <a:ext cx="1589062" cy="2334027"/>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E64EC-018F-A9AC-7785-5DB9D4CA91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R"/>
          </a:p>
        </p:txBody>
      </p:sp>
      <p:sp>
        <p:nvSpPr>
          <p:cNvPr id="3" name="Subtitle 2">
            <a:extLst>
              <a:ext uri="{FF2B5EF4-FFF2-40B4-BE49-F238E27FC236}">
                <a16:creationId xmlns:a16="http://schemas.microsoft.com/office/drawing/2014/main" id="{EF29B0FB-E18B-D01B-6D75-40A40B4373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R"/>
          </a:p>
        </p:txBody>
      </p:sp>
      <p:sp>
        <p:nvSpPr>
          <p:cNvPr id="4" name="Date Placeholder 3">
            <a:extLst>
              <a:ext uri="{FF2B5EF4-FFF2-40B4-BE49-F238E27FC236}">
                <a16:creationId xmlns:a16="http://schemas.microsoft.com/office/drawing/2014/main" id="{17918273-EDE0-6C42-D500-E20107C75E68}"/>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5" name="Footer Placeholder 4">
            <a:extLst>
              <a:ext uri="{FF2B5EF4-FFF2-40B4-BE49-F238E27FC236}">
                <a16:creationId xmlns:a16="http://schemas.microsoft.com/office/drawing/2014/main" id="{39AF92DB-6138-C2F3-D909-5E7EC6A34255}"/>
              </a:ext>
            </a:extLst>
          </p:cNvPr>
          <p:cNvSpPr>
            <a:spLocks noGrp="1"/>
          </p:cNvSpPr>
          <p:nvPr>
            <p:ph type="ftr" sz="quarter" idx="11"/>
          </p:nvPr>
        </p:nvSpPr>
        <p:spPr/>
        <p:txBody>
          <a:bodyPr/>
          <a:lstStyle/>
          <a:p>
            <a:endParaRPr lang="en-CR"/>
          </a:p>
        </p:txBody>
      </p:sp>
      <p:sp>
        <p:nvSpPr>
          <p:cNvPr id="6" name="Slide Number Placeholder 5">
            <a:extLst>
              <a:ext uri="{FF2B5EF4-FFF2-40B4-BE49-F238E27FC236}">
                <a16:creationId xmlns:a16="http://schemas.microsoft.com/office/drawing/2014/main" id="{159C77C4-C4D4-5AB2-38C3-4BEEA0C685C5}"/>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1695758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3B29DA-B00E-ADD8-F3D8-F00334AA17A2}"/>
              </a:ext>
            </a:extLst>
          </p:cNvPr>
          <p:cNvSpPr>
            <a:spLocks noGrp="1"/>
          </p:cNvSpPr>
          <p:nvPr>
            <p:ph type="title"/>
          </p:nvPr>
        </p:nvSpPr>
        <p:spPr/>
        <p:txBody>
          <a:bodyPr/>
          <a:lstStyle/>
          <a:p>
            <a:r>
              <a:rPr lang="en-US"/>
              <a:t>Click to edit Master title style</a:t>
            </a:r>
            <a:endParaRPr lang="en-CR"/>
          </a:p>
        </p:txBody>
      </p:sp>
      <p:sp>
        <p:nvSpPr>
          <p:cNvPr id="3" name="Content Placeholder 2">
            <a:extLst>
              <a:ext uri="{FF2B5EF4-FFF2-40B4-BE49-F238E27FC236}">
                <a16:creationId xmlns:a16="http://schemas.microsoft.com/office/drawing/2014/main" id="{E565A282-A1C7-128A-D855-5004C765644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4" name="Date Placeholder 3">
            <a:extLst>
              <a:ext uri="{FF2B5EF4-FFF2-40B4-BE49-F238E27FC236}">
                <a16:creationId xmlns:a16="http://schemas.microsoft.com/office/drawing/2014/main" id="{51CF7754-768D-A279-A783-561DB8AA937B}"/>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5" name="Footer Placeholder 4">
            <a:extLst>
              <a:ext uri="{FF2B5EF4-FFF2-40B4-BE49-F238E27FC236}">
                <a16:creationId xmlns:a16="http://schemas.microsoft.com/office/drawing/2014/main" id="{31E1741B-E6CE-7B16-2DD3-C7C511255B4A}"/>
              </a:ext>
            </a:extLst>
          </p:cNvPr>
          <p:cNvSpPr>
            <a:spLocks noGrp="1"/>
          </p:cNvSpPr>
          <p:nvPr>
            <p:ph type="ftr" sz="quarter" idx="11"/>
          </p:nvPr>
        </p:nvSpPr>
        <p:spPr/>
        <p:txBody>
          <a:bodyPr/>
          <a:lstStyle/>
          <a:p>
            <a:endParaRPr lang="en-CR"/>
          </a:p>
        </p:txBody>
      </p:sp>
      <p:sp>
        <p:nvSpPr>
          <p:cNvPr id="6" name="Slide Number Placeholder 5">
            <a:extLst>
              <a:ext uri="{FF2B5EF4-FFF2-40B4-BE49-F238E27FC236}">
                <a16:creationId xmlns:a16="http://schemas.microsoft.com/office/drawing/2014/main" id="{57B70C0B-E49A-7F06-2553-67912BB9A407}"/>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38308117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F1577-DC4F-7459-9B90-4C797DA4099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R"/>
          </a:p>
        </p:txBody>
      </p:sp>
      <p:sp>
        <p:nvSpPr>
          <p:cNvPr id="3" name="Text Placeholder 2">
            <a:extLst>
              <a:ext uri="{FF2B5EF4-FFF2-40B4-BE49-F238E27FC236}">
                <a16:creationId xmlns:a16="http://schemas.microsoft.com/office/drawing/2014/main" id="{1729C0D2-8A76-54EE-CA4F-03D330CE1E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5FBD2B-40F4-388B-8140-D4DC1F408C37}"/>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5" name="Footer Placeholder 4">
            <a:extLst>
              <a:ext uri="{FF2B5EF4-FFF2-40B4-BE49-F238E27FC236}">
                <a16:creationId xmlns:a16="http://schemas.microsoft.com/office/drawing/2014/main" id="{AB36974F-6F39-EA14-C236-4BD1A21C5288}"/>
              </a:ext>
            </a:extLst>
          </p:cNvPr>
          <p:cNvSpPr>
            <a:spLocks noGrp="1"/>
          </p:cNvSpPr>
          <p:nvPr>
            <p:ph type="ftr" sz="quarter" idx="11"/>
          </p:nvPr>
        </p:nvSpPr>
        <p:spPr/>
        <p:txBody>
          <a:bodyPr/>
          <a:lstStyle/>
          <a:p>
            <a:endParaRPr lang="en-CR"/>
          </a:p>
        </p:txBody>
      </p:sp>
      <p:sp>
        <p:nvSpPr>
          <p:cNvPr id="6" name="Slide Number Placeholder 5">
            <a:extLst>
              <a:ext uri="{FF2B5EF4-FFF2-40B4-BE49-F238E27FC236}">
                <a16:creationId xmlns:a16="http://schemas.microsoft.com/office/drawing/2014/main" id="{EF6AE94E-9D40-CAE3-EC50-040964F4362F}"/>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29200350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D23A-5A8F-CA8F-13D2-A80ADB39666F}"/>
              </a:ext>
            </a:extLst>
          </p:cNvPr>
          <p:cNvSpPr>
            <a:spLocks noGrp="1"/>
          </p:cNvSpPr>
          <p:nvPr>
            <p:ph type="title"/>
          </p:nvPr>
        </p:nvSpPr>
        <p:spPr/>
        <p:txBody>
          <a:bodyPr/>
          <a:lstStyle/>
          <a:p>
            <a:r>
              <a:rPr lang="en-US"/>
              <a:t>Click to edit Master title style</a:t>
            </a:r>
            <a:endParaRPr lang="en-CR"/>
          </a:p>
        </p:txBody>
      </p:sp>
      <p:sp>
        <p:nvSpPr>
          <p:cNvPr id="3" name="Content Placeholder 2">
            <a:extLst>
              <a:ext uri="{FF2B5EF4-FFF2-40B4-BE49-F238E27FC236}">
                <a16:creationId xmlns:a16="http://schemas.microsoft.com/office/drawing/2014/main" id="{C923399D-D42E-7FC3-CDB1-29DA16E0111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4" name="Content Placeholder 3">
            <a:extLst>
              <a:ext uri="{FF2B5EF4-FFF2-40B4-BE49-F238E27FC236}">
                <a16:creationId xmlns:a16="http://schemas.microsoft.com/office/drawing/2014/main" id="{7F27142C-5045-BE97-F794-D88CF0D846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5" name="Date Placeholder 4">
            <a:extLst>
              <a:ext uri="{FF2B5EF4-FFF2-40B4-BE49-F238E27FC236}">
                <a16:creationId xmlns:a16="http://schemas.microsoft.com/office/drawing/2014/main" id="{E02E2849-D945-A9BB-EF4C-4ABEC28EFE08}"/>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6" name="Footer Placeholder 5">
            <a:extLst>
              <a:ext uri="{FF2B5EF4-FFF2-40B4-BE49-F238E27FC236}">
                <a16:creationId xmlns:a16="http://schemas.microsoft.com/office/drawing/2014/main" id="{6C3F650C-3A7C-6847-856C-617B021F7992}"/>
              </a:ext>
            </a:extLst>
          </p:cNvPr>
          <p:cNvSpPr>
            <a:spLocks noGrp="1"/>
          </p:cNvSpPr>
          <p:nvPr>
            <p:ph type="ftr" sz="quarter" idx="11"/>
          </p:nvPr>
        </p:nvSpPr>
        <p:spPr/>
        <p:txBody>
          <a:bodyPr/>
          <a:lstStyle/>
          <a:p>
            <a:endParaRPr lang="en-CR"/>
          </a:p>
        </p:txBody>
      </p:sp>
      <p:sp>
        <p:nvSpPr>
          <p:cNvPr id="7" name="Slide Number Placeholder 6">
            <a:extLst>
              <a:ext uri="{FF2B5EF4-FFF2-40B4-BE49-F238E27FC236}">
                <a16:creationId xmlns:a16="http://schemas.microsoft.com/office/drawing/2014/main" id="{62C56F8C-6B36-3D12-CE22-6F854B0FB3E5}"/>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4257501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3514A-764E-3716-C568-59105C8E75D3}"/>
              </a:ext>
            </a:extLst>
          </p:cNvPr>
          <p:cNvSpPr>
            <a:spLocks noGrp="1"/>
          </p:cNvSpPr>
          <p:nvPr>
            <p:ph type="title"/>
          </p:nvPr>
        </p:nvSpPr>
        <p:spPr>
          <a:xfrm>
            <a:off x="839788" y="365125"/>
            <a:ext cx="10515600" cy="1325563"/>
          </a:xfrm>
        </p:spPr>
        <p:txBody>
          <a:bodyPr/>
          <a:lstStyle/>
          <a:p>
            <a:r>
              <a:rPr lang="en-US"/>
              <a:t>Click to edit Master title style</a:t>
            </a:r>
            <a:endParaRPr lang="en-CR"/>
          </a:p>
        </p:txBody>
      </p:sp>
      <p:sp>
        <p:nvSpPr>
          <p:cNvPr id="3" name="Text Placeholder 2">
            <a:extLst>
              <a:ext uri="{FF2B5EF4-FFF2-40B4-BE49-F238E27FC236}">
                <a16:creationId xmlns:a16="http://schemas.microsoft.com/office/drawing/2014/main" id="{283B21F2-189D-85C4-B13F-1D09417742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F11F4DF-EF01-F2B6-FB1D-9D571A49A3F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5" name="Text Placeholder 4">
            <a:extLst>
              <a:ext uri="{FF2B5EF4-FFF2-40B4-BE49-F238E27FC236}">
                <a16:creationId xmlns:a16="http://schemas.microsoft.com/office/drawing/2014/main" id="{9094A64E-A38C-2559-4306-E6DC0654E2B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596428-0E74-225C-1082-6928651448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7" name="Date Placeholder 6">
            <a:extLst>
              <a:ext uri="{FF2B5EF4-FFF2-40B4-BE49-F238E27FC236}">
                <a16:creationId xmlns:a16="http://schemas.microsoft.com/office/drawing/2014/main" id="{B434D54A-9EEA-794A-A1F7-14DA0A4D58B5}"/>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8" name="Footer Placeholder 7">
            <a:extLst>
              <a:ext uri="{FF2B5EF4-FFF2-40B4-BE49-F238E27FC236}">
                <a16:creationId xmlns:a16="http://schemas.microsoft.com/office/drawing/2014/main" id="{FA17AFF1-BE16-2704-C15B-35BB386F617E}"/>
              </a:ext>
            </a:extLst>
          </p:cNvPr>
          <p:cNvSpPr>
            <a:spLocks noGrp="1"/>
          </p:cNvSpPr>
          <p:nvPr>
            <p:ph type="ftr" sz="quarter" idx="11"/>
          </p:nvPr>
        </p:nvSpPr>
        <p:spPr/>
        <p:txBody>
          <a:bodyPr/>
          <a:lstStyle/>
          <a:p>
            <a:endParaRPr lang="en-CR"/>
          </a:p>
        </p:txBody>
      </p:sp>
      <p:sp>
        <p:nvSpPr>
          <p:cNvPr id="9" name="Slide Number Placeholder 8">
            <a:extLst>
              <a:ext uri="{FF2B5EF4-FFF2-40B4-BE49-F238E27FC236}">
                <a16:creationId xmlns:a16="http://schemas.microsoft.com/office/drawing/2014/main" id="{A3A20417-5C35-6E72-3C1C-1183917AD0AA}"/>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648127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E626E-7F04-96F0-28CD-0C30F3D2BEB2}"/>
              </a:ext>
            </a:extLst>
          </p:cNvPr>
          <p:cNvSpPr>
            <a:spLocks noGrp="1"/>
          </p:cNvSpPr>
          <p:nvPr>
            <p:ph type="title"/>
          </p:nvPr>
        </p:nvSpPr>
        <p:spPr/>
        <p:txBody>
          <a:bodyPr/>
          <a:lstStyle/>
          <a:p>
            <a:r>
              <a:rPr lang="en-US"/>
              <a:t>Click to edit Master title style</a:t>
            </a:r>
            <a:endParaRPr lang="en-CR"/>
          </a:p>
        </p:txBody>
      </p:sp>
      <p:sp>
        <p:nvSpPr>
          <p:cNvPr id="3" name="Date Placeholder 2">
            <a:extLst>
              <a:ext uri="{FF2B5EF4-FFF2-40B4-BE49-F238E27FC236}">
                <a16:creationId xmlns:a16="http://schemas.microsoft.com/office/drawing/2014/main" id="{D0ABF6A2-62A7-51DF-6464-273EB1551C0C}"/>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4" name="Footer Placeholder 3">
            <a:extLst>
              <a:ext uri="{FF2B5EF4-FFF2-40B4-BE49-F238E27FC236}">
                <a16:creationId xmlns:a16="http://schemas.microsoft.com/office/drawing/2014/main" id="{364B6611-682E-C876-6A31-50629F456ABB}"/>
              </a:ext>
            </a:extLst>
          </p:cNvPr>
          <p:cNvSpPr>
            <a:spLocks noGrp="1"/>
          </p:cNvSpPr>
          <p:nvPr>
            <p:ph type="ftr" sz="quarter" idx="11"/>
          </p:nvPr>
        </p:nvSpPr>
        <p:spPr/>
        <p:txBody>
          <a:bodyPr/>
          <a:lstStyle/>
          <a:p>
            <a:endParaRPr lang="en-CR"/>
          </a:p>
        </p:txBody>
      </p:sp>
      <p:sp>
        <p:nvSpPr>
          <p:cNvPr id="5" name="Slide Number Placeholder 4">
            <a:extLst>
              <a:ext uri="{FF2B5EF4-FFF2-40B4-BE49-F238E27FC236}">
                <a16:creationId xmlns:a16="http://schemas.microsoft.com/office/drawing/2014/main" id="{42E5B33E-3608-163A-6C29-541422136DB0}"/>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1376641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7492E-65A3-FCBA-F7D6-59EEAD22177A}"/>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3" name="Footer Placeholder 2">
            <a:extLst>
              <a:ext uri="{FF2B5EF4-FFF2-40B4-BE49-F238E27FC236}">
                <a16:creationId xmlns:a16="http://schemas.microsoft.com/office/drawing/2014/main" id="{157696D6-065C-5FE0-6074-C8642111D34D}"/>
              </a:ext>
            </a:extLst>
          </p:cNvPr>
          <p:cNvSpPr>
            <a:spLocks noGrp="1"/>
          </p:cNvSpPr>
          <p:nvPr>
            <p:ph type="ftr" sz="quarter" idx="11"/>
          </p:nvPr>
        </p:nvSpPr>
        <p:spPr/>
        <p:txBody>
          <a:bodyPr/>
          <a:lstStyle/>
          <a:p>
            <a:endParaRPr lang="en-CR"/>
          </a:p>
        </p:txBody>
      </p:sp>
      <p:sp>
        <p:nvSpPr>
          <p:cNvPr id="4" name="Slide Number Placeholder 3">
            <a:extLst>
              <a:ext uri="{FF2B5EF4-FFF2-40B4-BE49-F238E27FC236}">
                <a16:creationId xmlns:a16="http://schemas.microsoft.com/office/drawing/2014/main" id="{0165D6DA-8D02-62FD-09B2-D13E546B883E}"/>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539581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B7D8E-BB26-FFA7-71ED-949A45ADDD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R"/>
          </a:p>
        </p:txBody>
      </p:sp>
      <p:sp>
        <p:nvSpPr>
          <p:cNvPr id="3" name="Content Placeholder 2">
            <a:extLst>
              <a:ext uri="{FF2B5EF4-FFF2-40B4-BE49-F238E27FC236}">
                <a16:creationId xmlns:a16="http://schemas.microsoft.com/office/drawing/2014/main" id="{8F46B3E6-6F53-F14A-56A1-86BA71C131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4" name="Text Placeholder 3">
            <a:extLst>
              <a:ext uri="{FF2B5EF4-FFF2-40B4-BE49-F238E27FC236}">
                <a16:creationId xmlns:a16="http://schemas.microsoft.com/office/drawing/2014/main" id="{837DADD6-E90D-5F0E-A63B-3E534AF1DC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D37B79F-6F43-6DDD-A6E8-0992435F2F65}"/>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6" name="Footer Placeholder 5">
            <a:extLst>
              <a:ext uri="{FF2B5EF4-FFF2-40B4-BE49-F238E27FC236}">
                <a16:creationId xmlns:a16="http://schemas.microsoft.com/office/drawing/2014/main" id="{B1682011-1966-FFD5-9F36-5340F5EBE8DD}"/>
              </a:ext>
            </a:extLst>
          </p:cNvPr>
          <p:cNvSpPr>
            <a:spLocks noGrp="1"/>
          </p:cNvSpPr>
          <p:nvPr>
            <p:ph type="ftr" sz="quarter" idx="11"/>
          </p:nvPr>
        </p:nvSpPr>
        <p:spPr/>
        <p:txBody>
          <a:bodyPr/>
          <a:lstStyle/>
          <a:p>
            <a:endParaRPr lang="en-CR"/>
          </a:p>
        </p:txBody>
      </p:sp>
      <p:sp>
        <p:nvSpPr>
          <p:cNvPr id="7" name="Slide Number Placeholder 6">
            <a:extLst>
              <a:ext uri="{FF2B5EF4-FFF2-40B4-BE49-F238E27FC236}">
                <a16:creationId xmlns:a16="http://schemas.microsoft.com/office/drawing/2014/main" id="{4E6DE7C4-1B29-7DD6-4FBF-85409198CBB3}"/>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609314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48B33-1A0D-C0BE-C21B-9BBEF212AB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R"/>
          </a:p>
        </p:txBody>
      </p:sp>
      <p:sp>
        <p:nvSpPr>
          <p:cNvPr id="3" name="Picture Placeholder 2">
            <a:extLst>
              <a:ext uri="{FF2B5EF4-FFF2-40B4-BE49-F238E27FC236}">
                <a16:creationId xmlns:a16="http://schemas.microsoft.com/office/drawing/2014/main" id="{6FA581F4-8213-6F1F-1DC3-C124D59BE7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R"/>
          </a:p>
        </p:txBody>
      </p:sp>
      <p:sp>
        <p:nvSpPr>
          <p:cNvPr id="4" name="Text Placeholder 3">
            <a:extLst>
              <a:ext uri="{FF2B5EF4-FFF2-40B4-BE49-F238E27FC236}">
                <a16:creationId xmlns:a16="http://schemas.microsoft.com/office/drawing/2014/main" id="{E3A52083-A454-A07A-BB48-F2E2F33F3F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B2E0B9-6E9C-C1D4-EBDC-492388468566}"/>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6" name="Footer Placeholder 5">
            <a:extLst>
              <a:ext uri="{FF2B5EF4-FFF2-40B4-BE49-F238E27FC236}">
                <a16:creationId xmlns:a16="http://schemas.microsoft.com/office/drawing/2014/main" id="{011EED7E-3761-85DE-CE5A-951A63A54670}"/>
              </a:ext>
            </a:extLst>
          </p:cNvPr>
          <p:cNvSpPr>
            <a:spLocks noGrp="1"/>
          </p:cNvSpPr>
          <p:nvPr>
            <p:ph type="ftr" sz="quarter" idx="11"/>
          </p:nvPr>
        </p:nvSpPr>
        <p:spPr/>
        <p:txBody>
          <a:bodyPr/>
          <a:lstStyle/>
          <a:p>
            <a:endParaRPr lang="en-CR"/>
          </a:p>
        </p:txBody>
      </p:sp>
      <p:sp>
        <p:nvSpPr>
          <p:cNvPr id="7" name="Slide Number Placeholder 6">
            <a:extLst>
              <a:ext uri="{FF2B5EF4-FFF2-40B4-BE49-F238E27FC236}">
                <a16:creationId xmlns:a16="http://schemas.microsoft.com/office/drawing/2014/main" id="{EFCE0F70-B534-EC59-0F89-177A70B38270}"/>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1617582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59620-61A3-CC78-09E4-DDF5C29262E3}"/>
              </a:ext>
            </a:extLst>
          </p:cNvPr>
          <p:cNvSpPr>
            <a:spLocks noGrp="1"/>
          </p:cNvSpPr>
          <p:nvPr>
            <p:ph type="title"/>
          </p:nvPr>
        </p:nvSpPr>
        <p:spPr/>
        <p:txBody>
          <a:bodyPr/>
          <a:lstStyle/>
          <a:p>
            <a:r>
              <a:rPr lang="en-US"/>
              <a:t>Click to edit Master title style</a:t>
            </a:r>
            <a:endParaRPr lang="en-CR"/>
          </a:p>
        </p:txBody>
      </p:sp>
      <p:sp>
        <p:nvSpPr>
          <p:cNvPr id="3" name="Vertical Text Placeholder 2">
            <a:extLst>
              <a:ext uri="{FF2B5EF4-FFF2-40B4-BE49-F238E27FC236}">
                <a16:creationId xmlns:a16="http://schemas.microsoft.com/office/drawing/2014/main" id="{1C9A39A9-F696-2F65-F296-54B193F771C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4" name="Date Placeholder 3">
            <a:extLst>
              <a:ext uri="{FF2B5EF4-FFF2-40B4-BE49-F238E27FC236}">
                <a16:creationId xmlns:a16="http://schemas.microsoft.com/office/drawing/2014/main" id="{5AA0A971-9759-B01D-0304-79F48CECE40B}"/>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5" name="Footer Placeholder 4">
            <a:extLst>
              <a:ext uri="{FF2B5EF4-FFF2-40B4-BE49-F238E27FC236}">
                <a16:creationId xmlns:a16="http://schemas.microsoft.com/office/drawing/2014/main" id="{DAA4CA85-F83A-8D14-018A-E973BF8B2E7D}"/>
              </a:ext>
            </a:extLst>
          </p:cNvPr>
          <p:cNvSpPr>
            <a:spLocks noGrp="1"/>
          </p:cNvSpPr>
          <p:nvPr>
            <p:ph type="ftr" sz="quarter" idx="11"/>
          </p:nvPr>
        </p:nvSpPr>
        <p:spPr/>
        <p:txBody>
          <a:bodyPr/>
          <a:lstStyle/>
          <a:p>
            <a:endParaRPr lang="en-CR"/>
          </a:p>
        </p:txBody>
      </p:sp>
      <p:sp>
        <p:nvSpPr>
          <p:cNvPr id="6" name="Slide Number Placeholder 5">
            <a:extLst>
              <a:ext uri="{FF2B5EF4-FFF2-40B4-BE49-F238E27FC236}">
                <a16:creationId xmlns:a16="http://schemas.microsoft.com/office/drawing/2014/main" id="{0A34E116-CD3F-5E2A-7BF6-EE0D368387F3}"/>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35008001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FB38C16-A167-C7C9-AC9A-3E8A2728E83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R"/>
          </a:p>
        </p:txBody>
      </p:sp>
      <p:sp>
        <p:nvSpPr>
          <p:cNvPr id="3" name="Vertical Text Placeholder 2">
            <a:extLst>
              <a:ext uri="{FF2B5EF4-FFF2-40B4-BE49-F238E27FC236}">
                <a16:creationId xmlns:a16="http://schemas.microsoft.com/office/drawing/2014/main" id="{E7F4E47F-6A05-1600-C3C6-2E53765DCD6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4" name="Date Placeholder 3">
            <a:extLst>
              <a:ext uri="{FF2B5EF4-FFF2-40B4-BE49-F238E27FC236}">
                <a16:creationId xmlns:a16="http://schemas.microsoft.com/office/drawing/2014/main" id="{302EA522-A854-47DA-C4C9-C6B2246EF162}"/>
              </a:ext>
            </a:extLst>
          </p:cNvPr>
          <p:cNvSpPr>
            <a:spLocks noGrp="1"/>
          </p:cNvSpPr>
          <p:nvPr>
            <p:ph type="dt" sz="half" idx="10"/>
          </p:nvPr>
        </p:nvSpPr>
        <p:spPr/>
        <p:txBody>
          <a:bodyPr/>
          <a:lstStyle/>
          <a:p>
            <a:fld id="{6AB3FBD5-93E1-3544-B5FC-7BAB6E5007C7}" type="datetimeFigureOut">
              <a:rPr lang="en-CR" smtClean="0"/>
              <a:t>07/13/2023</a:t>
            </a:fld>
            <a:endParaRPr lang="en-CR"/>
          </a:p>
        </p:txBody>
      </p:sp>
      <p:sp>
        <p:nvSpPr>
          <p:cNvPr id="5" name="Footer Placeholder 4">
            <a:extLst>
              <a:ext uri="{FF2B5EF4-FFF2-40B4-BE49-F238E27FC236}">
                <a16:creationId xmlns:a16="http://schemas.microsoft.com/office/drawing/2014/main" id="{358B3FB9-D704-FE4A-4D7E-8CE37E0C00E0}"/>
              </a:ext>
            </a:extLst>
          </p:cNvPr>
          <p:cNvSpPr>
            <a:spLocks noGrp="1"/>
          </p:cNvSpPr>
          <p:nvPr>
            <p:ph type="ftr" sz="quarter" idx="11"/>
          </p:nvPr>
        </p:nvSpPr>
        <p:spPr/>
        <p:txBody>
          <a:bodyPr/>
          <a:lstStyle/>
          <a:p>
            <a:endParaRPr lang="en-CR"/>
          </a:p>
        </p:txBody>
      </p:sp>
      <p:sp>
        <p:nvSpPr>
          <p:cNvPr id="6" name="Slide Number Placeholder 5">
            <a:extLst>
              <a:ext uri="{FF2B5EF4-FFF2-40B4-BE49-F238E27FC236}">
                <a16:creationId xmlns:a16="http://schemas.microsoft.com/office/drawing/2014/main" id="{E9CF1122-324E-8C7F-BFC2-285CA093D3B8}"/>
              </a:ext>
            </a:extLst>
          </p:cNvPr>
          <p:cNvSpPr>
            <a:spLocks noGrp="1"/>
          </p:cNvSpPr>
          <p:nvPr>
            <p:ph type="sldNum" sz="quarter" idx="12"/>
          </p:nvPr>
        </p:nvSpPr>
        <p:spPr/>
        <p:txBody>
          <a:bodyPr/>
          <a:lstStyle/>
          <a:p>
            <a:fld id="{D817ABCC-970A-BF47-BD28-D49DB9AF8C04}" type="slidenum">
              <a:rPr lang="en-CR" smtClean="0"/>
              <a:t>‹Nº›</a:t>
            </a:fld>
            <a:endParaRPr lang="en-CR"/>
          </a:p>
        </p:txBody>
      </p:sp>
    </p:spTree>
    <p:extLst>
      <p:ext uri="{BB962C8B-B14F-4D97-AF65-F5344CB8AC3E}">
        <p14:creationId xmlns:p14="http://schemas.microsoft.com/office/powerpoint/2010/main" val="9618394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6625580-D4D7-A7A6-968A-A38E585DEEB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R"/>
          </a:p>
        </p:txBody>
      </p:sp>
      <p:sp>
        <p:nvSpPr>
          <p:cNvPr id="3" name="Text Placeholder 2">
            <a:extLst>
              <a:ext uri="{FF2B5EF4-FFF2-40B4-BE49-F238E27FC236}">
                <a16:creationId xmlns:a16="http://schemas.microsoft.com/office/drawing/2014/main" id="{E004FC43-47D9-80F9-F9BD-03B371C031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R"/>
          </a:p>
        </p:txBody>
      </p:sp>
      <p:sp>
        <p:nvSpPr>
          <p:cNvPr id="4" name="Date Placeholder 3">
            <a:extLst>
              <a:ext uri="{FF2B5EF4-FFF2-40B4-BE49-F238E27FC236}">
                <a16:creationId xmlns:a16="http://schemas.microsoft.com/office/drawing/2014/main" id="{11F6B7C8-00A9-6505-28AE-3F643CEB7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AB3FBD5-93E1-3544-B5FC-7BAB6E5007C7}" type="datetimeFigureOut">
              <a:rPr lang="en-CR" smtClean="0"/>
              <a:t>07/13/2023</a:t>
            </a:fld>
            <a:endParaRPr lang="en-CR"/>
          </a:p>
        </p:txBody>
      </p:sp>
      <p:sp>
        <p:nvSpPr>
          <p:cNvPr id="5" name="Footer Placeholder 4">
            <a:extLst>
              <a:ext uri="{FF2B5EF4-FFF2-40B4-BE49-F238E27FC236}">
                <a16:creationId xmlns:a16="http://schemas.microsoft.com/office/drawing/2014/main" id="{463847EC-5D84-3DDD-5C85-167FAECE56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R"/>
          </a:p>
        </p:txBody>
      </p:sp>
      <p:sp>
        <p:nvSpPr>
          <p:cNvPr id="6" name="Slide Number Placeholder 5">
            <a:extLst>
              <a:ext uri="{FF2B5EF4-FFF2-40B4-BE49-F238E27FC236}">
                <a16:creationId xmlns:a16="http://schemas.microsoft.com/office/drawing/2014/main" id="{12F16D2A-6F9C-0793-D19A-763A7A424F7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7ABCC-970A-BF47-BD28-D49DB9AF8C04}" type="slidenum">
              <a:rPr lang="en-CR" smtClean="0"/>
              <a:t>‹Nº›</a:t>
            </a:fld>
            <a:endParaRPr lang="en-CR"/>
          </a:p>
        </p:txBody>
      </p:sp>
    </p:spTree>
    <p:extLst>
      <p:ext uri="{BB962C8B-B14F-4D97-AF65-F5344CB8AC3E}">
        <p14:creationId xmlns:p14="http://schemas.microsoft.com/office/powerpoint/2010/main" val="14070042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C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ixabay.com/en/facebook-box-facebook-like-1334045/"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pixabay.com/pl/vectors/facebook-p%C5%82aski-p%C5%82askie-ikona-2429746/" TargetMode="External"/><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hyperlink" Target="https://pixabay.com/th/facebook-%E0%B8%AA%E0%B8%B7%E0%B9%88%E0%B8%AD%E0%B8%AA%E0%B8%B1%E0%B8%87%E0%B8%84%E0%B8%A1-%E0%B9%84%E0%B8%AD%E0%B8%84%E0%B8%AD%E0%B8%99-%E0%B8%AA%E0%B8%B1%E0%B8%87%E0%B8%84%E0%B8%A1-2048127/" TargetMode="External"/><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https://engineering.fb.com/wp-content/uploads/2013/06/Shard-Image-Update_01-01.jpg" TargetMode="External"/><Relationship Id="rId2" Type="http://schemas.openxmlformats.org/officeDocument/2006/relationships/image" Target="../media/image32.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ingularityhub.com/2015/05/21/what-is-the-metaverse-philip-rosedales-big-dream-for-immersive-virtual-worlds" TargetMode="External"/><Relationship Id="rId2" Type="http://schemas.openxmlformats.org/officeDocument/2006/relationships/image" Target="../media/image33.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box with thumbs up and white crosses&#10;&#10;Description automatically generated">
            <a:extLst>
              <a:ext uri="{FF2B5EF4-FFF2-40B4-BE49-F238E27FC236}">
                <a16:creationId xmlns:a16="http://schemas.microsoft.com/office/drawing/2014/main" id="{DAFA1D31-092A-FD71-411C-FF444FC0B316}"/>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15137" r="9089" b="-2"/>
          <a:stretch/>
        </p:blipFill>
        <p:spPr>
          <a:xfrm>
            <a:off x="3523488" y="10"/>
            <a:ext cx="8668512" cy="6857990"/>
          </a:xfrm>
          <a:prstGeom prst="rect">
            <a:avLst/>
          </a:prstGeom>
        </p:spPr>
      </p:pic>
      <p:sp>
        <p:nvSpPr>
          <p:cNvPr id="39" name="Rectangle 38">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C24DD7F9-46D6-C149-1488-AA836069C47A}"/>
              </a:ext>
            </a:extLst>
          </p:cNvPr>
          <p:cNvSpPr>
            <a:spLocks noGrp="1"/>
          </p:cNvSpPr>
          <p:nvPr>
            <p:ph type="ctrTitle"/>
          </p:nvPr>
        </p:nvSpPr>
        <p:spPr>
          <a:xfrm>
            <a:off x="477981" y="1122363"/>
            <a:ext cx="4023360" cy="3204134"/>
          </a:xfrm>
        </p:spPr>
        <p:txBody>
          <a:bodyPr anchor="b">
            <a:normAutofit/>
          </a:bodyPr>
          <a:lstStyle/>
          <a:p>
            <a:pPr algn="l"/>
            <a:r>
              <a:rPr lang="en-CR" sz="4800" b="1" dirty="0">
                <a:effectLst/>
                <a:latin typeface="Klavika"/>
                <a:ea typeface="Times New Roman" panose="02020603050405020304" pitchFamily="18" charset="0"/>
              </a:rPr>
              <a:t>Estructuras de Facebook</a:t>
            </a:r>
            <a:br>
              <a:rPr lang="en-CR" sz="4800" dirty="0">
                <a:effectLst/>
                <a:latin typeface="Times New Roman" panose="02020603050405020304" pitchFamily="18" charset="0"/>
                <a:ea typeface="Times New Roman" panose="02020603050405020304" pitchFamily="18" charset="0"/>
              </a:rPr>
            </a:br>
            <a:endParaRPr lang="en-CR" sz="4800" dirty="0"/>
          </a:p>
        </p:txBody>
      </p:sp>
      <p:sp>
        <p:nvSpPr>
          <p:cNvPr id="3" name="Subtitle 2">
            <a:extLst>
              <a:ext uri="{FF2B5EF4-FFF2-40B4-BE49-F238E27FC236}">
                <a16:creationId xmlns:a16="http://schemas.microsoft.com/office/drawing/2014/main" id="{0A58F9FA-B281-91BC-A637-5673218D3182}"/>
              </a:ext>
            </a:extLst>
          </p:cNvPr>
          <p:cNvSpPr>
            <a:spLocks noGrp="1"/>
          </p:cNvSpPr>
          <p:nvPr>
            <p:ph type="subTitle" idx="1"/>
          </p:nvPr>
        </p:nvSpPr>
        <p:spPr>
          <a:xfrm>
            <a:off x="477980" y="4872922"/>
            <a:ext cx="4023359" cy="1208141"/>
          </a:xfrm>
        </p:spPr>
        <p:txBody>
          <a:bodyPr>
            <a:normAutofit/>
          </a:bodyPr>
          <a:lstStyle/>
          <a:p>
            <a:pPr algn="l"/>
            <a:endParaRPr lang="en-CR" sz="2000"/>
          </a:p>
        </p:txBody>
      </p:sp>
      <p:sp>
        <p:nvSpPr>
          <p:cNvPr id="41" name="Rectangle 40">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3" name="Rectangle 42">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238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3" name="Rectangle 1032">
            <a:extLst>
              <a:ext uri="{FF2B5EF4-FFF2-40B4-BE49-F238E27FC236}">
                <a16:creationId xmlns:a16="http://schemas.microsoft.com/office/drawing/2014/main" id="{27BDFED6-6E33-4606-AFE2-886ADB1C01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8" name="Picture 4" descr="Facebook: Get the Latest News, Entertainment, and More | The Sun | The Sun">
            <a:extLst>
              <a:ext uri="{FF2B5EF4-FFF2-40B4-BE49-F238E27FC236}">
                <a16:creationId xmlns:a16="http://schemas.microsoft.com/office/drawing/2014/main" id="{A9E45577-287D-F275-743F-59EED2ED66FB}"/>
              </a:ext>
            </a:extLst>
          </p:cNvPr>
          <p:cNvPicPr>
            <a:picLocks noChangeAspect="1" noChangeArrowheads="1"/>
          </p:cNvPicPr>
          <p:nvPr/>
        </p:nvPicPr>
        <p:blipFill rotWithShape="1">
          <a:blip r:embed="rId2">
            <a:alphaModFix/>
            <a:extLst>
              <a:ext uri="{28A0092B-C50C-407E-A947-70E740481C1C}">
                <a14:useLocalDpi xmlns:a14="http://schemas.microsoft.com/office/drawing/2010/main" val="0"/>
              </a:ext>
            </a:extLst>
          </a:blip>
          <a:srcRect r="2410"/>
          <a:stretch/>
        </p:blipFill>
        <p:spPr bwMode="auto">
          <a:xfrm>
            <a:off x="4547937" y="-5"/>
            <a:ext cx="7644062" cy="3681406"/>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Why is Facebook changing its name, and what does meta mean? - ABC News">
            <a:extLst>
              <a:ext uri="{FF2B5EF4-FFF2-40B4-BE49-F238E27FC236}">
                <a16:creationId xmlns:a16="http://schemas.microsoft.com/office/drawing/2014/main" id="{AE47540D-1CBC-3458-22D1-56B3F44F7DC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5926" r="1" b="31626"/>
          <a:stretch/>
        </p:blipFill>
        <p:spPr bwMode="auto">
          <a:xfrm>
            <a:off x="4547938" y="3681409"/>
            <a:ext cx="7644062" cy="3176595"/>
          </a:xfrm>
          <a:prstGeom prst="rect">
            <a:avLst/>
          </a:prstGeom>
          <a:noFill/>
          <a:extLst>
            <a:ext uri="{909E8E84-426E-40DD-AFC4-6F175D3DCCD1}">
              <a14:hiddenFill xmlns:a14="http://schemas.microsoft.com/office/drawing/2010/main">
                <a:solidFill>
                  <a:srgbClr val="FFFFFF"/>
                </a:solidFill>
              </a14:hiddenFill>
            </a:ext>
          </a:extLst>
        </p:spPr>
      </p:pic>
      <p:sp>
        <p:nvSpPr>
          <p:cNvPr id="1035" name="Rectangle 1034">
            <a:extLst>
              <a:ext uri="{FF2B5EF4-FFF2-40B4-BE49-F238E27FC236}">
                <a16:creationId xmlns:a16="http://schemas.microsoft.com/office/drawing/2014/main" id="{890DEF05-784E-4B61-89E4-04C4ECF4E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36000">
                <a:schemeClr val="tx1">
                  <a:lumMod val="95000"/>
                  <a:lumOff val="5000"/>
                </a:schemeClr>
              </a:gs>
              <a:gs pos="81000">
                <a:schemeClr val="tx1">
                  <a:lumMod val="95000"/>
                  <a:lumOff val="5000"/>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436E53-48C8-E2BC-5991-2245353A25A0}"/>
              </a:ext>
            </a:extLst>
          </p:cNvPr>
          <p:cNvSpPr>
            <a:spLocks noGrp="1"/>
          </p:cNvSpPr>
          <p:nvPr>
            <p:ph type="title"/>
          </p:nvPr>
        </p:nvSpPr>
        <p:spPr>
          <a:xfrm>
            <a:off x="838200" y="1115219"/>
            <a:ext cx="5395912" cy="2387600"/>
          </a:xfrm>
        </p:spPr>
        <p:txBody>
          <a:bodyPr vert="horz" lIns="91440" tIns="45720" rIns="91440" bIns="45720" rtlCol="0" anchor="b">
            <a:normAutofit/>
          </a:bodyPr>
          <a:lstStyle/>
          <a:p>
            <a:r>
              <a:rPr lang="en-US" sz="5000" kern="1200" dirty="0">
                <a:solidFill>
                  <a:schemeClr val="bg1"/>
                </a:solidFill>
                <a:latin typeface="Klavika"/>
                <a:cs typeface="Aharoni" panose="020F0502020204030204" pitchFamily="2" charset="-79"/>
              </a:rPr>
              <a:t>¿Qué es Facebook?</a:t>
            </a:r>
          </a:p>
        </p:txBody>
      </p:sp>
      <p:cxnSp>
        <p:nvCxnSpPr>
          <p:cNvPr id="1037" name="Straight Connector 1036">
            <a:extLst>
              <a:ext uri="{FF2B5EF4-FFF2-40B4-BE49-F238E27FC236}">
                <a16:creationId xmlns:a16="http://schemas.microsoft.com/office/drawing/2014/main" id="{C41BAEC7-F7B0-4224-8B18-8F74B7D87F0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3681408"/>
            <a:ext cx="1135379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97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E91DC736-0EF8-4F87-9146-EBF1D2EE4D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descr="A blue square with a white letter f&#10;&#10;Description automatically generated">
            <a:extLst>
              <a:ext uri="{FF2B5EF4-FFF2-40B4-BE49-F238E27FC236}">
                <a16:creationId xmlns:a16="http://schemas.microsoft.com/office/drawing/2014/main" id="{A3177DD9-6195-3A59-2009-8BD35888080D}"/>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17705" r="6043" b="7962"/>
          <a:stretch/>
        </p:blipFill>
        <p:spPr>
          <a:xfrm>
            <a:off x="3523488" y="10"/>
            <a:ext cx="8668512" cy="6857990"/>
          </a:xfrm>
          <a:prstGeom prst="rect">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8900000" scaled="1"/>
          </a:gradFill>
        </p:spPr>
      </p:pic>
      <p:sp>
        <p:nvSpPr>
          <p:cNvPr id="41" name="Rectangle 40">
            <a:extLst>
              <a:ext uri="{FF2B5EF4-FFF2-40B4-BE49-F238E27FC236}">
                <a16:creationId xmlns:a16="http://schemas.microsoft.com/office/drawing/2014/main" id="{097CD68E-23E3-4007-8847-CD0944C4F7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756601" cy="6858000"/>
          </a:xfrm>
          <a:prstGeom prst="rect">
            <a:avLst/>
          </a:prstGeom>
          <a:gradFill>
            <a:gsLst>
              <a:gs pos="58000">
                <a:schemeClr val="bg1"/>
              </a:gs>
              <a:gs pos="35000">
                <a:schemeClr val="bg1">
                  <a:alpha val="79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3CE0EC3-A625-5A40-1FCD-83725E52F409}"/>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sz="3000" dirty="0">
                <a:effectLst/>
                <a:latin typeface="Klavika"/>
              </a:rPr>
              <a:t>Facebook </a:t>
            </a:r>
            <a:r>
              <a:rPr lang="en-US" sz="3000" dirty="0" err="1">
                <a:effectLst/>
                <a:latin typeface="Klavika"/>
              </a:rPr>
              <a:t>utiliza</a:t>
            </a:r>
            <a:r>
              <a:rPr lang="en-US" sz="3000" dirty="0">
                <a:effectLst/>
                <a:latin typeface="Klavika"/>
              </a:rPr>
              <a:t> la </a:t>
            </a:r>
            <a:r>
              <a:rPr lang="en-US" sz="3000" dirty="0" err="1">
                <a:effectLst/>
                <a:latin typeface="Klavika"/>
              </a:rPr>
              <a:t>estructura</a:t>
            </a:r>
            <a:r>
              <a:rPr lang="en-US" sz="3000" dirty="0">
                <a:effectLst/>
                <a:latin typeface="Klavika"/>
              </a:rPr>
              <a:t> de </a:t>
            </a:r>
            <a:r>
              <a:rPr lang="en-US" sz="3000" dirty="0" err="1">
                <a:effectLst/>
                <a:latin typeface="Klavika"/>
              </a:rPr>
              <a:t>datos</a:t>
            </a:r>
            <a:r>
              <a:rPr lang="en-US" sz="3000" dirty="0">
                <a:effectLst/>
                <a:latin typeface="Klavika"/>
              </a:rPr>
              <a:t> de </a:t>
            </a:r>
            <a:r>
              <a:rPr lang="en-US" sz="3000" dirty="0" err="1">
                <a:effectLst/>
                <a:latin typeface="Klavika"/>
              </a:rPr>
              <a:t>Grafos</a:t>
            </a:r>
            <a:r>
              <a:rPr lang="en-US" sz="3000" dirty="0">
                <a:effectLst/>
                <a:latin typeface="Klavika"/>
              </a:rPr>
              <a:t> para </a:t>
            </a:r>
            <a:r>
              <a:rPr lang="en-US" sz="3000" dirty="0" err="1">
                <a:effectLst/>
                <a:latin typeface="Klavika"/>
              </a:rPr>
              <a:t>representar</a:t>
            </a:r>
            <a:r>
              <a:rPr lang="en-US" sz="3000" dirty="0">
                <a:effectLst/>
                <a:latin typeface="Klavika"/>
              </a:rPr>
              <a:t> y </a:t>
            </a:r>
            <a:r>
              <a:rPr lang="en-US" sz="3000" dirty="0" err="1">
                <a:effectLst/>
                <a:latin typeface="Klavika"/>
              </a:rPr>
              <a:t>gestionar</a:t>
            </a:r>
            <a:r>
              <a:rPr lang="en-US" sz="3000" dirty="0">
                <a:effectLst/>
                <a:latin typeface="Klavika"/>
              </a:rPr>
              <a:t> las </a:t>
            </a:r>
            <a:r>
              <a:rPr lang="en-US" sz="3000" dirty="0" err="1">
                <a:effectLst/>
                <a:latin typeface="Klavika"/>
              </a:rPr>
              <a:t>conexiones</a:t>
            </a:r>
            <a:r>
              <a:rPr lang="en-US" sz="3000" dirty="0">
                <a:effectLst/>
                <a:latin typeface="Klavika"/>
              </a:rPr>
              <a:t> y </a:t>
            </a:r>
            <a:r>
              <a:rPr lang="en-US" sz="3000" dirty="0" err="1">
                <a:effectLst/>
                <a:latin typeface="Klavika"/>
              </a:rPr>
              <a:t>relaciones</a:t>
            </a:r>
            <a:r>
              <a:rPr lang="en-US" sz="3000" dirty="0">
                <a:effectLst/>
                <a:latin typeface="Klavika"/>
              </a:rPr>
              <a:t> entre </a:t>
            </a:r>
            <a:r>
              <a:rPr lang="en-US" sz="3000" dirty="0" err="1">
                <a:effectLst/>
                <a:latin typeface="Klavika"/>
              </a:rPr>
              <a:t>usuarios</a:t>
            </a:r>
            <a:r>
              <a:rPr lang="en-US" sz="3000" dirty="0">
                <a:effectLst/>
                <a:latin typeface="Klavika"/>
              </a:rPr>
              <a:t>, </a:t>
            </a:r>
            <a:r>
              <a:rPr lang="en-US" sz="3000" dirty="0" err="1">
                <a:effectLst/>
                <a:latin typeface="Klavika"/>
              </a:rPr>
              <a:t>páginas</a:t>
            </a:r>
            <a:r>
              <a:rPr lang="en-US" sz="3000" dirty="0">
                <a:effectLst/>
                <a:latin typeface="Klavika"/>
              </a:rPr>
              <a:t>, </a:t>
            </a:r>
            <a:r>
              <a:rPr lang="en-US" sz="3000" dirty="0" err="1">
                <a:effectLst/>
                <a:latin typeface="Klavika"/>
              </a:rPr>
              <a:t>grupos</a:t>
            </a:r>
            <a:r>
              <a:rPr lang="en-US" sz="3000" dirty="0">
                <a:effectLst/>
                <a:latin typeface="Klavika"/>
              </a:rPr>
              <a:t> y </a:t>
            </a:r>
            <a:r>
              <a:rPr lang="en-US" sz="3000" dirty="0" err="1">
                <a:effectLst/>
                <a:latin typeface="Klavika"/>
              </a:rPr>
              <a:t>otras</a:t>
            </a:r>
            <a:r>
              <a:rPr lang="en-US" sz="3000" dirty="0">
                <a:effectLst/>
                <a:latin typeface="Klavika"/>
              </a:rPr>
              <a:t> </a:t>
            </a:r>
            <a:r>
              <a:rPr lang="en-US" sz="3000" dirty="0" err="1">
                <a:effectLst/>
                <a:latin typeface="Klavika"/>
              </a:rPr>
              <a:t>entidades</a:t>
            </a:r>
            <a:r>
              <a:rPr lang="en-US" sz="3000" dirty="0">
                <a:effectLst/>
                <a:latin typeface="Klavika"/>
              </a:rPr>
              <a:t> </a:t>
            </a:r>
            <a:endParaRPr lang="en-US" sz="3000" dirty="0">
              <a:latin typeface="Klavika"/>
            </a:endParaRPr>
          </a:p>
        </p:txBody>
      </p:sp>
      <p:sp>
        <p:nvSpPr>
          <p:cNvPr id="43" name="Rectangle 42">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5" name="Rectangle 4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799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2" name="Rectangle 104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4" name="Rectangle 1043">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Rectangle 1045">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8" name="Rectangle 1047">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CBD8662-94E0-9E69-527D-7CD36AB2B80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400" kern="1200" dirty="0" err="1">
                <a:solidFill>
                  <a:srgbClr val="FFFFFF"/>
                </a:solidFill>
                <a:latin typeface="+mj-lt"/>
                <a:ea typeface="+mj-ea"/>
                <a:cs typeface="+mj-cs"/>
              </a:rPr>
              <a:t>Algunas</a:t>
            </a:r>
            <a:r>
              <a:rPr lang="en-US" sz="3400" kern="1200" dirty="0">
                <a:solidFill>
                  <a:srgbClr val="FFFFFF"/>
                </a:solidFill>
                <a:latin typeface="+mj-lt"/>
                <a:ea typeface="+mj-ea"/>
                <a:cs typeface="+mj-cs"/>
              </a:rPr>
              <a:t> </a:t>
            </a:r>
            <a:r>
              <a:rPr lang="en-US" sz="3400" kern="1200" dirty="0" err="1">
                <a:solidFill>
                  <a:srgbClr val="FFFFFF"/>
                </a:solidFill>
                <a:latin typeface="+mj-lt"/>
                <a:ea typeface="+mj-ea"/>
                <a:cs typeface="+mj-cs"/>
              </a:rPr>
              <a:t>formas</a:t>
            </a:r>
            <a:r>
              <a:rPr lang="en-US" sz="3400" kern="1200" dirty="0">
                <a:solidFill>
                  <a:srgbClr val="FFFFFF"/>
                </a:solidFill>
                <a:latin typeface="+mj-lt"/>
                <a:ea typeface="+mj-ea"/>
                <a:cs typeface="+mj-cs"/>
              </a:rPr>
              <a:t> </a:t>
            </a:r>
            <a:r>
              <a:rPr lang="en-US" sz="3400" kern="1200" dirty="0" err="1">
                <a:solidFill>
                  <a:srgbClr val="FFFFFF"/>
                </a:solidFill>
                <a:latin typeface="+mj-lt"/>
                <a:ea typeface="+mj-ea"/>
                <a:cs typeface="+mj-cs"/>
              </a:rPr>
              <a:t>en</a:t>
            </a:r>
            <a:r>
              <a:rPr lang="en-US" sz="3400" kern="1200" dirty="0">
                <a:solidFill>
                  <a:srgbClr val="FFFFFF"/>
                </a:solidFill>
                <a:latin typeface="+mj-lt"/>
                <a:ea typeface="+mj-ea"/>
                <a:cs typeface="+mj-cs"/>
              </a:rPr>
              <a:t> las que Facebook </a:t>
            </a:r>
            <a:r>
              <a:rPr lang="en-US" sz="3400" kern="1200" dirty="0" err="1">
                <a:solidFill>
                  <a:srgbClr val="FFFFFF"/>
                </a:solidFill>
                <a:latin typeface="+mj-lt"/>
                <a:ea typeface="+mj-ea"/>
                <a:cs typeface="+mj-cs"/>
              </a:rPr>
              <a:t>utiliza</a:t>
            </a:r>
            <a:r>
              <a:rPr lang="en-US" sz="3400" kern="1200" dirty="0">
                <a:solidFill>
                  <a:srgbClr val="FFFFFF"/>
                </a:solidFill>
                <a:latin typeface="+mj-lt"/>
                <a:ea typeface="+mj-ea"/>
                <a:cs typeface="+mj-cs"/>
              </a:rPr>
              <a:t> la </a:t>
            </a:r>
            <a:r>
              <a:rPr lang="en-US" sz="3400" kern="1200" dirty="0" err="1">
                <a:solidFill>
                  <a:srgbClr val="FFFFFF"/>
                </a:solidFill>
                <a:latin typeface="+mj-lt"/>
                <a:ea typeface="+mj-ea"/>
                <a:cs typeface="+mj-cs"/>
              </a:rPr>
              <a:t>estructura</a:t>
            </a:r>
            <a:r>
              <a:rPr lang="en-US" sz="3400" kern="1200" dirty="0">
                <a:solidFill>
                  <a:srgbClr val="FFFFFF"/>
                </a:solidFill>
                <a:latin typeface="+mj-lt"/>
                <a:ea typeface="+mj-ea"/>
                <a:cs typeface="+mj-cs"/>
              </a:rPr>
              <a:t> de </a:t>
            </a:r>
            <a:r>
              <a:rPr lang="en-US" sz="3400" kern="1200" dirty="0" err="1">
                <a:solidFill>
                  <a:srgbClr val="FFFFFF"/>
                </a:solidFill>
                <a:latin typeface="+mj-lt"/>
                <a:ea typeface="+mj-ea"/>
                <a:cs typeface="+mj-cs"/>
              </a:rPr>
              <a:t>datos</a:t>
            </a:r>
            <a:r>
              <a:rPr lang="en-US" sz="3400" kern="1200" dirty="0">
                <a:solidFill>
                  <a:srgbClr val="FFFFFF"/>
                </a:solidFill>
                <a:latin typeface="+mj-lt"/>
                <a:ea typeface="+mj-ea"/>
                <a:cs typeface="+mj-cs"/>
              </a:rPr>
              <a:t> de </a:t>
            </a:r>
            <a:r>
              <a:rPr lang="en-US" sz="3400" kern="1200" dirty="0" err="1">
                <a:solidFill>
                  <a:srgbClr val="FFFFFF"/>
                </a:solidFill>
                <a:latin typeface="+mj-lt"/>
                <a:ea typeface="+mj-ea"/>
                <a:cs typeface="+mj-cs"/>
              </a:rPr>
              <a:t>Grafos</a:t>
            </a:r>
            <a:r>
              <a:rPr lang="en-US" sz="3400" kern="1200" dirty="0">
                <a:solidFill>
                  <a:srgbClr val="FFFFFF"/>
                </a:solidFill>
                <a:latin typeface="+mj-lt"/>
                <a:ea typeface="+mj-ea"/>
                <a:cs typeface="+mj-cs"/>
              </a:rPr>
              <a:t> </a:t>
            </a:r>
          </a:p>
        </p:txBody>
      </p:sp>
      <p:pic>
        <p:nvPicPr>
          <p:cNvPr id="1026" name="Picture 2" descr="La teoría de grafos aplicada al análisis de redes sociales - OpenSistemas">
            <a:extLst>
              <a:ext uri="{FF2B5EF4-FFF2-40B4-BE49-F238E27FC236}">
                <a16:creationId xmlns:a16="http://schemas.microsoft.com/office/drawing/2014/main" id="{01AFA37B-0015-96E8-E123-D5C68B8ABCA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697404" y="1966293"/>
            <a:ext cx="6797190" cy="4452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12444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drap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9" name="Rectangle 1058">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circle with white letter f in it&#10;&#10;Description automatically generated">
            <a:extLst>
              <a:ext uri="{FF2B5EF4-FFF2-40B4-BE49-F238E27FC236}">
                <a16:creationId xmlns:a16="http://schemas.microsoft.com/office/drawing/2014/main" id="{73874ACF-0235-C286-DD59-2EF81B052324}"/>
              </a:ext>
            </a:extLst>
          </p:cNvPr>
          <p:cNvPicPr>
            <a:picLocks noChangeAspect="1"/>
          </p:cNvPicPr>
          <p:nvPr/>
        </p:nvPicPr>
        <p:blipFill rotWithShape="1">
          <a:blip r:embed="rId2">
            <a:extLst>
              <a:ext uri="{837473B0-CC2E-450A-ABE3-18F120FF3D39}">
                <a1611:picAttrSrcUrl xmlns:a1611="http://schemas.microsoft.com/office/drawing/2016/11/main" r:id="rId3"/>
              </a:ext>
            </a:extLst>
          </a:blip>
          <a:srcRect t="329" b="21303"/>
          <a:stretch/>
        </p:blipFill>
        <p:spPr>
          <a:xfrm>
            <a:off x="2522356" y="10"/>
            <a:ext cx="9669642" cy="6857990"/>
          </a:xfrm>
          <a:prstGeom prst="rect">
            <a:avLst/>
          </a:prstGeom>
        </p:spPr>
      </p:pic>
      <p:sp>
        <p:nvSpPr>
          <p:cNvPr id="1061" name="Rectangle 1060">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0CBD8662-94E0-9E69-527D-7CD36AB2B808}"/>
              </a:ext>
            </a:extLst>
          </p:cNvPr>
          <p:cNvSpPr>
            <a:spLocks noGrp="1"/>
          </p:cNvSpPr>
          <p:nvPr>
            <p:ph type="title"/>
          </p:nvPr>
        </p:nvSpPr>
        <p:spPr>
          <a:xfrm>
            <a:off x="838200" y="365125"/>
            <a:ext cx="3822189" cy="1899912"/>
          </a:xfrm>
        </p:spPr>
        <p:txBody>
          <a:bodyPr vert="horz" lIns="91440" tIns="45720" rIns="91440" bIns="45720" rtlCol="0" anchor="ctr">
            <a:normAutofit/>
          </a:bodyPr>
          <a:lstStyle/>
          <a:p>
            <a:pPr algn="ctr"/>
            <a:r>
              <a:rPr lang="es-ES" sz="2800" b="1" dirty="0">
                <a:solidFill>
                  <a:srgbClr val="252525"/>
                </a:solidFill>
                <a:latin typeface="Klavika"/>
                <a:ea typeface="Calibri" panose="020F0502020204030204" pitchFamily="34" charset="0"/>
              </a:rPr>
              <a:t>D</a:t>
            </a:r>
            <a:r>
              <a:rPr lang="es-ES" sz="2800" b="1" dirty="0">
                <a:solidFill>
                  <a:srgbClr val="252525"/>
                </a:solidFill>
                <a:effectLst/>
                <a:latin typeface="Klavika"/>
                <a:ea typeface="Calibri" panose="020F0502020204030204" pitchFamily="34" charset="0"/>
              </a:rPr>
              <a:t>iferentes sistemas que Facebook maneja</a:t>
            </a:r>
            <a:endParaRPr lang="en-US" sz="2800" b="1" dirty="0">
              <a:latin typeface="Klavika"/>
            </a:endParaRPr>
          </a:p>
        </p:txBody>
      </p:sp>
      <p:sp>
        <p:nvSpPr>
          <p:cNvPr id="3" name="TextBox 2">
            <a:extLst>
              <a:ext uri="{FF2B5EF4-FFF2-40B4-BE49-F238E27FC236}">
                <a16:creationId xmlns:a16="http://schemas.microsoft.com/office/drawing/2014/main" id="{421CE964-7DE6-ADFD-FA10-303CC92D4734}"/>
              </a:ext>
            </a:extLst>
          </p:cNvPr>
          <p:cNvSpPr txBox="1"/>
          <p:nvPr/>
        </p:nvSpPr>
        <p:spPr>
          <a:xfrm>
            <a:off x="838200" y="2434201"/>
            <a:ext cx="3822189" cy="3742762"/>
          </a:xfrm>
          <a:prstGeom prst="rect">
            <a:avLst/>
          </a:prstGeom>
        </p:spPr>
        <p:txBody>
          <a:bodyPr vert="horz" lIns="91440" tIns="45720" rIns="91440" bIns="45720" rtlCol="0">
            <a:normAutofit/>
          </a:bodyPr>
          <a:lstStyle/>
          <a:p>
            <a:pPr marL="342900" lvl="0" indent="-228600">
              <a:lnSpc>
                <a:spcPct val="90000"/>
              </a:lnSpc>
              <a:spcAft>
                <a:spcPts val="600"/>
              </a:spcAft>
              <a:buFont typeface="Arial" panose="020B0604020202020204" pitchFamily="34" charset="0"/>
              <a:buChar char="•"/>
            </a:pPr>
            <a:r>
              <a:rPr lang="en-US" sz="2000" dirty="0">
                <a:effectLst/>
                <a:latin typeface="Klavika"/>
              </a:rPr>
              <a:t>MySQL</a:t>
            </a:r>
          </a:p>
          <a:p>
            <a:pPr marL="342900" lvl="0" indent="-228600">
              <a:lnSpc>
                <a:spcPct val="90000"/>
              </a:lnSpc>
              <a:spcAft>
                <a:spcPts val="600"/>
              </a:spcAft>
              <a:buFont typeface="Arial" panose="020B0604020202020204" pitchFamily="34" charset="0"/>
              <a:buChar char="•"/>
            </a:pPr>
            <a:endParaRPr lang="en-US" sz="2000" dirty="0">
              <a:effectLst/>
              <a:latin typeface="Klavika"/>
            </a:endParaRPr>
          </a:p>
          <a:p>
            <a:pPr marL="342900" lvl="0" indent="-228600">
              <a:lnSpc>
                <a:spcPct val="90000"/>
              </a:lnSpc>
              <a:spcAft>
                <a:spcPts val="600"/>
              </a:spcAft>
              <a:buFont typeface="Arial" panose="020B0604020202020204" pitchFamily="34" charset="0"/>
              <a:buChar char="•"/>
            </a:pPr>
            <a:r>
              <a:rPr lang="en-US" sz="2000" dirty="0">
                <a:effectLst/>
                <a:latin typeface="Klavika"/>
              </a:rPr>
              <a:t>Memcached</a:t>
            </a:r>
          </a:p>
          <a:p>
            <a:pPr marL="342900" lvl="0" indent="-228600">
              <a:lnSpc>
                <a:spcPct val="90000"/>
              </a:lnSpc>
              <a:spcAft>
                <a:spcPts val="600"/>
              </a:spcAft>
              <a:buFont typeface="Arial" panose="020B0604020202020204" pitchFamily="34" charset="0"/>
              <a:buChar char="•"/>
            </a:pPr>
            <a:endParaRPr lang="en-US" sz="2000" dirty="0">
              <a:effectLst/>
              <a:latin typeface="Klavika"/>
            </a:endParaRPr>
          </a:p>
          <a:p>
            <a:pPr marL="342900" lvl="0" indent="-228600">
              <a:lnSpc>
                <a:spcPct val="90000"/>
              </a:lnSpc>
              <a:spcAft>
                <a:spcPts val="600"/>
              </a:spcAft>
              <a:buFont typeface="Arial" panose="020B0604020202020204" pitchFamily="34" charset="0"/>
              <a:buChar char="•"/>
            </a:pPr>
            <a:r>
              <a:rPr lang="en-US" sz="2000" dirty="0">
                <a:effectLst/>
                <a:latin typeface="Klavika"/>
              </a:rPr>
              <a:t>Haystack</a:t>
            </a:r>
          </a:p>
          <a:p>
            <a:pPr marL="114300" lvl="0">
              <a:lnSpc>
                <a:spcPct val="90000"/>
              </a:lnSpc>
              <a:spcAft>
                <a:spcPts val="600"/>
              </a:spcAft>
            </a:pPr>
            <a:endParaRPr lang="en-US" sz="2000" dirty="0">
              <a:effectLst/>
              <a:latin typeface="Klavika"/>
            </a:endParaRPr>
          </a:p>
          <a:p>
            <a:pPr marL="342900" lvl="0" indent="-228600">
              <a:lnSpc>
                <a:spcPct val="90000"/>
              </a:lnSpc>
              <a:spcAft>
                <a:spcPts val="600"/>
              </a:spcAft>
              <a:buFont typeface="Arial" panose="020B0604020202020204" pitchFamily="34" charset="0"/>
              <a:buChar char="•"/>
            </a:pPr>
            <a:r>
              <a:rPr lang="en-US" sz="2000" dirty="0">
                <a:effectLst/>
                <a:latin typeface="Klavika"/>
              </a:rPr>
              <a:t>Varnish</a:t>
            </a:r>
          </a:p>
        </p:txBody>
      </p:sp>
    </p:spTree>
    <p:extLst>
      <p:ext uri="{BB962C8B-B14F-4D97-AF65-F5344CB8AC3E}">
        <p14:creationId xmlns:p14="http://schemas.microsoft.com/office/powerpoint/2010/main" val="1449578551"/>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Rectangle 1032">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7" name="Rectangle 1036">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CBD8662-94E0-9E69-527D-7CD36AB2B808}"/>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3400" kern="1200" dirty="0" err="1">
                <a:solidFill>
                  <a:srgbClr val="FFFFFF"/>
                </a:solidFill>
                <a:latin typeface="Klavika"/>
              </a:rPr>
              <a:t>Algunas</a:t>
            </a:r>
            <a:r>
              <a:rPr lang="en-US" sz="3400" kern="1200" dirty="0">
                <a:solidFill>
                  <a:srgbClr val="FFFFFF"/>
                </a:solidFill>
                <a:latin typeface="Klavika"/>
              </a:rPr>
              <a:t> </a:t>
            </a:r>
            <a:r>
              <a:rPr lang="en-US" sz="3400" kern="1200" dirty="0" err="1">
                <a:solidFill>
                  <a:srgbClr val="FFFFFF"/>
                </a:solidFill>
                <a:latin typeface="Klavika"/>
              </a:rPr>
              <a:t>formas</a:t>
            </a:r>
            <a:r>
              <a:rPr lang="en-US" sz="3400" kern="1200" dirty="0">
                <a:solidFill>
                  <a:srgbClr val="FFFFFF"/>
                </a:solidFill>
                <a:latin typeface="Klavika"/>
              </a:rPr>
              <a:t> </a:t>
            </a:r>
            <a:r>
              <a:rPr lang="en-US" sz="3400" kern="1200" dirty="0" err="1">
                <a:solidFill>
                  <a:srgbClr val="FFFFFF"/>
                </a:solidFill>
                <a:latin typeface="Klavika"/>
              </a:rPr>
              <a:t>en</a:t>
            </a:r>
            <a:r>
              <a:rPr lang="en-US" sz="3400" kern="1200" dirty="0">
                <a:solidFill>
                  <a:srgbClr val="FFFFFF"/>
                </a:solidFill>
                <a:latin typeface="Klavika"/>
              </a:rPr>
              <a:t> las que Facebook </a:t>
            </a:r>
            <a:r>
              <a:rPr lang="en-US" sz="3400" kern="1200" dirty="0" err="1">
                <a:solidFill>
                  <a:srgbClr val="FFFFFF"/>
                </a:solidFill>
                <a:latin typeface="Klavika"/>
              </a:rPr>
              <a:t>utiliza</a:t>
            </a:r>
            <a:r>
              <a:rPr lang="en-US" sz="3400" kern="1200" dirty="0">
                <a:solidFill>
                  <a:srgbClr val="FFFFFF"/>
                </a:solidFill>
                <a:latin typeface="Klavika"/>
              </a:rPr>
              <a:t> la </a:t>
            </a:r>
            <a:r>
              <a:rPr lang="en-US" sz="3400" kern="1200" dirty="0" err="1">
                <a:solidFill>
                  <a:srgbClr val="FFFFFF"/>
                </a:solidFill>
                <a:latin typeface="Klavika"/>
              </a:rPr>
              <a:t>estructura</a:t>
            </a:r>
            <a:r>
              <a:rPr lang="en-US" sz="3400" kern="1200" dirty="0">
                <a:solidFill>
                  <a:srgbClr val="FFFFFF"/>
                </a:solidFill>
                <a:latin typeface="Klavika"/>
              </a:rPr>
              <a:t> de </a:t>
            </a:r>
            <a:r>
              <a:rPr lang="en-US" sz="3400" kern="1200" dirty="0" err="1">
                <a:solidFill>
                  <a:srgbClr val="FFFFFF"/>
                </a:solidFill>
                <a:latin typeface="Klavika"/>
              </a:rPr>
              <a:t>datos</a:t>
            </a:r>
            <a:r>
              <a:rPr lang="en-US" sz="3400" kern="1200" dirty="0">
                <a:solidFill>
                  <a:srgbClr val="FFFFFF"/>
                </a:solidFill>
                <a:latin typeface="Klavika"/>
              </a:rPr>
              <a:t> de </a:t>
            </a:r>
            <a:r>
              <a:rPr lang="en-US" sz="3400" kern="1200" dirty="0" err="1">
                <a:solidFill>
                  <a:srgbClr val="FFFFFF"/>
                </a:solidFill>
                <a:latin typeface="Klavika"/>
              </a:rPr>
              <a:t>Grafos</a:t>
            </a:r>
            <a:r>
              <a:rPr lang="en-US" sz="3400" kern="1200" dirty="0">
                <a:solidFill>
                  <a:srgbClr val="FFFFFF"/>
                </a:solidFill>
                <a:latin typeface="Klavika"/>
              </a:rPr>
              <a:t> </a:t>
            </a:r>
          </a:p>
        </p:txBody>
      </p:sp>
      <p:graphicFrame>
        <p:nvGraphicFramePr>
          <p:cNvPr id="1041" name="TextBox 2">
            <a:extLst>
              <a:ext uri="{FF2B5EF4-FFF2-40B4-BE49-F238E27FC236}">
                <a16:creationId xmlns:a16="http://schemas.microsoft.com/office/drawing/2014/main" id="{392AA988-FA14-1371-F9BF-ACDBE7F0C0E6}"/>
              </a:ext>
            </a:extLst>
          </p:cNvPr>
          <p:cNvGraphicFramePr/>
          <p:nvPr>
            <p:extLst>
              <p:ext uri="{D42A27DB-BD31-4B8C-83A1-F6EECF244321}">
                <p14:modId xmlns:p14="http://schemas.microsoft.com/office/powerpoint/2010/main" val="14953364"/>
              </p:ext>
            </p:extLst>
          </p:nvPr>
        </p:nvGraphicFramePr>
        <p:xfrm>
          <a:off x="1015399" y="2216149"/>
          <a:ext cx="9821477" cy="42587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86432876"/>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51" name="Rectangle 104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2" name="Rectangle 104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Rectangle 1046">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Rectangle 104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0CBD8662-94E0-9E69-527D-7CD36AB2B808}"/>
              </a:ext>
            </a:extLst>
          </p:cNvPr>
          <p:cNvSpPr>
            <a:spLocks noGrp="1"/>
          </p:cNvSpPr>
          <p:nvPr>
            <p:ph type="title"/>
          </p:nvPr>
        </p:nvSpPr>
        <p:spPr>
          <a:xfrm>
            <a:off x="1371597" y="348865"/>
            <a:ext cx="10044023" cy="877729"/>
          </a:xfrm>
        </p:spPr>
        <p:txBody>
          <a:bodyPr vert="horz" lIns="91440" tIns="45720" rIns="91440" bIns="45720" rtlCol="0" anchor="ctr">
            <a:normAutofit fontScale="90000"/>
          </a:bodyPr>
          <a:lstStyle/>
          <a:p>
            <a:r>
              <a:rPr lang="en-US" sz="4000" kern="1200" dirty="0">
                <a:solidFill>
                  <a:srgbClr val="FFFFFF"/>
                </a:solidFill>
                <a:latin typeface="Klavika"/>
              </a:rPr>
              <a:t>Un </a:t>
            </a:r>
            <a:r>
              <a:rPr lang="en-US" sz="4000" kern="1200" dirty="0" err="1">
                <a:solidFill>
                  <a:srgbClr val="FFFFFF"/>
                </a:solidFill>
                <a:latin typeface="Klavika"/>
              </a:rPr>
              <a:t>curso</a:t>
            </a:r>
            <a:r>
              <a:rPr lang="en-US" sz="4000" kern="1200" dirty="0">
                <a:solidFill>
                  <a:srgbClr val="FFFFFF"/>
                </a:solidFill>
                <a:latin typeface="Klavika"/>
              </a:rPr>
              <a:t> </a:t>
            </a:r>
            <a:r>
              <a:rPr lang="en-US" sz="4000" kern="1200" dirty="0" err="1">
                <a:solidFill>
                  <a:srgbClr val="FFFFFF"/>
                </a:solidFill>
                <a:latin typeface="Klavika"/>
              </a:rPr>
              <a:t>intensivo</a:t>
            </a:r>
            <a:r>
              <a:rPr lang="en-US" sz="4000" kern="1200" dirty="0">
                <a:solidFill>
                  <a:srgbClr val="FFFFFF"/>
                </a:solidFill>
                <a:latin typeface="Klavika"/>
              </a:rPr>
              <a:t> </a:t>
            </a:r>
            <a:r>
              <a:rPr lang="en-US" sz="4000" kern="1200" dirty="0" err="1">
                <a:solidFill>
                  <a:srgbClr val="FFFFFF"/>
                </a:solidFill>
                <a:latin typeface="Klavika"/>
              </a:rPr>
              <a:t>sobre</a:t>
            </a:r>
            <a:r>
              <a:rPr lang="en-US" sz="4000" kern="1200" dirty="0">
                <a:solidFill>
                  <a:srgbClr val="FFFFFF"/>
                </a:solidFill>
                <a:latin typeface="Klavika"/>
              </a:rPr>
              <a:t> la </a:t>
            </a:r>
            <a:r>
              <a:rPr lang="en-US" sz="4000" kern="1200" dirty="0" err="1">
                <a:solidFill>
                  <a:srgbClr val="FFFFFF"/>
                </a:solidFill>
                <a:latin typeface="Klavika"/>
              </a:rPr>
              <a:t>estructura</a:t>
            </a:r>
            <a:r>
              <a:rPr lang="en-US" sz="4000" kern="1200" dirty="0">
                <a:solidFill>
                  <a:srgbClr val="FFFFFF"/>
                </a:solidFill>
                <a:latin typeface="Klavika"/>
              </a:rPr>
              <a:t> de </a:t>
            </a:r>
            <a:r>
              <a:rPr lang="en-US" sz="4000" kern="1200" dirty="0" err="1">
                <a:solidFill>
                  <a:srgbClr val="FFFFFF"/>
                </a:solidFill>
                <a:latin typeface="Klavika"/>
              </a:rPr>
              <a:t>Grafos</a:t>
            </a:r>
            <a:r>
              <a:rPr lang="en-US" sz="4000" kern="1200" dirty="0">
                <a:solidFill>
                  <a:srgbClr val="FFFFFF"/>
                </a:solidFill>
                <a:latin typeface="Klavika"/>
              </a:rPr>
              <a:t> </a:t>
            </a:r>
          </a:p>
        </p:txBody>
      </p:sp>
      <p:graphicFrame>
        <p:nvGraphicFramePr>
          <p:cNvPr id="1055" name="TextBox 2">
            <a:extLst>
              <a:ext uri="{FF2B5EF4-FFF2-40B4-BE49-F238E27FC236}">
                <a16:creationId xmlns:a16="http://schemas.microsoft.com/office/drawing/2014/main" id="{10490A73-7031-BA95-9A41-2B14DABF6B84}"/>
              </a:ext>
            </a:extLst>
          </p:cNvPr>
          <p:cNvGraphicFramePr/>
          <p:nvPr>
            <p:extLst>
              <p:ext uri="{D42A27DB-BD31-4B8C-83A1-F6EECF244321}">
                <p14:modId xmlns:p14="http://schemas.microsoft.com/office/powerpoint/2010/main" val="963703367"/>
              </p:ext>
            </p:extLst>
          </p:nvPr>
        </p:nvGraphicFramePr>
        <p:xfrm>
          <a:off x="632085" y="1575459"/>
          <a:ext cx="10927829" cy="46807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32294349"/>
      </p:ext>
    </p:extLst>
  </p:cSld>
  <p:clrMapOvr>
    <a:masterClrMapping/>
  </p:clrMapOvr>
  <p:transition spd="slow">
    <p:comb/>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Rectangle 3082">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5" name="Rectangle 3084">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7" name="Freeform: Shape 3086">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089" name="Rectangle 3088">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CBD8662-94E0-9E69-527D-7CD36AB2B808}"/>
              </a:ext>
            </a:extLst>
          </p:cNvPr>
          <p:cNvSpPr>
            <a:spLocks noGrp="1"/>
          </p:cNvSpPr>
          <p:nvPr>
            <p:ph type="title"/>
          </p:nvPr>
        </p:nvSpPr>
        <p:spPr>
          <a:xfrm>
            <a:off x="466722" y="586855"/>
            <a:ext cx="3201366" cy="3387497"/>
          </a:xfrm>
        </p:spPr>
        <p:txBody>
          <a:bodyPr vert="horz" lIns="91440" tIns="45720" rIns="91440" bIns="45720" rtlCol="0" anchor="b">
            <a:normAutofit/>
          </a:bodyPr>
          <a:lstStyle/>
          <a:p>
            <a:pPr algn="r"/>
            <a:r>
              <a:rPr lang="en-US" sz="4000" kern="1200" dirty="0">
                <a:solidFill>
                  <a:srgbClr val="FFFFFF"/>
                </a:solidFill>
                <a:latin typeface="Klavika"/>
              </a:rPr>
              <a:t>Graph Search </a:t>
            </a:r>
            <a:br>
              <a:rPr lang="en-US" sz="4000" kern="1200" dirty="0">
                <a:solidFill>
                  <a:srgbClr val="FFFFFF"/>
                </a:solidFill>
                <a:latin typeface="+mj-lt"/>
                <a:ea typeface="+mj-ea"/>
                <a:cs typeface="+mj-cs"/>
              </a:rPr>
            </a:br>
            <a:endParaRPr lang="en-US" sz="4000" kern="1200" dirty="0">
              <a:solidFill>
                <a:srgbClr val="FFFFFF"/>
              </a:solidFill>
              <a:latin typeface="+mj-lt"/>
              <a:ea typeface="+mj-ea"/>
              <a:cs typeface="+mj-cs"/>
            </a:endParaRPr>
          </a:p>
        </p:txBody>
      </p:sp>
      <p:sp>
        <p:nvSpPr>
          <p:cNvPr id="3" name="TextBox 2">
            <a:extLst>
              <a:ext uri="{FF2B5EF4-FFF2-40B4-BE49-F238E27FC236}">
                <a16:creationId xmlns:a16="http://schemas.microsoft.com/office/drawing/2014/main" id="{0C642D92-F1EC-F336-D18E-526D5346367A}"/>
              </a:ext>
            </a:extLst>
          </p:cNvPr>
          <p:cNvSpPr txBox="1"/>
          <p:nvPr/>
        </p:nvSpPr>
        <p:spPr>
          <a:xfrm>
            <a:off x="4581727" y="649480"/>
            <a:ext cx="3025303" cy="5546047"/>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lang="en-US" sz="1700" dirty="0">
                <a:effectLst/>
                <a:latin typeface="Klavika"/>
              </a:rPr>
              <a:t>El </a:t>
            </a:r>
            <a:r>
              <a:rPr lang="en-US" sz="1700" dirty="0" err="1">
                <a:effectLst/>
                <a:latin typeface="Klavika"/>
              </a:rPr>
              <a:t>objetivo</a:t>
            </a:r>
            <a:r>
              <a:rPr lang="en-US" sz="1700" dirty="0">
                <a:effectLst/>
                <a:latin typeface="Klavika"/>
              </a:rPr>
              <a:t> de Graph Search era </a:t>
            </a:r>
            <a:r>
              <a:rPr lang="en-US" sz="1700" dirty="0" err="1">
                <a:effectLst/>
                <a:latin typeface="Klavika"/>
              </a:rPr>
              <a:t>ampliar</a:t>
            </a:r>
            <a:r>
              <a:rPr lang="en-US" sz="1700" dirty="0">
                <a:effectLst/>
                <a:latin typeface="Klavika"/>
              </a:rPr>
              <a:t> la </a:t>
            </a:r>
            <a:r>
              <a:rPr lang="en-US" sz="1700" dirty="0" err="1">
                <a:effectLst/>
                <a:latin typeface="Klavika"/>
              </a:rPr>
              <a:t>capacidad</a:t>
            </a:r>
            <a:r>
              <a:rPr lang="en-US" sz="1700" dirty="0">
                <a:effectLst/>
                <a:latin typeface="Klavika"/>
              </a:rPr>
              <a:t> para </a:t>
            </a:r>
            <a:r>
              <a:rPr lang="en-US" sz="1700" dirty="0" err="1">
                <a:effectLst/>
                <a:latin typeface="Klavika"/>
              </a:rPr>
              <a:t>buscar</a:t>
            </a:r>
            <a:r>
              <a:rPr lang="en-US" sz="1700" dirty="0">
                <a:effectLst/>
                <a:latin typeface="Klavika"/>
              </a:rPr>
              <a:t> </a:t>
            </a:r>
            <a:r>
              <a:rPr lang="en-US" sz="1700" dirty="0" err="1">
                <a:effectLst/>
                <a:latin typeface="Klavika"/>
              </a:rPr>
              <a:t>también</a:t>
            </a:r>
            <a:r>
              <a:rPr lang="en-US" sz="1700" dirty="0">
                <a:effectLst/>
                <a:latin typeface="Klavika"/>
              </a:rPr>
              <a:t> </a:t>
            </a:r>
            <a:r>
              <a:rPr lang="en-US" sz="1700" dirty="0" err="1">
                <a:effectLst/>
                <a:latin typeface="Klavika"/>
              </a:rPr>
              <a:t>en</a:t>
            </a:r>
            <a:r>
              <a:rPr lang="en-US" sz="1700" dirty="0">
                <a:effectLst/>
                <a:latin typeface="Klavika"/>
              </a:rPr>
              <a:t> </a:t>
            </a:r>
            <a:r>
              <a:rPr lang="en-US" sz="1700" dirty="0" err="1">
                <a:effectLst/>
                <a:latin typeface="Klavika"/>
              </a:rPr>
              <a:t>función</a:t>
            </a:r>
            <a:r>
              <a:rPr lang="en-US" sz="1700" dirty="0">
                <a:effectLst/>
                <a:latin typeface="Klavika"/>
              </a:rPr>
              <a:t> de la </a:t>
            </a:r>
            <a:r>
              <a:rPr lang="en-US" sz="1700" dirty="0" err="1">
                <a:effectLst/>
                <a:latin typeface="Klavika"/>
              </a:rPr>
              <a:t>relación</a:t>
            </a:r>
            <a:r>
              <a:rPr lang="en-US" sz="1700" dirty="0">
                <a:effectLst/>
                <a:latin typeface="Klavika"/>
              </a:rPr>
              <a:t> entre las </a:t>
            </a:r>
            <a:r>
              <a:rPr lang="en-US" sz="1700" dirty="0" err="1">
                <a:effectLst/>
                <a:latin typeface="Klavika"/>
              </a:rPr>
              <a:t>entidades</a:t>
            </a:r>
            <a:r>
              <a:rPr lang="en-US" sz="1700" dirty="0">
                <a:effectLst/>
                <a:latin typeface="Klavika"/>
              </a:rPr>
              <a:t>, es </a:t>
            </a:r>
            <a:r>
              <a:rPr lang="en-US" sz="1700" dirty="0" err="1">
                <a:effectLst/>
                <a:latin typeface="Klavika"/>
              </a:rPr>
              <a:t>decir</a:t>
            </a:r>
            <a:r>
              <a:rPr lang="en-US" sz="1700" dirty="0">
                <a:effectLst/>
                <a:latin typeface="Klavika"/>
              </a:rPr>
              <a:t>, </a:t>
            </a:r>
            <a:r>
              <a:rPr lang="en-US" sz="1700" dirty="0" err="1">
                <a:effectLst/>
                <a:latin typeface="Klavika"/>
              </a:rPr>
              <a:t>también</a:t>
            </a:r>
            <a:r>
              <a:rPr lang="en-US" sz="1700" dirty="0">
                <a:effectLst/>
                <a:latin typeface="Klavika"/>
              </a:rPr>
              <a:t> </a:t>
            </a:r>
            <a:r>
              <a:rPr lang="en-US" sz="1700" dirty="0" err="1">
                <a:effectLst/>
                <a:latin typeface="Klavika"/>
              </a:rPr>
              <a:t>buscamos</a:t>
            </a:r>
            <a:r>
              <a:rPr lang="en-US" sz="1700" dirty="0">
                <a:effectLst/>
                <a:latin typeface="Klavika"/>
              </a:rPr>
              <a:t> </a:t>
            </a:r>
            <a:r>
              <a:rPr lang="en-US" sz="1700" dirty="0" err="1">
                <a:effectLst/>
                <a:latin typeface="Klavika"/>
              </a:rPr>
              <a:t>en</a:t>
            </a:r>
            <a:r>
              <a:rPr lang="en-US" sz="1700" dirty="0">
                <a:effectLst/>
                <a:latin typeface="Klavika"/>
              </a:rPr>
              <a:t> las </a:t>
            </a:r>
            <a:r>
              <a:rPr lang="en-US" sz="1700" dirty="0" err="1">
                <a:effectLst/>
                <a:latin typeface="Klavika"/>
              </a:rPr>
              <a:t>aristas</a:t>
            </a:r>
            <a:r>
              <a:rPr lang="en-US" sz="1700" dirty="0">
                <a:effectLst/>
                <a:latin typeface="Klavika"/>
              </a:rPr>
              <a:t> entre </a:t>
            </a:r>
            <a:r>
              <a:rPr lang="en-US" sz="1700" dirty="0" err="1">
                <a:effectLst/>
                <a:latin typeface="Klavika"/>
              </a:rPr>
              <a:t>los</a:t>
            </a:r>
            <a:r>
              <a:rPr lang="en-US" sz="1700" dirty="0">
                <a:effectLst/>
                <a:latin typeface="Klavika"/>
              </a:rPr>
              <a:t> </a:t>
            </a:r>
            <a:r>
              <a:rPr lang="en-US" sz="1700" dirty="0" err="1">
                <a:effectLst/>
                <a:latin typeface="Klavika"/>
              </a:rPr>
              <a:t>nodos</a:t>
            </a:r>
            <a:r>
              <a:rPr lang="en-US" sz="1700" dirty="0">
                <a:effectLst/>
                <a:latin typeface="Klavika"/>
              </a:rPr>
              <a:t> </a:t>
            </a:r>
            <a:r>
              <a:rPr lang="en-US" sz="1700" dirty="0" err="1">
                <a:effectLst/>
                <a:latin typeface="Klavika"/>
              </a:rPr>
              <a:t>correspondientes</a:t>
            </a:r>
            <a:r>
              <a:rPr lang="en-US" sz="1700" dirty="0">
                <a:effectLst/>
                <a:latin typeface="Klavika"/>
              </a:rPr>
              <a:t>.</a:t>
            </a:r>
          </a:p>
          <a:p>
            <a:pPr indent="-228600">
              <a:lnSpc>
                <a:spcPct val="90000"/>
              </a:lnSpc>
              <a:spcAft>
                <a:spcPts val="600"/>
              </a:spcAft>
              <a:buFont typeface="Arial" panose="020B0604020202020204" pitchFamily="34" charset="0"/>
              <a:buChar char="•"/>
            </a:pPr>
            <a:endParaRPr lang="en-US" sz="1700" dirty="0">
              <a:latin typeface="Klavika"/>
            </a:endParaRPr>
          </a:p>
          <a:p>
            <a:pPr indent="-228600">
              <a:lnSpc>
                <a:spcPct val="90000"/>
              </a:lnSpc>
              <a:spcAft>
                <a:spcPts val="600"/>
              </a:spcAft>
              <a:buFont typeface="Arial" panose="020B0604020202020204" pitchFamily="34" charset="0"/>
              <a:buChar char="•"/>
            </a:pPr>
            <a:r>
              <a:rPr lang="en-US" sz="1700" dirty="0">
                <a:effectLst/>
                <a:latin typeface="Klavika"/>
              </a:rPr>
              <a:t>Graph Search </a:t>
            </a:r>
            <a:r>
              <a:rPr lang="en-US" sz="1700" dirty="0" err="1">
                <a:effectLst/>
                <a:latin typeface="Klavika"/>
              </a:rPr>
              <a:t>requeriría</a:t>
            </a:r>
            <a:r>
              <a:rPr lang="en-US" sz="1700" dirty="0">
                <a:effectLst/>
                <a:latin typeface="Klavika"/>
              </a:rPr>
              <a:t> la </a:t>
            </a:r>
            <a:r>
              <a:rPr lang="en-US" sz="1700" dirty="0" err="1">
                <a:effectLst/>
                <a:latin typeface="Klavika"/>
              </a:rPr>
              <a:t>construcción</a:t>
            </a:r>
            <a:r>
              <a:rPr lang="en-US" sz="1700" dirty="0">
                <a:effectLst/>
                <a:latin typeface="Klavika"/>
              </a:rPr>
              <a:t> de un </a:t>
            </a:r>
            <a:r>
              <a:rPr lang="en-US" sz="1700" dirty="0" err="1">
                <a:effectLst/>
                <a:latin typeface="Klavika"/>
              </a:rPr>
              <a:t>índice</a:t>
            </a:r>
            <a:r>
              <a:rPr lang="en-US" sz="1700" dirty="0">
                <a:effectLst/>
                <a:latin typeface="Klavika"/>
              </a:rPr>
              <a:t> </a:t>
            </a:r>
            <a:r>
              <a:rPr lang="en-US" sz="1700" dirty="0" err="1">
                <a:effectLst/>
                <a:latin typeface="Klavika"/>
              </a:rPr>
              <a:t>muy</a:t>
            </a:r>
            <a:r>
              <a:rPr lang="en-US" sz="1700" dirty="0">
                <a:effectLst/>
                <a:latin typeface="Klavika"/>
              </a:rPr>
              <a:t> </a:t>
            </a:r>
            <a:r>
              <a:rPr lang="en-US" sz="1700" dirty="0" err="1">
                <a:effectLst/>
                <a:latin typeface="Klavika"/>
              </a:rPr>
              <a:t>grande</a:t>
            </a:r>
            <a:r>
              <a:rPr lang="en-US" sz="1700" dirty="0">
                <a:effectLst/>
                <a:latin typeface="Klavika"/>
              </a:rPr>
              <a:t>. Por </a:t>
            </a:r>
            <a:r>
              <a:rPr lang="en-US" sz="1700" dirty="0" err="1">
                <a:effectLst/>
                <a:latin typeface="Klavika"/>
              </a:rPr>
              <a:t>ejemplo</a:t>
            </a:r>
            <a:r>
              <a:rPr lang="en-US" sz="1700" dirty="0">
                <a:effectLst/>
                <a:latin typeface="Klavika"/>
              </a:rPr>
              <a:t>, </a:t>
            </a:r>
            <a:r>
              <a:rPr lang="en-US" sz="1700" dirty="0" err="1">
                <a:effectLst/>
                <a:latin typeface="Klavika"/>
              </a:rPr>
              <a:t>tendríamos</a:t>
            </a:r>
            <a:r>
              <a:rPr lang="en-US" sz="1700" dirty="0">
                <a:effectLst/>
                <a:latin typeface="Klavika"/>
              </a:rPr>
              <a:t> que </a:t>
            </a:r>
            <a:r>
              <a:rPr lang="en-US" sz="1700" dirty="0" err="1">
                <a:effectLst/>
                <a:latin typeface="Klavika"/>
              </a:rPr>
              <a:t>indexar</a:t>
            </a:r>
            <a:r>
              <a:rPr lang="en-US" sz="1700" dirty="0">
                <a:effectLst/>
                <a:latin typeface="Klavika"/>
              </a:rPr>
              <a:t> </a:t>
            </a:r>
            <a:r>
              <a:rPr lang="en-US" sz="1700" dirty="0" err="1">
                <a:effectLst/>
                <a:latin typeface="Klavika"/>
              </a:rPr>
              <a:t>cada</a:t>
            </a:r>
            <a:r>
              <a:rPr lang="en-US" sz="1700" dirty="0">
                <a:effectLst/>
                <a:latin typeface="Klavika"/>
              </a:rPr>
              <a:t> "check-in" (</a:t>
            </a:r>
            <a:r>
              <a:rPr lang="en-US" sz="1700" dirty="0" err="1">
                <a:effectLst/>
                <a:latin typeface="Klavika"/>
              </a:rPr>
              <a:t>ya</a:t>
            </a:r>
            <a:r>
              <a:rPr lang="en-US" sz="1700" dirty="0">
                <a:effectLst/>
                <a:latin typeface="Klavika"/>
              </a:rPr>
              <a:t> que las </a:t>
            </a:r>
            <a:r>
              <a:rPr lang="en-US" sz="1700" dirty="0" err="1">
                <a:effectLst/>
                <a:latin typeface="Klavika"/>
              </a:rPr>
              <a:t>consultas</a:t>
            </a:r>
            <a:r>
              <a:rPr lang="en-US" sz="1700" dirty="0">
                <a:effectLst/>
                <a:latin typeface="Klavika"/>
              </a:rPr>
              <a:t> </a:t>
            </a:r>
            <a:r>
              <a:rPr lang="en-US" sz="1700" dirty="0" err="1">
                <a:effectLst/>
                <a:latin typeface="Klavika"/>
              </a:rPr>
              <a:t>pueden</a:t>
            </a:r>
            <a:r>
              <a:rPr lang="en-US" sz="1700" dirty="0">
                <a:effectLst/>
                <a:latin typeface="Klavika"/>
              </a:rPr>
              <a:t> </a:t>
            </a:r>
            <a:r>
              <a:rPr lang="en-US" sz="1700" dirty="0" err="1">
                <a:effectLst/>
                <a:latin typeface="Klavika"/>
              </a:rPr>
              <a:t>preguntar</a:t>
            </a:r>
            <a:r>
              <a:rPr lang="en-US" sz="1700" dirty="0">
                <a:effectLst/>
                <a:latin typeface="Klavika"/>
              </a:rPr>
              <a:t> </a:t>
            </a:r>
            <a:r>
              <a:rPr lang="en-US" sz="1700" dirty="0" err="1">
                <a:effectLst/>
                <a:latin typeface="Klavika"/>
              </a:rPr>
              <a:t>sobre</a:t>
            </a:r>
            <a:r>
              <a:rPr lang="en-US" sz="1700" dirty="0">
                <a:effectLst/>
                <a:latin typeface="Klavika"/>
              </a:rPr>
              <a:t> </a:t>
            </a:r>
            <a:r>
              <a:rPr lang="en-US" sz="1700" dirty="0" err="1">
                <a:effectLst/>
                <a:latin typeface="Klavika"/>
              </a:rPr>
              <a:t>esto</a:t>
            </a:r>
            <a:r>
              <a:rPr lang="en-US" sz="1700" dirty="0">
                <a:effectLst/>
                <a:latin typeface="Klavika"/>
              </a:rPr>
              <a:t>), </a:t>
            </a:r>
            <a:r>
              <a:rPr lang="en-US" sz="1700" dirty="0" err="1">
                <a:effectLst/>
                <a:latin typeface="Klavika"/>
              </a:rPr>
              <a:t>mientras</a:t>
            </a:r>
            <a:r>
              <a:rPr lang="en-US" sz="1700" dirty="0">
                <a:effectLst/>
                <a:latin typeface="Klavika"/>
              </a:rPr>
              <a:t> que </a:t>
            </a:r>
            <a:r>
              <a:rPr lang="en-US" sz="1700" dirty="0" err="1">
                <a:effectLst/>
                <a:latin typeface="Klavika"/>
              </a:rPr>
              <a:t>anteriormente</a:t>
            </a:r>
            <a:r>
              <a:rPr lang="en-US" sz="1700" dirty="0">
                <a:effectLst/>
                <a:latin typeface="Klavika"/>
              </a:rPr>
              <a:t> </a:t>
            </a:r>
            <a:r>
              <a:rPr lang="en-US" sz="1700" dirty="0" err="1">
                <a:effectLst/>
                <a:latin typeface="Klavika"/>
              </a:rPr>
              <a:t>podían</a:t>
            </a:r>
            <a:r>
              <a:rPr lang="en-US" sz="1700" dirty="0">
                <a:effectLst/>
                <a:latin typeface="Klavika"/>
              </a:rPr>
              <a:t> </a:t>
            </a:r>
            <a:r>
              <a:rPr lang="en-US" sz="1700" dirty="0" err="1">
                <a:effectLst/>
                <a:latin typeface="Klavika"/>
              </a:rPr>
              <a:t>agregar</a:t>
            </a:r>
            <a:r>
              <a:rPr lang="en-US" sz="1700" dirty="0">
                <a:effectLst/>
                <a:latin typeface="Klavika"/>
              </a:rPr>
              <a:t> </a:t>
            </a:r>
            <a:r>
              <a:rPr lang="en-US" sz="1700" dirty="0" err="1">
                <a:effectLst/>
                <a:latin typeface="Klavika"/>
              </a:rPr>
              <a:t>información</a:t>
            </a:r>
            <a:r>
              <a:rPr lang="en-US" sz="1700" dirty="0">
                <a:effectLst/>
                <a:latin typeface="Klavika"/>
              </a:rPr>
              <a:t> de check-in </a:t>
            </a:r>
            <a:r>
              <a:rPr lang="en-US" sz="1700" dirty="0" err="1">
                <a:effectLst/>
                <a:latin typeface="Klavika"/>
              </a:rPr>
              <a:t>ya</a:t>
            </a:r>
            <a:r>
              <a:rPr lang="en-US" sz="1700" dirty="0">
                <a:effectLst/>
                <a:latin typeface="Klavika"/>
              </a:rPr>
              <a:t> que solo se </a:t>
            </a:r>
            <a:r>
              <a:rPr lang="en-US" sz="1700" dirty="0" err="1">
                <a:effectLst/>
                <a:latin typeface="Klavika"/>
              </a:rPr>
              <a:t>usaba</a:t>
            </a:r>
            <a:r>
              <a:rPr lang="en-US" sz="1700" dirty="0">
                <a:effectLst/>
                <a:latin typeface="Klavika"/>
              </a:rPr>
              <a:t> </a:t>
            </a:r>
            <a:r>
              <a:rPr lang="en-US" sz="1700" dirty="0" err="1">
                <a:effectLst/>
                <a:latin typeface="Klavika"/>
              </a:rPr>
              <a:t>como</a:t>
            </a:r>
            <a:r>
              <a:rPr lang="en-US" sz="1700" dirty="0">
                <a:effectLst/>
                <a:latin typeface="Klavika"/>
              </a:rPr>
              <a:t> </a:t>
            </a:r>
            <a:r>
              <a:rPr lang="en-US" sz="1700" dirty="0" err="1">
                <a:effectLst/>
                <a:latin typeface="Klavika"/>
              </a:rPr>
              <a:t>una</a:t>
            </a:r>
            <a:r>
              <a:rPr lang="en-US" sz="1700" dirty="0">
                <a:effectLst/>
                <a:latin typeface="Klavika"/>
              </a:rPr>
              <a:t> </a:t>
            </a:r>
            <a:r>
              <a:rPr lang="en-US" sz="1700" dirty="0" err="1">
                <a:effectLst/>
                <a:latin typeface="Klavika"/>
              </a:rPr>
              <a:t>señal</a:t>
            </a:r>
            <a:r>
              <a:rPr lang="en-US" sz="1700" dirty="0">
                <a:effectLst/>
                <a:latin typeface="Klavika"/>
              </a:rPr>
              <a:t> de </a:t>
            </a:r>
            <a:r>
              <a:rPr lang="en-US" sz="1700" dirty="0" err="1">
                <a:effectLst/>
                <a:latin typeface="Klavika"/>
              </a:rPr>
              <a:t>clasificación</a:t>
            </a:r>
            <a:r>
              <a:rPr lang="en-US" sz="1700" dirty="0">
                <a:effectLst/>
                <a:latin typeface="Klavika"/>
              </a:rPr>
              <a:t>. Por lo tanto, </a:t>
            </a:r>
            <a:r>
              <a:rPr lang="en-US" sz="1700" dirty="0" err="1">
                <a:effectLst/>
                <a:latin typeface="Klavika"/>
              </a:rPr>
              <a:t>necesitaban</a:t>
            </a:r>
            <a:r>
              <a:rPr lang="en-US" sz="1700" dirty="0">
                <a:effectLst/>
                <a:latin typeface="Klavika"/>
              </a:rPr>
              <a:t> </a:t>
            </a:r>
            <a:r>
              <a:rPr lang="en-US" sz="1700" dirty="0" err="1">
                <a:effectLst/>
                <a:latin typeface="Klavika"/>
              </a:rPr>
              <a:t>una</a:t>
            </a:r>
            <a:r>
              <a:rPr lang="en-US" sz="1700" dirty="0">
                <a:effectLst/>
                <a:latin typeface="Klavika"/>
              </a:rPr>
              <a:t> </a:t>
            </a:r>
            <a:r>
              <a:rPr lang="en-US" sz="1700" dirty="0" err="1">
                <a:effectLst/>
                <a:latin typeface="Klavika"/>
              </a:rPr>
              <a:t>infraestructura</a:t>
            </a:r>
            <a:r>
              <a:rPr lang="en-US" sz="1700" dirty="0">
                <a:effectLst/>
                <a:latin typeface="Klavika"/>
              </a:rPr>
              <a:t> de </a:t>
            </a:r>
            <a:r>
              <a:rPr lang="en-US" sz="1700" dirty="0" err="1">
                <a:effectLst/>
                <a:latin typeface="Klavika"/>
              </a:rPr>
              <a:t>búsqueda</a:t>
            </a:r>
            <a:r>
              <a:rPr lang="en-US" sz="1700" dirty="0">
                <a:effectLst/>
                <a:latin typeface="Klavika"/>
              </a:rPr>
              <a:t> que </a:t>
            </a:r>
            <a:r>
              <a:rPr lang="en-US" sz="1700" dirty="0" err="1">
                <a:effectLst/>
                <a:latin typeface="Klavika"/>
              </a:rPr>
              <a:t>pudiera</a:t>
            </a:r>
            <a:r>
              <a:rPr lang="en-US" sz="1700" dirty="0">
                <a:effectLst/>
                <a:latin typeface="Klavika"/>
              </a:rPr>
              <a:t> </a:t>
            </a:r>
            <a:r>
              <a:rPr lang="en-US" sz="1700" dirty="0" err="1">
                <a:effectLst/>
                <a:latin typeface="Klavika"/>
              </a:rPr>
              <a:t>escalar</a:t>
            </a:r>
            <a:r>
              <a:rPr lang="en-US" sz="1700" dirty="0">
                <a:effectLst/>
                <a:latin typeface="Klavika"/>
              </a:rPr>
              <a:t>.  </a:t>
            </a:r>
          </a:p>
          <a:p>
            <a:pPr indent="-228600">
              <a:lnSpc>
                <a:spcPct val="90000"/>
              </a:lnSpc>
              <a:spcAft>
                <a:spcPts val="600"/>
              </a:spcAft>
              <a:buFont typeface="Arial" panose="020B0604020202020204" pitchFamily="34" charset="0"/>
              <a:buChar char="•"/>
            </a:pPr>
            <a:endParaRPr lang="en-US" sz="1700" dirty="0"/>
          </a:p>
        </p:txBody>
      </p:sp>
      <p:pic>
        <p:nvPicPr>
          <p:cNvPr id="3074" name="Picture 2" descr="What is Facebook's Graph Search? - H2S Media">
            <a:extLst>
              <a:ext uri="{FF2B5EF4-FFF2-40B4-BE49-F238E27FC236}">
                <a16:creationId xmlns:a16="http://schemas.microsoft.com/office/drawing/2014/main" id="{C78C72FD-5FE0-3C44-56CA-260E55DBEA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109502" y="1094631"/>
            <a:ext cx="3615776" cy="46806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6652783"/>
      </p:ext>
    </p:extLst>
  </p:cSld>
  <p:clrMapOvr>
    <a:masterClrMapping/>
  </p:clrMapOvr>
  <mc:AlternateContent xmlns:mc="http://schemas.openxmlformats.org/markup-compatibility/2006">
    <mc:Choice xmlns:p14="http://schemas.microsoft.com/office/powerpoint/2010/main" Requires="p14">
      <p:transition spd="slow" p14:dur="900">
        <p14:warp dir="in"/>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9" name="Rectangle 412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CBD8662-94E0-9E69-527D-7CD36AB2B808}"/>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3800" b="1" kern="1200">
                <a:solidFill>
                  <a:schemeClr val="tx1"/>
                </a:solidFill>
                <a:latin typeface="+mj-lt"/>
                <a:ea typeface="+mj-ea"/>
                <a:cs typeface="+mj-cs"/>
              </a:rPr>
              <a:t>La decisión de utilizar Unicornio</a:t>
            </a:r>
          </a:p>
        </p:txBody>
      </p:sp>
      <p:sp>
        <p:nvSpPr>
          <p:cNvPr id="4131"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C642D92-F1EC-F336-D18E-526D5346367A}"/>
              </a:ext>
            </a:extLst>
          </p:cNvPr>
          <p:cNvSpPr txBox="1"/>
          <p:nvPr/>
        </p:nvSpPr>
        <p:spPr>
          <a:xfrm>
            <a:off x="630936" y="2807208"/>
            <a:ext cx="3429000" cy="3410712"/>
          </a:xfrm>
          <a:prstGeom prst="rect">
            <a:avLst/>
          </a:prstGeom>
        </p:spPr>
        <p:txBody>
          <a:bodyPr vert="horz" lIns="91440" tIns="45720" rIns="91440" bIns="45720" rtlCol="0" anchor="t">
            <a:normAutofit/>
          </a:bodyPr>
          <a:lstStyle/>
          <a:p>
            <a:pPr indent="-228600">
              <a:lnSpc>
                <a:spcPct val="90000"/>
              </a:lnSpc>
              <a:spcAft>
                <a:spcPts val="600"/>
              </a:spcAft>
              <a:buFont typeface="Arial" panose="020B0604020202020204" pitchFamily="34" charset="0"/>
              <a:buChar char="•"/>
            </a:pPr>
            <a:endParaRPr lang="en-US" sz="1500"/>
          </a:p>
          <a:p>
            <a:pPr indent="-228600">
              <a:lnSpc>
                <a:spcPct val="90000"/>
              </a:lnSpc>
              <a:spcAft>
                <a:spcPts val="600"/>
              </a:spcAft>
              <a:buFont typeface="Arial" panose="020B0604020202020204" pitchFamily="34" charset="0"/>
              <a:buChar char="•"/>
            </a:pPr>
            <a:r>
              <a:rPr lang="en-US" sz="1500">
                <a:effectLst/>
              </a:rPr>
              <a:t>Dentro de Facebook se había estado desarrollando un sistema de índice invertido llamado Unicornio desde 2009. A finales de 2010, Unicornio se había utilizado en muchos proyectos de Facebook como una "base de datos" en memoria para buscar entidades según combinaciones de atributos. En 2011, se decidio ampliar Unicornio para que fuera un motor de búsqueda y migrar todos los backend de búsqueda existentes a Unicornio como el primer paso hacia la construcción de Graph Search </a:t>
            </a:r>
            <a:endParaRPr lang="en-US" sz="1500"/>
          </a:p>
        </p:txBody>
      </p:sp>
      <p:pic>
        <p:nvPicPr>
          <p:cNvPr id="4098" name="Picture 2" descr="Knowing the score: How Facebook's Graph Search knows what you want | Ars  Technica">
            <a:extLst>
              <a:ext uri="{FF2B5EF4-FFF2-40B4-BE49-F238E27FC236}">
                <a16:creationId xmlns:a16="http://schemas.microsoft.com/office/drawing/2014/main" id="{A5075B53-F93D-FD7B-91B4-F7E3AE07DCD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654296" y="1228439"/>
            <a:ext cx="6903720" cy="44011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92352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3250">
        <p15:prstTrans prst="origami"/>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60" name="Rectangle 2054">
            <a:extLst>
              <a:ext uri="{FF2B5EF4-FFF2-40B4-BE49-F238E27FC236}">
                <a16:creationId xmlns:a16="http://schemas.microsoft.com/office/drawing/2014/main" id="{3346177D-ADC4-4968-B747-5CFCD390B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CBD8662-94E0-9E69-527D-7CD36AB2B808}"/>
              </a:ext>
            </a:extLst>
          </p:cNvPr>
          <p:cNvSpPr>
            <a:spLocks noGrp="1"/>
          </p:cNvSpPr>
          <p:nvPr>
            <p:ph type="title"/>
          </p:nvPr>
        </p:nvSpPr>
        <p:spPr>
          <a:xfrm>
            <a:off x="5596501" y="489508"/>
            <a:ext cx="5754896" cy="1667569"/>
          </a:xfrm>
        </p:spPr>
        <p:txBody>
          <a:bodyPr vert="horz" lIns="91440" tIns="45720" rIns="91440" bIns="45720" rtlCol="0" anchor="b">
            <a:normAutofit/>
          </a:bodyPr>
          <a:lstStyle/>
          <a:p>
            <a:r>
              <a:rPr lang="en-US" sz="3700" b="1" kern="1200">
                <a:solidFill>
                  <a:schemeClr val="tx1"/>
                </a:solidFill>
                <a:latin typeface="+mj-lt"/>
                <a:ea typeface="+mj-ea"/>
                <a:cs typeface="+mj-cs"/>
              </a:rPr>
              <a:t>Los componentes principales de Unicornio son</a:t>
            </a:r>
          </a:p>
        </p:txBody>
      </p:sp>
      <p:pic>
        <p:nvPicPr>
          <p:cNvPr id="2050" name="Picture 2" descr="Facebook - Wikipedia, la enciclopedia libre">
            <a:extLst>
              <a:ext uri="{FF2B5EF4-FFF2-40B4-BE49-F238E27FC236}">
                <a16:creationId xmlns:a16="http://schemas.microsoft.com/office/drawing/2014/main" id="{D9E79A71-2A2F-A79C-185A-2A0654065831}"/>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068130" y="1275070"/>
            <a:ext cx="3876165" cy="387616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21CE964-7DE6-ADFD-FA10-303CC92D4734}"/>
              </a:ext>
            </a:extLst>
          </p:cNvPr>
          <p:cNvSpPr txBox="1"/>
          <p:nvPr/>
        </p:nvSpPr>
        <p:spPr>
          <a:xfrm>
            <a:off x="5596502" y="2405894"/>
            <a:ext cx="5754896" cy="3197464"/>
          </a:xfrm>
          <a:prstGeom prst="rect">
            <a:avLst/>
          </a:prstGeom>
        </p:spPr>
        <p:txBody>
          <a:bodyPr vert="horz" lIns="91440" tIns="45720" rIns="91440" bIns="45720" rtlCol="0" anchor="t">
            <a:normAutofit/>
          </a:bodyPr>
          <a:lstStyle/>
          <a:p>
            <a:pPr marL="342900" lvl="0" indent="-228600">
              <a:lnSpc>
                <a:spcPct val="90000"/>
              </a:lnSpc>
              <a:spcAft>
                <a:spcPts val="600"/>
              </a:spcAft>
              <a:buFont typeface="Arial" panose="020B0604020202020204" pitchFamily="34" charset="0"/>
              <a:buChar char="•"/>
            </a:pPr>
            <a:r>
              <a:rPr lang="en-US" sz="2000">
                <a:effectLst/>
              </a:rPr>
              <a:t>El índice: una asignación de muchos a muchos desde atributos (cadenas) a entidades (fbids). </a:t>
            </a:r>
          </a:p>
          <a:p>
            <a:pPr marL="342900" lvl="0" indent="-228600">
              <a:lnSpc>
                <a:spcPct val="90000"/>
              </a:lnSpc>
              <a:spcAft>
                <a:spcPts val="600"/>
              </a:spcAft>
              <a:buFont typeface="Arial" panose="020B0604020202020204" pitchFamily="34" charset="0"/>
              <a:buChar char="•"/>
            </a:pPr>
            <a:r>
              <a:rPr lang="en-US" sz="2000">
                <a:effectLst/>
              </a:rPr>
              <a:t>Un marco de trabajo para construir el índice a partir de otros datos persistentes y actualizaciones incrementales. </a:t>
            </a:r>
          </a:p>
          <a:p>
            <a:pPr marL="342900" lvl="0" indent="-228600">
              <a:lnSpc>
                <a:spcPct val="90000"/>
              </a:lnSpc>
              <a:spcAft>
                <a:spcPts val="600"/>
              </a:spcAft>
              <a:buFont typeface="Arial" panose="020B0604020202020204" pitchFamily="34" charset="0"/>
              <a:buChar char="•"/>
            </a:pPr>
            <a:r>
              <a:rPr lang="en-US" sz="2000">
                <a:effectLst/>
              </a:rPr>
              <a:t>Un marco de trabajo para recuperar entidades del índice según varios criterios de atributos.</a:t>
            </a:r>
          </a:p>
        </p:txBody>
      </p:sp>
      <p:sp>
        <p:nvSpPr>
          <p:cNvPr id="2061" name="Rectangle 2056">
            <a:extLst>
              <a:ext uri="{FF2B5EF4-FFF2-40B4-BE49-F238E27FC236}">
                <a16:creationId xmlns:a16="http://schemas.microsoft.com/office/drawing/2014/main" id="{0844A943-BF79-4FEA-ABB1-3BD54D2366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90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6437CC72-F4A8-4DC3-AFAB-D22C482C81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50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3473521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6" name="Rectangle 5125">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28" name="Rectangle 5127">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0" name="Rectangle 5129">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32" name="Rectangle 5131">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121" name="Picture 1" descr="TAO: The power of the graph - Engineering at Meta">
            <a:extLst>
              <a:ext uri="{FF2B5EF4-FFF2-40B4-BE49-F238E27FC236}">
                <a16:creationId xmlns:a16="http://schemas.microsoft.com/office/drawing/2014/main" id="{9FBC7CB8-CC6A-2B16-9749-AE33ADC9B795}"/>
              </a:ext>
            </a:extLst>
          </p:cNvPr>
          <p:cNvPicPr>
            <a:picLocks noChangeAspect="1" noChangeArrowheads="1"/>
          </p:cNvPicPr>
          <p:nvPr/>
        </p:nvPicPr>
        <p:blipFill rotWithShape="1">
          <a:blip r:embed="rId2" r:link="rId3">
            <a:extLst>
              <a:ext uri="{28A0092B-C50C-407E-A947-70E740481C1C}">
                <a14:useLocalDpi xmlns:a14="http://schemas.microsoft.com/office/drawing/2010/main" val="0"/>
              </a:ext>
            </a:extLst>
          </a:blip>
          <a:srcRect b="6306"/>
          <a:stretch>
            <a:fillRect/>
          </a:stretch>
        </p:blipFill>
        <p:spPr bwMode="auto">
          <a:xfrm>
            <a:off x="457200" y="457200"/>
            <a:ext cx="11277600" cy="59436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
            <a:extLst>
              <a:ext uri="{FF2B5EF4-FFF2-40B4-BE49-F238E27FC236}">
                <a16:creationId xmlns:a16="http://schemas.microsoft.com/office/drawing/2014/main" id="{9AB666B9-7D91-4EF0-D2B2-1003C5C02E99}"/>
              </a:ext>
            </a:extLst>
          </p:cNvPr>
          <p:cNvSpPr>
            <a:spLocks noChangeArrowheads="1"/>
          </p:cNvSpPr>
          <p:nvPr/>
        </p:nvSpPr>
        <p:spPr bwMode="auto">
          <a:xfrm>
            <a:off x="974124" y="444843"/>
            <a:ext cx="18947979"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CR"/>
          </a:p>
        </p:txBody>
      </p:sp>
    </p:spTree>
    <p:extLst>
      <p:ext uri="{BB962C8B-B14F-4D97-AF65-F5344CB8AC3E}">
        <p14:creationId xmlns:p14="http://schemas.microsoft.com/office/powerpoint/2010/main" val="17872955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group of people walking on glass floor&#10;&#10;Description automatically generated">
            <a:extLst>
              <a:ext uri="{FF2B5EF4-FFF2-40B4-BE49-F238E27FC236}">
                <a16:creationId xmlns:a16="http://schemas.microsoft.com/office/drawing/2014/main" id="{7E5D84E4-33EB-FA28-E596-B205EE5A98C0}"/>
              </a:ext>
            </a:extLst>
          </p:cNvPr>
          <p:cNvPicPr>
            <a:picLocks noChangeAspect="1"/>
          </p:cNvPicPr>
          <p:nvPr/>
        </p:nvPicPr>
        <p:blipFill rotWithShape="1">
          <a:blip r:embed="rId2">
            <a:alphaModFix amt="50000"/>
            <a:extLst>
              <a:ext uri="{837473B0-CC2E-450A-ABE3-18F120FF3D39}">
                <a1611:picAttrSrcUrl xmlns:a1611="http://schemas.microsoft.com/office/drawing/2016/11/main" r:id="rId3"/>
              </a:ext>
            </a:extLst>
          </a:blip>
          <a:srcRect l="3029" r="17879"/>
          <a:stretch/>
        </p:blipFill>
        <p:spPr>
          <a:xfrm>
            <a:off x="20" y="10"/>
            <a:ext cx="12188930" cy="6857990"/>
          </a:xfrm>
          <a:prstGeom prst="rect">
            <a:avLst/>
          </a:prstGeom>
          <a:noFill/>
        </p:spPr>
      </p:pic>
      <p:sp>
        <p:nvSpPr>
          <p:cNvPr id="2" name="Title 1">
            <a:extLst>
              <a:ext uri="{FF2B5EF4-FFF2-40B4-BE49-F238E27FC236}">
                <a16:creationId xmlns:a16="http://schemas.microsoft.com/office/drawing/2014/main" id="{9D474521-0EB3-9B29-B6DF-8590C900F764}"/>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8000" b="1" dirty="0">
                <a:solidFill>
                  <a:schemeClr val="bg1"/>
                </a:solidFill>
              </a:rPr>
              <a:t>Gracias !!!</a:t>
            </a:r>
          </a:p>
        </p:txBody>
      </p:sp>
      <p:sp>
        <p:nvSpPr>
          <p:cNvPr id="1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311087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499</TotalTime>
  <Words>597</Words>
  <Application>Microsoft Office PowerPoint</Application>
  <PresentationFormat>Panorámica</PresentationFormat>
  <Paragraphs>37</Paragraphs>
  <Slides>12</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Arial</vt:lpstr>
      <vt:lpstr>Calibri</vt:lpstr>
      <vt:lpstr>Calibri Light</vt:lpstr>
      <vt:lpstr>Klavika</vt:lpstr>
      <vt:lpstr>Times New Roman</vt:lpstr>
      <vt:lpstr>Office Theme</vt:lpstr>
      <vt:lpstr>Estructuras de Facebook </vt:lpstr>
      <vt:lpstr>¿Qué es Facebook?</vt:lpstr>
      <vt:lpstr>Facebook utiliza la estructura de datos de Grafos para representar y gestionar las conexiones y relaciones entre usuarios, páginas, grupos y otras entidades </vt:lpstr>
      <vt:lpstr>Algunas formas en las que Facebook utiliza la estructura de datos de Grafos </vt:lpstr>
      <vt:lpstr>Diferentes sistemas que Facebook maneja</vt:lpstr>
      <vt:lpstr>Algunas formas en las que Facebook utiliza la estructura de datos de Grafos </vt:lpstr>
      <vt:lpstr>Un curso intensivo sobre la estructura de Grafos </vt:lpstr>
      <vt:lpstr>Graph Search  </vt:lpstr>
      <vt:lpstr>La decisión de utilizar Unicornio</vt:lpstr>
      <vt:lpstr>Los componentes principales de Unicornio son</vt:lpstr>
      <vt:lpstr>Presentación de PowerPoint</vt:lpstr>
      <vt:lpstr>Gracias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Estructuras de Facebook </dc:title>
  <dc:creator>Nadia Ugalde</dc:creator>
  <cp:lastModifiedBy>Erick Hernández Ugalde</cp:lastModifiedBy>
  <cp:revision>3</cp:revision>
  <dcterms:created xsi:type="dcterms:W3CDTF">2023-07-10T04:08:15Z</dcterms:created>
  <dcterms:modified xsi:type="dcterms:W3CDTF">2023-07-14T03:24:00Z</dcterms:modified>
</cp:coreProperties>
</file>