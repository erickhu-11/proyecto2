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4" r:id="rId9"/>
    <p:sldId id="265" r:id="rId10"/>
    <p:sldId id="266" r:id="rId11"/>
  </p:sldIdLst>
  <p:sldSz cx="12192000" cy="6858000"/>
  <p:notesSz cx="6858000" cy="9144000"/>
  <p:defaultTextStyle>
    <a:defPPr>
      <a:defRPr lang="en-C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9243"/>
    <p:restoredTop sz="94694"/>
  </p:normalViewPr>
  <p:slideViewPr>
    <p:cSldViewPr snapToGrid="0">
      <p:cViewPr varScale="1">
        <p:scale>
          <a:sx n="104" d="100"/>
          <a:sy n="104" d="100"/>
        </p:scale>
        <p:origin x="232" y="56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diagrams/_rels/data1.xml.rels><?xml version="1.0" encoding="UTF-8" standalone="yes"?>
<Relationships xmlns="http://schemas.openxmlformats.org/package/2006/relationships"><Relationship Id="rId8" Type="http://schemas.openxmlformats.org/officeDocument/2006/relationships/image" Target="../media/image11.svg"/><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image" Target="../media/image5.svg"/><Relationship Id="rId1" Type="http://schemas.openxmlformats.org/officeDocument/2006/relationships/image" Target="../media/image4.png"/><Relationship Id="rId6" Type="http://schemas.openxmlformats.org/officeDocument/2006/relationships/image" Target="../media/image9.svg"/><Relationship Id="rId5" Type="http://schemas.openxmlformats.org/officeDocument/2006/relationships/image" Target="../media/image8.png"/><Relationship Id="rId10" Type="http://schemas.openxmlformats.org/officeDocument/2006/relationships/image" Target="../media/image13.svg"/><Relationship Id="rId4" Type="http://schemas.openxmlformats.org/officeDocument/2006/relationships/image" Target="../media/image7.svg"/><Relationship Id="rId9" Type="http://schemas.openxmlformats.org/officeDocument/2006/relationships/image" Target="../media/image12.png"/></Relationships>
</file>

<file path=ppt/diagrams/_rels/data2.xml.rels><?xml version="1.0" encoding="UTF-8" standalone="yes"?>
<Relationships xmlns="http://schemas.openxmlformats.org/package/2006/relationships"><Relationship Id="rId8" Type="http://schemas.openxmlformats.org/officeDocument/2006/relationships/image" Target="../media/image21.svg"/><Relationship Id="rId3" Type="http://schemas.openxmlformats.org/officeDocument/2006/relationships/image" Target="../media/image16.png"/><Relationship Id="rId7" Type="http://schemas.openxmlformats.org/officeDocument/2006/relationships/image" Target="../media/image20.png"/><Relationship Id="rId12" Type="http://schemas.openxmlformats.org/officeDocument/2006/relationships/image" Target="../media/image25.svg"/><Relationship Id="rId2" Type="http://schemas.openxmlformats.org/officeDocument/2006/relationships/image" Target="../media/image15.svg"/><Relationship Id="rId1" Type="http://schemas.openxmlformats.org/officeDocument/2006/relationships/image" Target="../media/image14.png"/><Relationship Id="rId6" Type="http://schemas.openxmlformats.org/officeDocument/2006/relationships/image" Target="../media/image19.svg"/><Relationship Id="rId11" Type="http://schemas.openxmlformats.org/officeDocument/2006/relationships/image" Target="../media/image24.png"/><Relationship Id="rId5" Type="http://schemas.openxmlformats.org/officeDocument/2006/relationships/image" Target="../media/image18.png"/><Relationship Id="rId10" Type="http://schemas.openxmlformats.org/officeDocument/2006/relationships/image" Target="../media/image23.svg"/><Relationship Id="rId4" Type="http://schemas.openxmlformats.org/officeDocument/2006/relationships/image" Target="../media/image17.svg"/><Relationship Id="rId9" Type="http://schemas.openxmlformats.org/officeDocument/2006/relationships/image" Target="../media/image22.png"/></Relationships>
</file>

<file path=ppt/diagrams/_rels/drawing1.xml.rels><?xml version="1.0" encoding="UTF-8" standalone="yes"?>
<Relationships xmlns="http://schemas.openxmlformats.org/package/2006/relationships"><Relationship Id="rId8" Type="http://schemas.openxmlformats.org/officeDocument/2006/relationships/image" Target="../media/image11.svg"/><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image" Target="../media/image5.svg"/><Relationship Id="rId1" Type="http://schemas.openxmlformats.org/officeDocument/2006/relationships/image" Target="../media/image4.png"/><Relationship Id="rId6" Type="http://schemas.openxmlformats.org/officeDocument/2006/relationships/image" Target="../media/image9.svg"/><Relationship Id="rId5" Type="http://schemas.openxmlformats.org/officeDocument/2006/relationships/image" Target="../media/image8.png"/><Relationship Id="rId10" Type="http://schemas.openxmlformats.org/officeDocument/2006/relationships/image" Target="../media/image13.svg"/><Relationship Id="rId4" Type="http://schemas.openxmlformats.org/officeDocument/2006/relationships/image" Target="../media/image7.svg"/><Relationship Id="rId9" Type="http://schemas.openxmlformats.org/officeDocument/2006/relationships/image" Target="../media/image12.png"/></Relationships>
</file>

<file path=ppt/diagrams/_rels/drawing2.xml.rels><?xml version="1.0" encoding="UTF-8" standalone="yes"?>
<Relationships xmlns="http://schemas.openxmlformats.org/package/2006/relationships"><Relationship Id="rId8" Type="http://schemas.openxmlformats.org/officeDocument/2006/relationships/image" Target="../media/image21.svg"/><Relationship Id="rId3" Type="http://schemas.openxmlformats.org/officeDocument/2006/relationships/image" Target="../media/image16.png"/><Relationship Id="rId7" Type="http://schemas.openxmlformats.org/officeDocument/2006/relationships/image" Target="../media/image20.png"/><Relationship Id="rId12" Type="http://schemas.openxmlformats.org/officeDocument/2006/relationships/image" Target="../media/image25.svg"/><Relationship Id="rId2" Type="http://schemas.openxmlformats.org/officeDocument/2006/relationships/image" Target="../media/image15.svg"/><Relationship Id="rId1" Type="http://schemas.openxmlformats.org/officeDocument/2006/relationships/image" Target="../media/image14.png"/><Relationship Id="rId6" Type="http://schemas.openxmlformats.org/officeDocument/2006/relationships/image" Target="../media/image19.svg"/><Relationship Id="rId11" Type="http://schemas.openxmlformats.org/officeDocument/2006/relationships/image" Target="../media/image24.png"/><Relationship Id="rId5" Type="http://schemas.openxmlformats.org/officeDocument/2006/relationships/image" Target="../media/image18.png"/><Relationship Id="rId10" Type="http://schemas.openxmlformats.org/officeDocument/2006/relationships/image" Target="../media/image23.svg"/><Relationship Id="rId4" Type="http://schemas.openxmlformats.org/officeDocument/2006/relationships/image" Target="../media/image17.svg"/><Relationship Id="rId9" Type="http://schemas.openxmlformats.org/officeDocument/2006/relationships/image" Target="../media/image22.pn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18/5/colors/Iconchunking_neutralbg_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a:alpha val="0"/>
      </a:schemeClr>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68D4F176-7B26-4375-9294-09A551D68D8A}" type="doc">
      <dgm:prSet loTypeId="urn:microsoft.com/office/officeart/2018/2/layout/IconCircleList" loCatId="icon" qsTypeId="urn:microsoft.com/office/officeart/2005/8/quickstyle/simple1" qsCatId="simple" csTypeId="urn:microsoft.com/office/officeart/2005/8/colors/accent1_2" csCatId="accent1" phldr="1"/>
      <dgm:spPr/>
      <dgm:t>
        <a:bodyPr/>
        <a:lstStyle/>
        <a:p>
          <a:endParaRPr lang="en-US"/>
        </a:p>
      </dgm:t>
    </dgm:pt>
    <dgm:pt modelId="{939FDF45-AB44-45CE-BA52-D3532C277194}">
      <dgm:prSet/>
      <dgm:spPr/>
      <dgm:t>
        <a:bodyPr/>
        <a:lstStyle/>
        <a:p>
          <a:pPr>
            <a:lnSpc>
              <a:spcPct val="100000"/>
            </a:lnSpc>
          </a:pPr>
          <a:r>
            <a:rPr lang="en-US"/>
            <a:t>Grafo Social: El núcleo del modelo de datos de Facebook es el Grafo Social, que representa las relaciones entre los usuarios </a:t>
          </a:r>
        </a:p>
      </dgm:t>
    </dgm:pt>
    <dgm:pt modelId="{FB5586BE-A819-4CC7-B9F7-DB5098CD1CD1}" type="parTrans" cxnId="{FD4AB15B-374F-4E57-AC62-7AA4F31DACC5}">
      <dgm:prSet/>
      <dgm:spPr/>
      <dgm:t>
        <a:bodyPr/>
        <a:lstStyle/>
        <a:p>
          <a:endParaRPr lang="en-US"/>
        </a:p>
      </dgm:t>
    </dgm:pt>
    <dgm:pt modelId="{523D7F94-8AD4-4660-86A4-DCE1B3BC9B07}" type="sibTrans" cxnId="{FD4AB15B-374F-4E57-AC62-7AA4F31DACC5}">
      <dgm:prSet/>
      <dgm:spPr/>
      <dgm:t>
        <a:bodyPr/>
        <a:lstStyle/>
        <a:p>
          <a:pPr>
            <a:lnSpc>
              <a:spcPct val="100000"/>
            </a:lnSpc>
          </a:pPr>
          <a:endParaRPr lang="en-US"/>
        </a:p>
      </dgm:t>
    </dgm:pt>
    <dgm:pt modelId="{AC8229B9-8448-46CA-BDF7-9B2DB6C228BD}">
      <dgm:prSet/>
      <dgm:spPr/>
      <dgm:t>
        <a:bodyPr/>
        <a:lstStyle/>
        <a:p>
          <a:pPr>
            <a:lnSpc>
              <a:spcPct val="100000"/>
            </a:lnSpc>
          </a:pPr>
          <a:r>
            <a:rPr lang="en-US"/>
            <a:t>Me gusta de Páginas: Las Páginas de Facebook, que representan negocios, figuras públicas u organizaciones, pueden ser "me gustadas" por los usuarios</a:t>
          </a:r>
        </a:p>
      </dgm:t>
    </dgm:pt>
    <dgm:pt modelId="{9B54E835-4BB9-4C3B-9EEF-59999FC674C4}" type="parTrans" cxnId="{5243FA6C-FF2E-41FB-9047-BA1F0EC1C8B5}">
      <dgm:prSet/>
      <dgm:spPr/>
      <dgm:t>
        <a:bodyPr/>
        <a:lstStyle/>
        <a:p>
          <a:endParaRPr lang="en-US"/>
        </a:p>
      </dgm:t>
    </dgm:pt>
    <dgm:pt modelId="{4ED8F600-74AA-4BA2-867C-3392123D4CA7}" type="sibTrans" cxnId="{5243FA6C-FF2E-41FB-9047-BA1F0EC1C8B5}">
      <dgm:prSet/>
      <dgm:spPr/>
      <dgm:t>
        <a:bodyPr/>
        <a:lstStyle/>
        <a:p>
          <a:pPr>
            <a:lnSpc>
              <a:spcPct val="100000"/>
            </a:lnSpc>
          </a:pPr>
          <a:endParaRPr lang="en-US"/>
        </a:p>
      </dgm:t>
    </dgm:pt>
    <dgm:pt modelId="{BF0B1603-7BAF-4547-8670-31DAA60B9AAC}">
      <dgm:prSet/>
      <dgm:spPr/>
      <dgm:t>
        <a:bodyPr/>
        <a:lstStyle/>
        <a:p>
          <a:pPr>
            <a:lnSpc>
              <a:spcPct val="100000"/>
            </a:lnSpc>
          </a:pPr>
          <a:r>
            <a:rPr lang="en-US"/>
            <a:t>Pertenencia a Grupos: Los Grupos de Facebook proporcionan una forma para que los usuarios con intereses comunes se conecten e interactúen </a:t>
          </a:r>
        </a:p>
      </dgm:t>
    </dgm:pt>
    <dgm:pt modelId="{7470F123-05BB-48CA-8CC2-1C2B39C99789}" type="parTrans" cxnId="{878327DA-7D5C-4A57-B320-5EA9971FF225}">
      <dgm:prSet/>
      <dgm:spPr/>
      <dgm:t>
        <a:bodyPr/>
        <a:lstStyle/>
        <a:p>
          <a:endParaRPr lang="en-US"/>
        </a:p>
      </dgm:t>
    </dgm:pt>
    <dgm:pt modelId="{3C0EF41B-D2B2-4A2F-9BAE-B4CCD14B4761}" type="sibTrans" cxnId="{878327DA-7D5C-4A57-B320-5EA9971FF225}">
      <dgm:prSet/>
      <dgm:spPr/>
      <dgm:t>
        <a:bodyPr/>
        <a:lstStyle/>
        <a:p>
          <a:pPr>
            <a:lnSpc>
              <a:spcPct val="100000"/>
            </a:lnSpc>
          </a:pPr>
          <a:endParaRPr lang="en-US"/>
        </a:p>
      </dgm:t>
    </dgm:pt>
    <dgm:pt modelId="{B8FC8626-1109-4476-9143-264F88EDB8ED}">
      <dgm:prSet/>
      <dgm:spPr/>
      <dgm:t>
        <a:bodyPr/>
        <a:lstStyle/>
        <a:p>
          <a:pPr>
            <a:lnSpc>
              <a:spcPct val="100000"/>
            </a:lnSpc>
          </a:pPr>
          <a:r>
            <a:rPr lang="en-US"/>
            <a:t>Recomendaciones: Facebook aprovecha la estructura de datos del Grafo para potenciar sus sistemas de recomendación </a:t>
          </a:r>
        </a:p>
      </dgm:t>
    </dgm:pt>
    <dgm:pt modelId="{F38ED41E-86B0-4BCE-9E3A-6C5A76F0D78F}" type="parTrans" cxnId="{8E3A3A04-7891-4BCF-B143-D7EB905D6E34}">
      <dgm:prSet/>
      <dgm:spPr/>
      <dgm:t>
        <a:bodyPr/>
        <a:lstStyle/>
        <a:p>
          <a:endParaRPr lang="en-US"/>
        </a:p>
      </dgm:t>
    </dgm:pt>
    <dgm:pt modelId="{3B6B0A8F-E82B-4FE3-8528-C6FA4A0BB032}" type="sibTrans" cxnId="{8E3A3A04-7891-4BCF-B143-D7EB905D6E34}">
      <dgm:prSet/>
      <dgm:spPr/>
      <dgm:t>
        <a:bodyPr/>
        <a:lstStyle/>
        <a:p>
          <a:pPr>
            <a:lnSpc>
              <a:spcPct val="100000"/>
            </a:lnSpc>
          </a:pPr>
          <a:endParaRPr lang="en-US"/>
        </a:p>
      </dgm:t>
    </dgm:pt>
    <dgm:pt modelId="{9DD0F5DF-3823-4CB9-9443-8E12FA7AF3C2}">
      <dgm:prSet/>
      <dgm:spPr/>
      <dgm:t>
        <a:bodyPr/>
        <a:lstStyle/>
        <a:p>
          <a:pPr>
            <a:lnSpc>
              <a:spcPct val="100000"/>
            </a:lnSpc>
          </a:pPr>
          <a:r>
            <a:rPr lang="en-US"/>
            <a:t>Análisis de datos: Facebook utiliza algoritmos y técnicas de análisis de grafos para extraer información y comprender el comportamiento de sus usuarios </a:t>
          </a:r>
        </a:p>
      </dgm:t>
    </dgm:pt>
    <dgm:pt modelId="{A40E3D64-42EA-44D9-8920-3C2014EB4B9B}" type="parTrans" cxnId="{ACBF780E-682F-467B-B49C-7BBFA2C851D2}">
      <dgm:prSet/>
      <dgm:spPr/>
      <dgm:t>
        <a:bodyPr/>
        <a:lstStyle/>
        <a:p>
          <a:endParaRPr lang="en-US"/>
        </a:p>
      </dgm:t>
    </dgm:pt>
    <dgm:pt modelId="{5F9DA1A9-3337-4F4B-A43F-196A1C11B4B9}" type="sibTrans" cxnId="{ACBF780E-682F-467B-B49C-7BBFA2C851D2}">
      <dgm:prSet/>
      <dgm:spPr/>
      <dgm:t>
        <a:bodyPr/>
        <a:lstStyle/>
        <a:p>
          <a:endParaRPr lang="en-US"/>
        </a:p>
      </dgm:t>
    </dgm:pt>
    <dgm:pt modelId="{169846A7-05F4-4194-991E-41F63B8460E1}" type="pres">
      <dgm:prSet presAssocID="{68D4F176-7B26-4375-9294-09A551D68D8A}" presName="root" presStyleCnt="0">
        <dgm:presLayoutVars>
          <dgm:dir/>
          <dgm:resizeHandles val="exact"/>
        </dgm:presLayoutVars>
      </dgm:prSet>
      <dgm:spPr/>
    </dgm:pt>
    <dgm:pt modelId="{99CC648A-A471-480B-ADDB-CA962A90D62B}" type="pres">
      <dgm:prSet presAssocID="{68D4F176-7B26-4375-9294-09A551D68D8A}" presName="container" presStyleCnt="0">
        <dgm:presLayoutVars>
          <dgm:dir/>
          <dgm:resizeHandles val="exact"/>
        </dgm:presLayoutVars>
      </dgm:prSet>
      <dgm:spPr/>
    </dgm:pt>
    <dgm:pt modelId="{577552BA-DDA6-4A5B-BADC-9DF2C863D407}" type="pres">
      <dgm:prSet presAssocID="{939FDF45-AB44-45CE-BA52-D3532C277194}" presName="compNode" presStyleCnt="0"/>
      <dgm:spPr/>
    </dgm:pt>
    <dgm:pt modelId="{777CF55A-A1BE-44E0-9CB2-0E8FE8CFA7EF}" type="pres">
      <dgm:prSet presAssocID="{939FDF45-AB44-45CE-BA52-D3532C277194}" presName="iconBgRect" presStyleLbl="bgShp" presStyleIdx="0" presStyleCnt="5"/>
      <dgm:spPr/>
    </dgm:pt>
    <dgm:pt modelId="{3141D7A7-8447-483A-85E6-D15165ACB93D}" type="pres">
      <dgm:prSet presAssocID="{939FDF45-AB44-45CE-BA52-D3532C277194}" presName="iconRect" presStyleLbl="node1" presStyleIdx="0" presStyleCnt="5"/>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Network"/>
        </a:ext>
      </dgm:extLst>
    </dgm:pt>
    <dgm:pt modelId="{61775508-F7AF-47FC-AED8-593649A010DA}" type="pres">
      <dgm:prSet presAssocID="{939FDF45-AB44-45CE-BA52-D3532C277194}" presName="spaceRect" presStyleCnt="0"/>
      <dgm:spPr/>
    </dgm:pt>
    <dgm:pt modelId="{BB4B8899-0B27-4BDE-B8BE-17D219029B93}" type="pres">
      <dgm:prSet presAssocID="{939FDF45-AB44-45CE-BA52-D3532C277194}" presName="textRect" presStyleLbl="revTx" presStyleIdx="0" presStyleCnt="5">
        <dgm:presLayoutVars>
          <dgm:chMax val="1"/>
          <dgm:chPref val="1"/>
        </dgm:presLayoutVars>
      </dgm:prSet>
      <dgm:spPr/>
    </dgm:pt>
    <dgm:pt modelId="{CC7B6542-57EB-4081-A8D6-5FA351A8EDAD}" type="pres">
      <dgm:prSet presAssocID="{523D7F94-8AD4-4660-86A4-DCE1B3BC9B07}" presName="sibTrans" presStyleLbl="sibTrans2D1" presStyleIdx="0" presStyleCnt="0"/>
      <dgm:spPr/>
    </dgm:pt>
    <dgm:pt modelId="{6988AB2F-F12F-495D-88CC-2603E22FE277}" type="pres">
      <dgm:prSet presAssocID="{AC8229B9-8448-46CA-BDF7-9B2DB6C228BD}" presName="compNode" presStyleCnt="0"/>
      <dgm:spPr/>
    </dgm:pt>
    <dgm:pt modelId="{2CC5084D-8F60-439A-A51E-9BCFF9EEB5D1}" type="pres">
      <dgm:prSet presAssocID="{AC8229B9-8448-46CA-BDF7-9B2DB6C228BD}" presName="iconBgRect" presStyleLbl="bgShp" presStyleIdx="1" presStyleCnt="5"/>
      <dgm:spPr/>
    </dgm:pt>
    <dgm:pt modelId="{B2F0C788-3CCF-4804-B5F7-06EEB63B08EC}" type="pres">
      <dgm:prSet presAssocID="{AC8229B9-8448-46CA-BDF7-9B2DB6C228BD}" presName="iconRect" presStyleLbl="node1" presStyleIdx="1" presStyleCnt="5"/>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Japanese Dolls"/>
        </a:ext>
      </dgm:extLst>
    </dgm:pt>
    <dgm:pt modelId="{A3CEF55E-485E-47D8-B0B4-5DD10D598E96}" type="pres">
      <dgm:prSet presAssocID="{AC8229B9-8448-46CA-BDF7-9B2DB6C228BD}" presName="spaceRect" presStyleCnt="0"/>
      <dgm:spPr/>
    </dgm:pt>
    <dgm:pt modelId="{6F53A0B4-DD19-48B2-BB85-886375548E4B}" type="pres">
      <dgm:prSet presAssocID="{AC8229B9-8448-46CA-BDF7-9B2DB6C228BD}" presName="textRect" presStyleLbl="revTx" presStyleIdx="1" presStyleCnt="5">
        <dgm:presLayoutVars>
          <dgm:chMax val="1"/>
          <dgm:chPref val="1"/>
        </dgm:presLayoutVars>
      </dgm:prSet>
      <dgm:spPr/>
    </dgm:pt>
    <dgm:pt modelId="{13137091-8944-4E04-BCD9-B8DEF7878B3D}" type="pres">
      <dgm:prSet presAssocID="{4ED8F600-74AA-4BA2-867C-3392123D4CA7}" presName="sibTrans" presStyleLbl="sibTrans2D1" presStyleIdx="0" presStyleCnt="0"/>
      <dgm:spPr/>
    </dgm:pt>
    <dgm:pt modelId="{F5E0AE61-E484-43E6-A052-F6157BF42F01}" type="pres">
      <dgm:prSet presAssocID="{BF0B1603-7BAF-4547-8670-31DAA60B9AAC}" presName="compNode" presStyleCnt="0"/>
      <dgm:spPr/>
    </dgm:pt>
    <dgm:pt modelId="{FF938ECA-FCD2-4CEC-A66A-C8B8F0604260}" type="pres">
      <dgm:prSet presAssocID="{BF0B1603-7BAF-4547-8670-31DAA60B9AAC}" presName="iconBgRect" presStyleLbl="bgShp" presStyleIdx="2" presStyleCnt="5"/>
      <dgm:spPr/>
    </dgm:pt>
    <dgm:pt modelId="{4D1F0F51-C1D2-43B1-9D0F-B46C7E2087CC}" type="pres">
      <dgm:prSet presAssocID="{BF0B1603-7BAF-4547-8670-31DAA60B9AAC}" presName="iconRect" presStyleLbl="node1" presStyleIdx="2" presStyleCnt="5"/>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dgm:spPr>
      <dgm:extLst>
        <a:ext uri="{E40237B7-FDA0-4F09-8148-C483321AD2D9}">
          <dgm14:cNvPr xmlns:dgm14="http://schemas.microsoft.com/office/drawing/2010/diagram" id="0" name="" descr="Users"/>
        </a:ext>
      </dgm:extLst>
    </dgm:pt>
    <dgm:pt modelId="{3B9971B8-9B86-47A1-B5EF-4C6441014623}" type="pres">
      <dgm:prSet presAssocID="{BF0B1603-7BAF-4547-8670-31DAA60B9AAC}" presName="spaceRect" presStyleCnt="0"/>
      <dgm:spPr/>
    </dgm:pt>
    <dgm:pt modelId="{1BED5348-6BF5-46A0-9963-FB7A1013CA3A}" type="pres">
      <dgm:prSet presAssocID="{BF0B1603-7BAF-4547-8670-31DAA60B9AAC}" presName="textRect" presStyleLbl="revTx" presStyleIdx="2" presStyleCnt="5">
        <dgm:presLayoutVars>
          <dgm:chMax val="1"/>
          <dgm:chPref val="1"/>
        </dgm:presLayoutVars>
      </dgm:prSet>
      <dgm:spPr/>
    </dgm:pt>
    <dgm:pt modelId="{C70BA8FC-3BA2-4D05-A60D-DC1B0BFD50F8}" type="pres">
      <dgm:prSet presAssocID="{3C0EF41B-D2B2-4A2F-9BAE-B4CCD14B4761}" presName="sibTrans" presStyleLbl="sibTrans2D1" presStyleIdx="0" presStyleCnt="0"/>
      <dgm:spPr/>
    </dgm:pt>
    <dgm:pt modelId="{21E8AE0F-5DC3-4444-8751-8F5A40B45082}" type="pres">
      <dgm:prSet presAssocID="{B8FC8626-1109-4476-9143-264F88EDB8ED}" presName="compNode" presStyleCnt="0"/>
      <dgm:spPr/>
    </dgm:pt>
    <dgm:pt modelId="{209FE4C9-9616-4073-B904-FC79AD9B31EE}" type="pres">
      <dgm:prSet presAssocID="{B8FC8626-1109-4476-9143-264F88EDB8ED}" presName="iconBgRect" presStyleLbl="bgShp" presStyleIdx="3" presStyleCnt="5"/>
      <dgm:spPr/>
    </dgm:pt>
    <dgm:pt modelId="{2101DB57-CEB8-47DE-B927-05EA8A6AC5C9}" type="pres">
      <dgm:prSet presAssocID="{B8FC8626-1109-4476-9143-264F88EDB8ED}" presName="iconRect" presStyleLbl="node1" presStyleIdx="3" presStyleCnt="5"/>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dgm:spPr>
      <dgm:extLst>
        <a:ext uri="{E40237B7-FDA0-4F09-8148-C483321AD2D9}">
          <dgm14:cNvPr xmlns:dgm14="http://schemas.microsoft.com/office/drawing/2010/diagram" id="0" name="" descr="Statistics"/>
        </a:ext>
      </dgm:extLst>
    </dgm:pt>
    <dgm:pt modelId="{CBB4EDE1-0B2E-44E5-A184-8080741DEDDC}" type="pres">
      <dgm:prSet presAssocID="{B8FC8626-1109-4476-9143-264F88EDB8ED}" presName="spaceRect" presStyleCnt="0"/>
      <dgm:spPr/>
    </dgm:pt>
    <dgm:pt modelId="{840F61B2-C8AF-4FF2-87B5-5556FE74C6EB}" type="pres">
      <dgm:prSet presAssocID="{B8FC8626-1109-4476-9143-264F88EDB8ED}" presName="textRect" presStyleLbl="revTx" presStyleIdx="3" presStyleCnt="5">
        <dgm:presLayoutVars>
          <dgm:chMax val="1"/>
          <dgm:chPref val="1"/>
        </dgm:presLayoutVars>
      </dgm:prSet>
      <dgm:spPr/>
    </dgm:pt>
    <dgm:pt modelId="{68E4DAE2-C63E-4A59-BCE0-1F7AE72FDF1B}" type="pres">
      <dgm:prSet presAssocID="{3B6B0A8F-E82B-4FE3-8528-C6FA4A0BB032}" presName="sibTrans" presStyleLbl="sibTrans2D1" presStyleIdx="0" presStyleCnt="0"/>
      <dgm:spPr/>
    </dgm:pt>
    <dgm:pt modelId="{6A03B697-7FB0-4A3F-B725-4BDA4699F100}" type="pres">
      <dgm:prSet presAssocID="{9DD0F5DF-3823-4CB9-9443-8E12FA7AF3C2}" presName="compNode" presStyleCnt="0"/>
      <dgm:spPr/>
    </dgm:pt>
    <dgm:pt modelId="{8C64A5C8-7A5B-4535-9ACD-69BF58E2971A}" type="pres">
      <dgm:prSet presAssocID="{9DD0F5DF-3823-4CB9-9443-8E12FA7AF3C2}" presName="iconBgRect" presStyleLbl="bgShp" presStyleIdx="4" presStyleCnt="5"/>
      <dgm:spPr/>
    </dgm:pt>
    <dgm:pt modelId="{AEA4CD81-F789-499C-91EF-ECDEEDF253BB}" type="pres">
      <dgm:prSet presAssocID="{9DD0F5DF-3823-4CB9-9443-8E12FA7AF3C2}" presName="iconRect" presStyleLbl="node1" presStyleIdx="4" presStyleCnt="5"/>
      <dgm:spPr>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dgm:spPr>
      <dgm:extLst>
        <a:ext uri="{E40237B7-FDA0-4F09-8148-C483321AD2D9}">
          <dgm14:cNvPr xmlns:dgm14="http://schemas.microsoft.com/office/drawing/2010/diagram" id="0" name="" descr="Bar chart"/>
        </a:ext>
      </dgm:extLst>
    </dgm:pt>
    <dgm:pt modelId="{7F6FACE3-3623-452E-8B85-A79156E062D3}" type="pres">
      <dgm:prSet presAssocID="{9DD0F5DF-3823-4CB9-9443-8E12FA7AF3C2}" presName="spaceRect" presStyleCnt="0"/>
      <dgm:spPr/>
    </dgm:pt>
    <dgm:pt modelId="{65637DA2-0DB8-4A33-8333-EE2C98777554}" type="pres">
      <dgm:prSet presAssocID="{9DD0F5DF-3823-4CB9-9443-8E12FA7AF3C2}" presName="textRect" presStyleLbl="revTx" presStyleIdx="4" presStyleCnt="5">
        <dgm:presLayoutVars>
          <dgm:chMax val="1"/>
          <dgm:chPref val="1"/>
        </dgm:presLayoutVars>
      </dgm:prSet>
      <dgm:spPr/>
    </dgm:pt>
  </dgm:ptLst>
  <dgm:cxnLst>
    <dgm:cxn modelId="{8E3A3A04-7891-4BCF-B143-D7EB905D6E34}" srcId="{68D4F176-7B26-4375-9294-09A551D68D8A}" destId="{B8FC8626-1109-4476-9143-264F88EDB8ED}" srcOrd="3" destOrd="0" parTransId="{F38ED41E-86B0-4BCE-9E3A-6C5A76F0D78F}" sibTransId="{3B6B0A8F-E82B-4FE3-8528-C6FA4A0BB032}"/>
    <dgm:cxn modelId="{ACBF780E-682F-467B-B49C-7BBFA2C851D2}" srcId="{68D4F176-7B26-4375-9294-09A551D68D8A}" destId="{9DD0F5DF-3823-4CB9-9443-8E12FA7AF3C2}" srcOrd="4" destOrd="0" parTransId="{A40E3D64-42EA-44D9-8920-3C2014EB4B9B}" sibTransId="{5F9DA1A9-3337-4F4B-A43F-196A1C11B4B9}"/>
    <dgm:cxn modelId="{FD4AB15B-374F-4E57-AC62-7AA4F31DACC5}" srcId="{68D4F176-7B26-4375-9294-09A551D68D8A}" destId="{939FDF45-AB44-45CE-BA52-D3532C277194}" srcOrd="0" destOrd="0" parTransId="{FB5586BE-A819-4CC7-B9F7-DB5098CD1CD1}" sibTransId="{523D7F94-8AD4-4660-86A4-DCE1B3BC9B07}"/>
    <dgm:cxn modelId="{5243FA6C-FF2E-41FB-9047-BA1F0EC1C8B5}" srcId="{68D4F176-7B26-4375-9294-09A551D68D8A}" destId="{AC8229B9-8448-46CA-BDF7-9B2DB6C228BD}" srcOrd="1" destOrd="0" parTransId="{9B54E835-4BB9-4C3B-9EEF-59999FC674C4}" sibTransId="{4ED8F600-74AA-4BA2-867C-3392123D4CA7}"/>
    <dgm:cxn modelId="{3D6C638B-B92E-CA43-A2AA-D02726B266D9}" type="presOf" srcId="{68D4F176-7B26-4375-9294-09A551D68D8A}" destId="{169846A7-05F4-4194-991E-41F63B8460E1}" srcOrd="0" destOrd="0" presId="urn:microsoft.com/office/officeart/2018/2/layout/IconCircleList"/>
    <dgm:cxn modelId="{210F03A3-25D9-3441-B054-C35CC6F98371}" type="presOf" srcId="{B8FC8626-1109-4476-9143-264F88EDB8ED}" destId="{840F61B2-C8AF-4FF2-87B5-5556FE74C6EB}" srcOrd="0" destOrd="0" presId="urn:microsoft.com/office/officeart/2018/2/layout/IconCircleList"/>
    <dgm:cxn modelId="{E31BB7A3-A389-E841-BCF1-B3E085640F96}" type="presOf" srcId="{BF0B1603-7BAF-4547-8670-31DAA60B9AAC}" destId="{1BED5348-6BF5-46A0-9963-FB7A1013CA3A}" srcOrd="0" destOrd="0" presId="urn:microsoft.com/office/officeart/2018/2/layout/IconCircleList"/>
    <dgm:cxn modelId="{D45702B1-FFF7-7D49-9C11-C8C0AC758E1E}" type="presOf" srcId="{3B6B0A8F-E82B-4FE3-8528-C6FA4A0BB032}" destId="{68E4DAE2-C63E-4A59-BCE0-1F7AE72FDF1B}" srcOrd="0" destOrd="0" presId="urn:microsoft.com/office/officeart/2018/2/layout/IconCircleList"/>
    <dgm:cxn modelId="{12CDBABA-3E33-794A-85A8-0A7B648E1798}" type="presOf" srcId="{4ED8F600-74AA-4BA2-867C-3392123D4CA7}" destId="{13137091-8944-4E04-BCD9-B8DEF7878B3D}" srcOrd="0" destOrd="0" presId="urn:microsoft.com/office/officeart/2018/2/layout/IconCircleList"/>
    <dgm:cxn modelId="{878327DA-7D5C-4A57-B320-5EA9971FF225}" srcId="{68D4F176-7B26-4375-9294-09A551D68D8A}" destId="{BF0B1603-7BAF-4547-8670-31DAA60B9AAC}" srcOrd="2" destOrd="0" parTransId="{7470F123-05BB-48CA-8CC2-1C2B39C99789}" sibTransId="{3C0EF41B-D2B2-4A2F-9BAE-B4CCD14B4761}"/>
    <dgm:cxn modelId="{9894E0E3-2880-3A4D-9AFB-CEBCC8DAB3FE}" type="presOf" srcId="{523D7F94-8AD4-4660-86A4-DCE1B3BC9B07}" destId="{CC7B6542-57EB-4081-A8D6-5FA351A8EDAD}" srcOrd="0" destOrd="0" presId="urn:microsoft.com/office/officeart/2018/2/layout/IconCircleList"/>
    <dgm:cxn modelId="{4461F5E3-DC53-A149-99E4-139A0C9F80E3}" type="presOf" srcId="{3C0EF41B-D2B2-4A2F-9BAE-B4CCD14B4761}" destId="{C70BA8FC-3BA2-4D05-A60D-DC1B0BFD50F8}" srcOrd="0" destOrd="0" presId="urn:microsoft.com/office/officeart/2018/2/layout/IconCircleList"/>
    <dgm:cxn modelId="{FC2876EB-B901-D445-87D6-EBD9AC8C714E}" type="presOf" srcId="{9DD0F5DF-3823-4CB9-9443-8E12FA7AF3C2}" destId="{65637DA2-0DB8-4A33-8333-EE2C98777554}" srcOrd="0" destOrd="0" presId="urn:microsoft.com/office/officeart/2018/2/layout/IconCircleList"/>
    <dgm:cxn modelId="{673E6CF0-CFF6-914B-9DB6-FAC7A1123984}" type="presOf" srcId="{939FDF45-AB44-45CE-BA52-D3532C277194}" destId="{BB4B8899-0B27-4BDE-B8BE-17D219029B93}" srcOrd="0" destOrd="0" presId="urn:microsoft.com/office/officeart/2018/2/layout/IconCircleList"/>
    <dgm:cxn modelId="{4A68C8F4-D2AD-7845-A039-951080DD5236}" type="presOf" srcId="{AC8229B9-8448-46CA-BDF7-9B2DB6C228BD}" destId="{6F53A0B4-DD19-48B2-BB85-886375548E4B}" srcOrd="0" destOrd="0" presId="urn:microsoft.com/office/officeart/2018/2/layout/IconCircleList"/>
    <dgm:cxn modelId="{679158BB-5DB8-D848-9988-E2F8C4AF029E}" type="presParOf" srcId="{169846A7-05F4-4194-991E-41F63B8460E1}" destId="{99CC648A-A471-480B-ADDB-CA962A90D62B}" srcOrd="0" destOrd="0" presId="urn:microsoft.com/office/officeart/2018/2/layout/IconCircleList"/>
    <dgm:cxn modelId="{B1A9AC2B-886B-334D-9A0A-99B4F9906C21}" type="presParOf" srcId="{99CC648A-A471-480B-ADDB-CA962A90D62B}" destId="{577552BA-DDA6-4A5B-BADC-9DF2C863D407}" srcOrd="0" destOrd="0" presId="urn:microsoft.com/office/officeart/2018/2/layout/IconCircleList"/>
    <dgm:cxn modelId="{49EE533E-2183-F940-B77B-80DB7AFE38EF}" type="presParOf" srcId="{577552BA-DDA6-4A5B-BADC-9DF2C863D407}" destId="{777CF55A-A1BE-44E0-9CB2-0E8FE8CFA7EF}" srcOrd="0" destOrd="0" presId="urn:microsoft.com/office/officeart/2018/2/layout/IconCircleList"/>
    <dgm:cxn modelId="{2271466D-337D-504C-9CC9-08796CE8E6A4}" type="presParOf" srcId="{577552BA-DDA6-4A5B-BADC-9DF2C863D407}" destId="{3141D7A7-8447-483A-85E6-D15165ACB93D}" srcOrd="1" destOrd="0" presId="urn:microsoft.com/office/officeart/2018/2/layout/IconCircleList"/>
    <dgm:cxn modelId="{BBFEF08F-0772-AF49-B32E-281DE92EF632}" type="presParOf" srcId="{577552BA-DDA6-4A5B-BADC-9DF2C863D407}" destId="{61775508-F7AF-47FC-AED8-593649A010DA}" srcOrd="2" destOrd="0" presId="urn:microsoft.com/office/officeart/2018/2/layout/IconCircleList"/>
    <dgm:cxn modelId="{CA84E4B4-543C-6345-BDA4-D15FA84DFD87}" type="presParOf" srcId="{577552BA-DDA6-4A5B-BADC-9DF2C863D407}" destId="{BB4B8899-0B27-4BDE-B8BE-17D219029B93}" srcOrd="3" destOrd="0" presId="urn:microsoft.com/office/officeart/2018/2/layout/IconCircleList"/>
    <dgm:cxn modelId="{F4EBD871-3681-9645-A8CA-AA96E801B46D}" type="presParOf" srcId="{99CC648A-A471-480B-ADDB-CA962A90D62B}" destId="{CC7B6542-57EB-4081-A8D6-5FA351A8EDAD}" srcOrd="1" destOrd="0" presId="urn:microsoft.com/office/officeart/2018/2/layout/IconCircleList"/>
    <dgm:cxn modelId="{4563F1D8-2729-4842-B8AB-7D657DB1D833}" type="presParOf" srcId="{99CC648A-A471-480B-ADDB-CA962A90D62B}" destId="{6988AB2F-F12F-495D-88CC-2603E22FE277}" srcOrd="2" destOrd="0" presId="urn:microsoft.com/office/officeart/2018/2/layout/IconCircleList"/>
    <dgm:cxn modelId="{3E3058F1-40D7-684E-A21B-02DB1D2A6E91}" type="presParOf" srcId="{6988AB2F-F12F-495D-88CC-2603E22FE277}" destId="{2CC5084D-8F60-439A-A51E-9BCFF9EEB5D1}" srcOrd="0" destOrd="0" presId="urn:microsoft.com/office/officeart/2018/2/layout/IconCircleList"/>
    <dgm:cxn modelId="{DF44C55C-7CC0-5745-8109-917D70DD95FA}" type="presParOf" srcId="{6988AB2F-F12F-495D-88CC-2603E22FE277}" destId="{B2F0C788-3CCF-4804-B5F7-06EEB63B08EC}" srcOrd="1" destOrd="0" presId="urn:microsoft.com/office/officeart/2018/2/layout/IconCircleList"/>
    <dgm:cxn modelId="{F6A7060D-3DB6-684D-8AF3-FC8712B0B5E2}" type="presParOf" srcId="{6988AB2F-F12F-495D-88CC-2603E22FE277}" destId="{A3CEF55E-485E-47D8-B0B4-5DD10D598E96}" srcOrd="2" destOrd="0" presId="urn:microsoft.com/office/officeart/2018/2/layout/IconCircleList"/>
    <dgm:cxn modelId="{43D3B095-A8B2-AA44-B0AE-3FAF26734B38}" type="presParOf" srcId="{6988AB2F-F12F-495D-88CC-2603E22FE277}" destId="{6F53A0B4-DD19-48B2-BB85-886375548E4B}" srcOrd="3" destOrd="0" presId="urn:microsoft.com/office/officeart/2018/2/layout/IconCircleList"/>
    <dgm:cxn modelId="{8B7F89D6-5EB3-ED4B-ACE9-80C320AEDAC6}" type="presParOf" srcId="{99CC648A-A471-480B-ADDB-CA962A90D62B}" destId="{13137091-8944-4E04-BCD9-B8DEF7878B3D}" srcOrd="3" destOrd="0" presId="urn:microsoft.com/office/officeart/2018/2/layout/IconCircleList"/>
    <dgm:cxn modelId="{626943BE-8FBD-F040-8D6B-46B19F71018D}" type="presParOf" srcId="{99CC648A-A471-480B-ADDB-CA962A90D62B}" destId="{F5E0AE61-E484-43E6-A052-F6157BF42F01}" srcOrd="4" destOrd="0" presId="urn:microsoft.com/office/officeart/2018/2/layout/IconCircleList"/>
    <dgm:cxn modelId="{89075611-3AA6-6848-BEE5-3AE69C6BB051}" type="presParOf" srcId="{F5E0AE61-E484-43E6-A052-F6157BF42F01}" destId="{FF938ECA-FCD2-4CEC-A66A-C8B8F0604260}" srcOrd="0" destOrd="0" presId="urn:microsoft.com/office/officeart/2018/2/layout/IconCircleList"/>
    <dgm:cxn modelId="{3A48E30D-A6AE-7345-85B5-D337824F8DC4}" type="presParOf" srcId="{F5E0AE61-E484-43E6-A052-F6157BF42F01}" destId="{4D1F0F51-C1D2-43B1-9D0F-B46C7E2087CC}" srcOrd="1" destOrd="0" presId="urn:microsoft.com/office/officeart/2018/2/layout/IconCircleList"/>
    <dgm:cxn modelId="{DC01081E-42F0-FE42-A2CC-5424EE7E8552}" type="presParOf" srcId="{F5E0AE61-E484-43E6-A052-F6157BF42F01}" destId="{3B9971B8-9B86-47A1-B5EF-4C6441014623}" srcOrd="2" destOrd="0" presId="urn:microsoft.com/office/officeart/2018/2/layout/IconCircleList"/>
    <dgm:cxn modelId="{A644C38A-7A1C-9449-9271-AF47839CB57A}" type="presParOf" srcId="{F5E0AE61-E484-43E6-A052-F6157BF42F01}" destId="{1BED5348-6BF5-46A0-9963-FB7A1013CA3A}" srcOrd="3" destOrd="0" presId="urn:microsoft.com/office/officeart/2018/2/layout/IconCircleList"/>
    <dgm:cxn modelId="{21F46CF9-E758-0D4F-979B-26CBA46827F0}" type="presParOf" srcId="{99CC648A-A471-480B-ADDB-CA962A90D62B}" destId="{C70BA8FC-3BA2-4D05-A60D-DC1B0BFD50F8}" srcOrd="5" destOrd="0" presId="urn:microsoft.com/office/officeart/2018/2/layout/IconCircleList"/>
    <dgm:cxn modelId="{20BE15BD-EDDA-294E-8068-E3947454C154}" type="presParOf" srcId="{99CC648A-A471-480B-ADDB-CA962A90D62B}" destId="{21E8AE0F-5DC3-4444-8751-8F5A40B45082}" srcOrd="6" destOrd="0" presId="urn:microsoft.com/office/officeart/2018/2/layout/IconCircleList"/>
    <dgm:cxn modelId="{0FF85519-9CBB-4242-8548-6D745C3373E0}" type="presParOf" srcId="{21E8AE0F-5DC3-4444-8751-8F5A40B45082}" destId="{209FE4C9-9616-4073-B904-FC79AD9B31EE}" srcOrd="0" destOrd="0" presId="urn:microsoft.com/office/officeart/2018/2/layout/IconCircleList"/>
    <dgm:cxn modelId="{CDD8007C-9C9B-084F-808F-511B4BDDE7E1}" type="presParOf" srcId="{21E8AE0F-5DC3-4444-8751-8F5A40B45082}" destId="{2101DB57-CEB8-47DE-B927-05EA8A6AC5C9}" srcOrd="1" destOrd="0" presId="urn:microsoft.com/office/officeart/2018/2/layout/IconCircleList"/>
    <dgm:cxn modelId="{9204A344-D11B-B74D-9B13-E013391F826C}" type="presParOf" srcId="{21E8AE0F-5DC3-4444-8751-8F5A40B45082}" destId="{CBB4EDE1-0B2E-44E5-A184-8080741DEDDC}" srcOrd="2" destOrd="0" presId="urn:microsoft.com/office/officeart/2018/2/layout/IconCircleList"/>
    <dgm:cxn modelId="{E1C6C382-B6EC-F440-A80B-0E5B2D541118}" type="presParOf" srcId="{21E8AE0F-5DC3-4444-8751-8F5A40B45082}" destId="{840F61B2-C8AF-4FF2-87B5-5556FE74C6EB}" srcOrd="3" destOrd="0" presId="urn:microsoft.com/office/officeart/2018/2/layout/IconCircleList"/>
    <dgm:cxn modelId="{CCD919AF-EE02-CA40-8B12-CE2D92258B46}" type="presParOf" srcId="{99CC648A-A471-480B-ADDB-CA962A90D62B}" destId="{68E4DAE2-C63E-4A59-BCE0-1F7AE72FDF1B}" srcOrd="7" destOrd="0" presId="urn:microsoft.com/office/officeart/2018/2/layout/IconCircleList"/>
    <dgm:cxn modelId="{EA49EC78-CBE5-EA48-AC51-283AA4AC7EAE}" type="presParOf" srcId="{99CC648A-A471-480B-ADDB-CA962A90D62B}" destId="{6A03B697-7FB0-4A3F-B725-4BDA4699F100}" srcOrd="8" destOrd="0" presId="urn:microsoft.com/office/officeart/2018/2/layout/IconCircleList"/>
    <dgm:cxn modelId="{B47BBCAA-009B-D043-BB79-6462582F9A85}" type="presParOf" srcId="{6A03B697-7FB0-4A3F-B725-4BDA4699F100}" destId="{8C64A5C8-7A5B-4535-9ACD-69BF58E2971A}" srcOrd="0" destOrd="0" presId="urn:microsoft.com/office/officeart/2018/2/layout/IconCircleList"/>
    <dgm:cxn modelId="{5AA22507-F1AB-4349-BBE5-EAC56F9CB4B8}" type="presParOf" srcId="{6A03B697-7FB0-4A3F-B725-4BDA4699F100}" destId="{AEA4CD81-F789-499C-91EF-ECDEEDF253BB}" srcOrd="1" destOrd="0" presId="urn:microsoft.com/office/officeart/2018/2/layout/IconCircleList"/>
    <dgm:cxn modelId="{635727D0-EC9F-2043-8DE9-1F26CC8E6CF6}" type="presParOf" srcId="{6A03B697-7FB0-4A3F-B725-4BDA4699F100}" destId="{7F6FACE3-3623-452E-8B85-A79156E062D3}" srcOrd="2" destOrd="0" presId="urn:microsoft.com/office/officeart/2018/2/layout/IconCircleList"/>
    <dgm:cxn modelId="{76DE69A2-FEAF-3B42-970B-89C8FB53C950}" type="presParOf" srcId="{6A03B697-7FB0-4A3F-B725-4BDA4699F100}" destId="{65637DA2-0DB8-4A33-8333-EE2C98777554}" srcOrd="3" destOrd="0" presId="urn:microsoft.com/office/officeart/2018/2/layout/IconCircle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3659CC0B-1841-4E7C-8CB1-BA569D6A3962}" type="doc">
      <dgm:prSet loTypeId="urn:microsoft.com/office/officeart/2018/2/layout/IconLabelList" loCatId="icon" qsTypeId="urn:microsoft.com/office/officeart/2005/8/quickstyle/simple1" qsCatId="simple" csTypeId="urn:microsoft.com/office/officeart/2018/5/colors/Iconchunking_neutralbg_colorful2" csCatId="colorful" phldr="1"/>
      <dgm:spPr/>
      <dgm:t>
        <a:bodyPr/>
        <a:lstStyle/>
        <a:p>
          <a:endParaRPr lang="en-US"/>
        </a:p>
      </dgm:t>
    </dgm:pt>
    <dgm:pt modelId="{D11A31C8-D00A-4C87-BA45-D426249C5D78}">
      <dgm:prSet custT="1"/>
      <dgm:spPr/>
      <dgm:t>
        <a:bodyPr/>
        <a:lstStyle/>
        <a:p>
          <a:pPr>
            <a:lnSpc>
              <a:spcPct val="100000"/>
            </a:lnSpc>
          </a:pPr>
          <a:r>
            <a:rPr lang="en-US" sz="1400"/>
            <a:t>El grafo de Facebook es la colección de entidades y sus relaciones en Facebook. </a:t>
          </a:r>
        </a:p>
      </dgm:t>
    </dgm:pt>
    <dgm:pt modelId="{C963A7B0-10CE-4097-A52A-0E8E6C70745D}" type="parTrans" cxnId="{0527EC67-710C-48C7-A29A-4275C9C179CE}">
      <dgm:prSet/>
      <dgm:spPr/>
      <dgm:t>
        <a:bodyPr/>
        <a:lstStyle/>
        <a:p>
          <a:endParaRPr lang="en-US" sz="1400"/>
        </a:p>
      </dgm:t>
    </dgm:pt>
    <dgm:pt modelId="{DE6888D4-C255-4AF2-9994-33973535CE7B}" type="sibTrans" cxnId="{0527EC67-710C-48C7-A29A-4275C9C179CE}">
      <dgm:prSet/>
      <dgm:spPr/>
      <dgm:t>
        <a:bodyPr/>
        <a:lstStyle/>
        <a:p>
          <a:endParaRPr lang="en-US" sz="1400"/>
        </a:p>
      </dgm:t>
    </dgm:pt>
    <dgm:pt modelId="{E6F636E1-0356-4C36-959E-48A0BCD508B0}">
      <dgm:prSet custT="1"/>
      <dgm:spPr/>
      <dgm:t>
        <a:bodyPr/>
        <a:lstStyle/>
        <a:p>
          <a:pPr>
            <a:lnSpc>
              <a:spcPct val="100000"/>
            </a:lnSpc>
          </a:pPr>
          <a:r>
            <a:rPr lang="en-US" sz="1400"/>
            <a:t>Las entidades son los nodos y las relaciones son las aristas. </a:t>
          </a:r>
        </a:p>
      </dgm:t>
    </dgm:pt>
    <dgm:pt modelId="{8A48592D-47EF-47B5-B8B3-419DA612243C}" type="parTrans" cxnId="{6EC1759D-3088-4433-839B-7680F24B75F2}">
      <dgm:prSet/>
      <dgm:spPr/>
      <dgm:t>
        <a:bodyPr/>
        <a:lstStyle/>
        <a:p>
          <a:endParaRPr lang="en-US" sz="1400"/>
        </a:p>
      </dgm:t>
    </dgm:pt>
    <dgm:pt modelId="{B413E79B-4FC5-48BE-B650-DC9FDC89968C}" type="sibTrans" cxnId="{6EC1759D-3088-4433-839B-7680F24B75F2}">
      <dgm:prSet/>
      <dgm:spPr/>
      <dgm:t>
        <a:bodyPr/>
        <a:lstStyle/>
        <a:p>
          <a:endParaRPr lang="en-US" sz="1400"/>
        </a:p>
      </dgm:t>
    </dgm:pt>
    <dgm:pt modelId="{BA621932-A9CE-4E74-953D-A295FB37CB84}">
      <dgm:prSet custT="1"/>
      <dgm:spPr/>
      <dgm:t>
        <a:bodyPr/>
        <a:lstStyle/>
        <a:p>
          <a:pPr>
            <a:lnSpc>
              <a:spcPct val="100000"/>
            </a:lnSpc>
          </a:pPr>
          <a:r>
            <a:rPr lang="en-US" sz="1400" dirty="0"/>
            <a:t>Una forma de </a:t>
          </a:r>
          <a:r>
            <a:rPr lang="en-US" sz="1400" dirty="0" err="1"/>
            <a:t>pensar</a:t>
          </a:r>
          <a:r>
            <a:rPr lang="en-US" sz="1400" dirty="0"/>
            <a:t> </a:t>
          </a:r>
          <a:r>
            <a:rPr lang="en-US" sz="1400" dirty="0" err="1"/>
            <a:t>en</a:t>
          </a:r>
          <a:r>
            <a:rPr lang="en-US" sz="1400" dirty="0"/>
            <a:t> </a:t>
          </a:r>
          <a:r>
            <a:rPr lang="en-US" sz="1400" dirty="0" err="1"/>
            <a:t>esto</a:t>
          </a:r>
          <a:r>
            <a:rPr lang="en-US" sz="1400" dirty="0"/>
            <a:t> es que </a:t>
          </a:r>
          <a:r>
            <a:rPr lang="en-US" sz="1400" dirty="0" err="1"/>
            <a:t>si</a:t>
          </a:r>
          <a:r>
            <a:rPr lang="en-US" sz="1400" dirty="0"/>
            <a:t> </a:t>
          </a:r>
          <a:r>
            <a:rPr lang="en-US" sz="1400" dirty="0" err="1"/>
            <a:t>el</a:t>
          </a:r>
          <a:r>
            <a:rPr lang="en-US" sz="1400" dirty="0"/>
            <a:t> </a:t>
          </a:r>
          <a:r>
            <a:rPr lang="en-US" sz="1400" dirty="0" err="1"/>
            <a:t>grafo</a:t>
          </a:r>
          <a:r>
            <a:rPr lang="en-US" sz="1400" dirty="0"/>
            <a:t> se </a:t>
          </a:r>
          <a:r>
            <a:rPr lang="en-US" sz="1400" dirty="0" err="1"/>
            <a:t>representara</a:t>
          </a:r>
          <a:r>
            <a:rPr lang="en-US" sz="1400" dirty="0"/>
            <a:t> </a:t>
          </a:r>
          <a:r>
            <a:rPr lang="en-US" sz="1400" dirty="0" err="1"/>
            <a:t>mediante</a:t>
          </a:r>
          <a:r>
            <a:rPr lang="en-US" sz="1400" dirty="0"/>
            <a:t> </a:t>
          </a:r>
          <a:r>
            <a:rPr lang="en-US" sz="1400" dirty="0" err="1"/>
            <a:t>lenguaje</a:t>
          </a:r>
          <a:r>
            <a:rPr lang="en-US" sz="1400" dirty="0"/>
            <a:t>, </a:t>
          </a:r>
          <a:r>
            <a:rPr lang="en-US" sz="1400" dirty="0" err="1"/>
            <a:t>los</a:t>
          </a:r>
          <a:r>
            <a:rPr lang="en-US" sz="1400" dirty="0"/>
            <a:t> </a:t>
          </a:r>
          <a:r>
            <a:rPr lang="en-US" sz="1400" dirty="0" err="1"/>
            <a:t>nodos</a:t>
          </a:r>
          <a:r>
            <a:rPr lang="en-US" sz="1400" dirty="0"/>
            <a:t> </a:t>
          </a:r>
          <a:r>
            <a:rPr lang="en-US" sz="1400" dirty="0" err="1"/>
            <a:t>serían</a:t>
          </a:r>
          <a:r>
            <a:rPr lang="en-US" sz="1400" dirty="0"/>
            <a:t> </a:t>
          </a:r>
          <a:r>
            <a:rPr lang="en-US" sz="1400" dirty="0" err="1"/>
            <a:t>los</a:t>
          </a:r>
          <a:r>
            <a:rPr lang="en-US" sz="1400" dirty="0"/>
            <a:t> </a:t>
          </a:r>
          <a:r>
            <a:rPr lang="en-US" sz="1400" dirty="0" err="1"/>
            <a:t>sustantivos</a:t>
          </a:r>
          <a:r>
            <a:rPr lang="en-US" sz="1400" dirty="0"/>
            <a:t> y las </a:t>
          </a:r>
          <a:r>
            <a:rPr lang="en-US" sz="1400" dirty="0" err="1"/>
            <a:t>aristas</a:t>
          </a:r>
          <a:r>
            <a:rPr lang="en-US" sz="1400" dirty="0"/>
            <a:t> </a:t>
          </a:r>
          <a:r>
            <a:rPr lang="en-US" sz="1400" dirty="0" err="1"/>
            <a:t>serían</a:t>
          </a:r>
          <a:r>
            <a:rPr lang="en-US" sz="1400" dirty="0"/>
            <a:t> </a:t>
          </a:r>
          <a:r>
            <a:rPr lang="en-US" sz="1400" dirty="0" err="1"/>
            <a:t>los</a:t>
          </a:r>
          <a:r>
            <a:rPr lang="en-US" sz="1400" dirty="0"/>
            <a:t> </a:t>
          </a:r>
          <a:r>
            <a:rPr lang="en-US" sz="1400" dirty="0" err="1"/>
            <a:t>verbos</a:t>
          </a:r>
          <a:r>
            <a:rPr lang="en-US" sz="1400" dirty="0"/>
            <a:t>.</a:t>
          </a:r>
        </a:p>
      </dgm:t>
    </dgm:pt>
    <dgm:pt modelId="{69FFC089-08B6-40B3-9AC2-8586F9D6B1BE}" type="parTrans" cxnId="{3F0FB8DD-5E9C-4578-83A7-BB9FD58CCCDA}">
      <dgm:prSet/>
      <dgm:spPr/>
      <dgm:t>
        <a:bodyPr/>
        <a:lstStyle/>
        <a:p>
          <a:endParaRPr lang="en-US" sz="1400"/>
        </a:p>
      </dgm:t>
    </dgm:pt>
    <dgm:pt modelId="{84E6EC34-4158-443A-A958-703D955B206F}" type="sibTrans" cxnId="{3F0FB8DD-5E9C-4578-83A7-BB9FD58CCCDA}">
      <dgm:prSet/>
      <dgm:spPr/>
      <dgm:t>
        <a:bodyPr/>
        <a:lstStyle/>
        <a:p>
          <a:endParaRPr lang="en-US" sz="1400"/>
        </a:p>
      </dgm:t>
    </dgm:pt>
    <dgm:pt modelId="{FE12F19F-657B-40E9-B6E0-36B9CAE6CCD7}">
      <dgm:prSet custT="1"/>
      <dgm:spPr/>
      <dgm:t>
        <a:bodyPr/>
        <a:lstStyle/>
        <a:p>
          <a:pPr>
            <a:lnSpc>
              <a:spcPct val="100000"/>
            </a:lnSpc>
          </a:pPr>
          <a:r>
            <a:rPr lang="en-US" sz="1400"/>
            <a:t>Cada usuario, página, lugar, foto, publicación, etc., son nodos en este grafo. Las aristas entre los nodos representan amistades, check-ins, etiquetas, relaciones, propiedad, atributos, etc. </a:t>
          </a:r>
        </a:p>
      </dgm:t>
    </dgm:pt>
    <dgm:pt modelId="{A2C42821-57C1-4307-BF9B-408C8EA58D0C}" type="parTrans" cxnId="{1C58BB5D-2823-4462-944B-73B04EDCB108}">
      <dgm:prSet/>
      <dgm:spPr/>
      <dgm:t>
        <a:bodyPr/>
        <a:lstStyle/>
        <a:p>
          <a:endParaRPr lang="en-US" sz="1400"/>
        </a:p>
      </dgm:t>
    </dgm:pt>
    <dgm:pt modelId="{D18C7275-ED4B-4031-B72D-58B4A4066FBF}" type="sibTrans" cxnId="{1C58BB5D-2823-4462-944B-73B04EDCB108}">
      <dgm:prSet/>
      <dgm:spPr/>
      <dgm:t>
        <a:bodyPr/>
        <a:lstStyle/>
        <a:p>
          <a:endParaRPr lang="en-US" sz="1400"/>
        </a:p>
      </dgm:t>
    </dgm:pt>
    <dgm:pt modelId="{5DB7A451-A8F1-44B4-819F-AFB431B841E9}">
      <dgm:prSet custT="1"/>
      <dgm:spPr/>
      <dgm:t>
        <a:bodyPr/>
        <a:lstStyle/>
        <a:p>
          <a:pPr>
            <a:lnSpc>
              <a:spcPct val="100000"/>
            </a:lnSpc>
          </a:pPr>
          <a:r>
            <a:rPr lang="en-US" sz="1400"/>
            <a:t>Tanto los nodos como las aristas tienen metadatos asociados. Por ejemplo, el nodo que corresponde a mí tendría mi nombre, mi fecha de nacimiento, etc., y el nodo que corresponde a la página Breville tendría su título y descripción como metadatos. </a:t>
          </a:r>
        </a:p>
      </dgm:t>
    </dgm:pt>
    <dgm:pt modelId="{E13F2119-A72E-4BEF-B660-170B387E64AA}" type="parTrans" cxnId="{4A61CE9A-3E27-40B7-ACD0-4630AFF91C4C}">
      <dgm:prSet/>
      <dgm:spPr/>
      <dgm:t>
        <a:bodyPr/>
        <a:lstStyle/>
        <a:p>
          <a:endParaRPr lang="en-US" sz="1400"/>
        </a:p>
      </dgm:t>
    </dgm:pt>
    <dgm:pt modelId="{F0664664-CEF1-41C6-93AB-47BF97C14950}" type="sibTrans" cxnId="{4A61CE9A-3E27-40B7-ACD0-4630AFF91C4C}">
      <dgm:prSet/>
      <dgm:spPr/>
      <dgm:t>
        <a:bodyPr/>
        <a:lstStyle/>
        <a:p>
          <a:endParaRPr lang="en-US" sz="1400"/>
        </a:p>
      </dgm:t>
    </dgm:pt>
    <dgm:pt modelId="{20B85CE8-403A-47E6-B132-BD546093B00D}">
      <dgm:prSet custT="1"/>
      <dgm:spPr/>
      <dgm:t>
        <a:bodyPr/>
        <a:lstStyle/>
        <a:p>
          <a:pPr>
            <a:lnSpc>
              <a:spcPct val="100000"/>
            </a:lnSpc>
          </a:pPr>
          <a:r>
            <a:rPr lang="en-US" sz="1400"/>
            <a:t>Los nodos en el grafo se identifican mediante un número único llamado "fbid" (identificador de Facebook).</a:t>
          </a:r>
        </a:p>
      </dgm:t>
    </dgm:pt>
    <dgm:pt modelId="{65D7B9CB-909C-43FC-AF5D-74CB29FE6941}" type="parTrans" cxnId="{5D518B99-364E-4F21-87A3-9AFC51A17B38}">
      <dgm:prSet/>
      <dgm:spPr/>
      <dgm:t>
        <a:bodyPr/>
        <a:lstStyle/>
        <a:p>
          <a:endParaRPr lang="en-US" sz="1400"/>
        </a:p>
      </dgm:t>
    </dgm:pt>
    <dgm:pt modelId="{06201118-B41E-4D75-BBB0-E83D82164A08}" type="sibTrans" cxnId="{5D518B99-364E-4F21-87A3-9AFC51A17B38}">
      <dgm:prSet/>
      <dgm:spPr/>
      <dgm:t>
        <a:bodyPr/>
        <a:lstStyle/>
        <a:p>
          <a:endParaRPr lang="en-US" sz="1400"/>
        </a:p>
      </dgm:t>
    </dgm:pt>
    <dgm:pt modelId="{0FA0C29F-E5B7-42CF-989A-5093F02694AA}" type="pres">
      <dgm:prSet presAssocID="{3659CC0B-1841-4E7C-8CB1-BA569D6A3962}" presName="root" presStyleCnt="0">
        <dgm:presLayoutVars>
          <dgm:dir/>
          <dgm:resizeHandles val="exact"/>
        </dgm:presLayoutVars>
      </dgm:prSet>
      <dgm:spPr/>
    </dgm:pt>
    <dgm:pt modelId="{1CB068C3-C07A-4918-BE72-31E6787410CD}" type="pres">
      <dgm:prSet presAssocID="{D11A31C8-D00A-4C87-BA45-D426249C5D78}" presName="compNode" presStyleCnt="0"/>
      <dgm:spPr/>
    </dgm:pt>
    <dgm:pt modelId="{C3EC77D8-8190-417E-A85D-2A6A3EB60EE2}" type="pres">
      <dgm:prSet presAssocID="{D11A31C8-D00A-4C87-BA45-D426249C5D78}" presName="iconRect" presStyleLbl="node1" presStyleIdx="0" presStyleCnt="6"/>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Connections"/>
        </a:ext>
      </dgm:extLst>
    </dgm:pt>
    <dgm:pt modelId="{DC9B006E-461B-4A53-80F6-4A7BE332BA43}" type="pres">
      <dgm:prSet presAssocID="{D11A31C8-D00A-4C87-BA45-D426249C5D78}" presName="spaceRect" presStyleCnt="0"/>
      <dgm:spPr/>
    </dgm:pt>
    <dgm:pt modelId="{E65102BE-8667-4548-8764-0D46221E26AB}" type="pres">
      <dgm:prSet presAssocID="{D11A31C8-D00A-4C87-BA45-D426249C5D78}" presName="textRect" presStyleLbl="revTx" presStyleIdx="0" presStyleCnt="6">
        <dgm:presLayoutVars>
          <dgm:chMax val="1"/>
          <dgm:chPref val="1"/>
        </dgm:presLayoutVars>
      </dgm:prSet>
      <dgm:spPr/>
    </dgm:pt>
    <dgm:pt modelId="{32061DC4-BFA6-44FF-AC04-CDDBD9C7A9CF}" type="pres">
      <dgm:prSet presAssocID="{DE6888D4-C255-4AF2-9994-33973535CE7B}" presName="sibTrans" presStyleCnt="0"/>
      <dgm:spPr/>
    </dgm:pt>
    <dgm:pt modelId="{CFBEE4F7-C41A-4C03-AB50-B2F6D45058B9}" type="pres">
      <dgm:prSet presAssocID="{E6F636E1-0356-4C36-959E-48A0BCD508B0}" presName="compNode" presStyleCnt="0"/>
      <dgm:spPr/>
    </dgm:pt>
    <dgm:pt modelId="{D6C251A8-9B8A-469D-9E49-0167584AFA57}" type="pres">
      <dgm:prSet presAssocID="{E6F636E1-0356-4C36-959E-48A0BCD508B0}" presName="iconRect" presStyleLbl="node1" presStyleIdx="1" presStyleCnt="6"/>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Disconnected"/>
        </a:ext>
      </dgm:extLst>
    </dgm:pt>
    <dgm:pt modelId="{F246C638-F0A1-4D82-B1EC-DB1A2282F9C1}" type="pres">
      <dgm:prSet presAssocID="{E6F636E1-0356-4C36-959E-48A0BCD508B0}" presName="spaceRect" presStyleCnt="0"/>
      <dgm:spPr/>
    </dgm:pt>
    <dgm:pt modelId="{AC8F368B-0A25-4D3A-AB41-C5D2DBCB1177}" type="pres">
      <dgm:prSet presAssocID="{E6F636E1-0356-4C36-959E-48A0BCD508B0}" presName="textRect" presStyleLbl="revTx" presStyleIdx="1" presStyleCnt="6">
        <dgm:presLayoutVars>
          <dgm:chMax val="1"/>
          <dgm:chPref val="1"/>
        </dgm:presLayoutVars>
      </dgm:prSet>
      <dgm:spPr/>
    </dgm:pt>
    <dgm:pt modelId="{E8E827BC-86C8-486E-929F-0163002C34ED}" type="pres">
      <dgm:prSet presAssocID="{B413E79B-4FC5-48BE-B650-DC9FDC89968C}" presName="sibTrans" presStyleCnt="0"/>
      <dgm:spPr/>
    </dgm:pt>
    <dgm:pt modelId="{29D01774-AB91-4416-8A47-30A37FAE507F}" type="pres">
      <dgm:prSet presAssocID="{BA621932-A9CE-4E74-953D-A295FB37CB84}" presName="compNode" presStyleCnt="0"/>
      <dgm:spPr/>
    </dgm:pt>
    <dgm:pt modelId="{3D5D31B6-F42D-41F7-A182-9BF17F66D38D}" type="pres">
      <dgm:prSet presAssocID="{BA621932-A9CE-4E74-953D-A295FB37CB84}" presName="iconRect" presStyleLbl="node1" presStyleIdx="2" presStyleCnt="6"/>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Questions"/>
        </a:ext>
      </dgm:extLst>
    </dgm:pt>
    <dgm:pt modelId="{6FA2CB6D-E1A7-4383-9924-C90521D1803D}" type="pres">
      <dgm:prSet presAssocID="{BA621932-A9CE-4E74-953D-A295FB37CB84}" presName="spaceRect" presStyleCnt="0"/>
      <dgm:spPr/>
    </dgm:pt>
    <dgm:pt modelId="{BBC1F0DA-BE3A-4E3C-9F86-48607E48FACC}" type="pres">
      <dgm:prSet presAssocID="{BA621932-A9CE-4E74-953D-A295FB37CB84}" presName="textRect" presStyleLbl="revTx" presStyleIdx="2" presStyleCnt="6">
        <dgm:presLayoutVars>
          <dgm:chMax val="1"/>
          <dgm:chPref val="1"/>
        </dgm:presLayoutVars>
      </dgm:prSet>
      <dgm:spPr/>
    </dgm:pt>
    <dgm:pt modelId="{26F45C85-FA27-438C-9DF3-28DE04CE5496}" type="pres">
      <dgm:prSet presAssocID="{84E6EC34-4158-443A-A958-703D955B206F}" presName="sibTrans" presStyleCnt="0"/>
      <dgm:spPr/>
    </dgm:pt>
    <dgm:pt modelId="{A857AA01-C77D-4E11-9F69-4B7A104C543D}" type="pres">
      <dgm:prSet presAssocID="{FE12F19F-657B-40E9-B6E0-36B9CAE6CCD7}" presName="compNode" presStyleCnt="0"/>
      <dgm:spPr/>
    </dgm:pt>
    <dgm:pt modelId="{56449725-1069-4DCD-8CE2-C6D2C2ADF970}" type="pres">
      <dgm:prSet presAssocID="{FE12F19F-657B-40E9-B6E0-36B9CAE6CCD7}" presName="iconRect" presStyleLbl="node1" presStyleIdx="3" presStyleCnt="6"/>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Newspaper"/>
        </a:ext>
      </dgm:extLst>
    </dgm:pt>
    <dgm:pt modelId="{C3D9076A-0240-46D5-ABD7-D4F7E0E86878}" type="pres">
      <dgm:prSet presAssocID="{FE12F19F-657B-40E9-B6E0-36B9CAE6CCD7}" presName="spaceRect" presStyleCnt="0"/>
      <dgm:spPr/>
    </dgm:pt>
    <dgm:pt modelId="{5B4EFABC-C70E-47F7-9701-8495998DFC69}" type="pres">
      <dgm:prSet presAssocID="{FE12F19F-657B-40E9-B6E0-36B9CAE6CCD7}" presName="textRect" presStyleLbl="revTx" presStyleIdx="3" presStyleCnt="6">
        <dgm:presLayoutVars>
          <dgm:chMax val="1"/>
          <dgm:chPref val="1"/>
        </dgm:presLayoutVars>
      </dgm:prSet>
      <dgm:spPr/>
    </dgm:pt>
    <dgm:pt modelId="{B2AF99C6-E6F3-4DE0-BF67-1297C35F113A}" type="pres">
      <dgm:prSet presAssocID="{D18C7275-ED4B-4031-B72D-58B4A4066FBF}" presName="sibTrans" presStyleCnt="0"/>
      <dgm:spPr/>
    </dgm:pt>
    <dgm:pt modelId="{D051D634-D4C1-4DEC-99F7-963BE5A04BAA}" type="pres">
      <dgm:prSet presAssocID="{5DB7A451-A8F1-44B4-819F-AFB431B841E9}" presName="compNode" presStyleCnt="0"/>
      <dgm:spPr/>
    </dgm:pt>
    <dgm:pt modelId="{6A7BD0AC-9CA8-49EA-B66B-2ADCF2DBE685}" type="pres">
      <dgm:prSet presAssocID="{5DB7A451-A8F1-44B4-819F-AFB431B841E9}" presName="iconRect" presStyleLbl="node1" presStyleIdx="4" presStyleCnt="6"/>
      <dgm:spPr>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a:ln>
          <a:noFill/>
        </a:ln>
      </dgm:spPr>
      <dgm:extLst>
        <a:ext uri="{E40237B7-FDA0-4F09-8148-C483321AD2D9}">
          <dgm14:cNvPr xmlns:dgm14="http://schemas.microsoft.com/office/drawing/2010/diagram" id="0" name="" descr="Flowchart"/>
        </a:ext>
      </dgm:extLst>
    </dgm:pt>
    <dgm:pt modelId="{57A2C7D6-3026-44E1-9256-28B3942CAD09}" type="pres">
      <dgm:prSet presAssocID="{5DB7A451-A8F1-44B4-819F-AFB431B841E9}" presName="spaceRect" presStyleCnt="0"/>
      <dgm:spPr/>
    </dgm:pt>
    <dgm:pt modelId="{3B6168E0-3E09-4451-A925-98A8055E95D2}" type="pres">
      <dgm:prSet presAssocID="{5DB7A451-A8F1-44B4-819F-AFB431B841E9}" presName="textRect" presStyleLbl="revTx" presStyleIdx="4" presStyleCnt="6">
        <dgm:presLayoutVars>
          <dgm:chMax val="1"/>
          <dgm:chPref val="1"/>
        </dgm:presLayoutVars>
      </dgm:prSet>
      <dgm:spPr/>
    </dgm:pt>
    <dgm:pt modelId="{CEB7D8ED-7EB1-47EF-A8AD-718A4BA6F740}" type="pres">
      <dgm:prSet presAssocID="{F0664664-CEF1-41C6-93AB-47BF97C14950}" presName="sibTrans" presStyleCnt="0"/>
      <dgm:spPr/>
    </dgm:pt>
    <dgm:pt modelId="{16ED792E-635D-45A5-BE1E-098D01D338DD}" type="pres">
      <dgm:prSet presAssocID="{20B85CE8-403A-47E6-B132-BD546093B00D}" presName="compNode" presStyleCnt="0"/>
      <dgm:spPr/>
    </dgm:pt>
    <dgm:pt modelId="{77F913F9-1BD1-4165-8C22-0EF321F7EF92}" type="pres">
      <dgm:prSet presAssocID="{20B85CE8-403A-47E6-B132-BD546093B00D}" presName="iconRect" presStyleLbl="node1" presStyleIdx="5" presStyleCnt="6"/>
      <dgm:spPr>
        <a:blipFill>
          <a:blip xmlns:r="http://schemas.openxmlformats.org/officeDocument/2006/relationships"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a:blipFill>
        <a:ln>
          <a:noFill/>
        </a:ln>
      </dgm:spPr>
      <dgm:extLst>
        <a:ext uri="{E40237B7-FDA0-4F09-8148-C483321AD2D9}">
          <dgm14:cNvPr xmlns:dgm14="http://schemas.microsoft.com/office/drawing/2010/diagram" id="0" name="" descr="Network"/>
        </a:ext>
      </dgm:extLst>
    </dgm:pt>
    <dgm:pt modelId="{668AE900-FDF1-4AAC-BA8C-A8D921E4BEBE}" type="pres">
      <dgm:prSet presAssocID="{20B85CE8-403A-47E6-B132-BD546093B00D}" presName="spaceRect" presStyleCnt="0"/>
      <dgm:spPr/>
    </dgm:pt>
    <dgm:pt modelId="{2CE3C4F5-6CF9-47EB-8F0F-EBDEBB928888}" type="pres">
      <dgm:prSet presAssocID="{20B85CE8-403A-47E6-B132-BD546093B00D}" presName="textRect" presStyleLbl="revTx" presStyleIdx="5" presStyleCnt="6">
        <dgm:presLayoutVars>
          <dgm:chMax val="1"/>
          <dgm:chPref val="1"/>
        </dgm:presLayoutVars>
      </dgm:prSet>
      <dgm:spPr/>
    </dgm:pt>
  </dgm:ptLst>
  <dgm:cxnLst>
    <dgm:cxn modelId="{163B1828-C9D0-44AC-8483-F4FFFF77CAE6}" type="presOf" srcId="{20B85CE8-403A-47E6-B132-BD546093B00D}" destId="{2CE3C4F5-6CF9-47EB-8F0F-EBDEBB928888}" srcOrd="0" destOrd="0" presId="urn:microsoft.com/office/officeart/2018/2/layout/IconLabelList"/>
    <dgm:cxn modelId="{7367FB4F-2E65-4284-9407-5D017FE2340B}" type="presOf" srcId="{D11A31C8-D00A-4C87-BA45-D426249C5D78}" destId="{E65102BE-8667-4548-8764-0D46221E26AB}" srcOrd="0" destOrd="0" presId="urn:microsoft.com/office/officeart/2018/2/layout/IconLabelList"/>
    <dgm:cxn modelId="{1C58BB5D-2823-4462-944B-73B04EDCB108}" srcId="{3659CC0B-1841-4E7C-8CB1-BA569D6A3962}" destId="{FE12F19F-657B-40E9-B6E0-36B9CAE6CCD7}" srcOrd="3" destOrd="0" parTransId="{A2C42821-57C1-4307-BF9B-408C8EA58D0C}" sibTransId="{D18C7275-ED4B-4031-B72D-58B4A4066FBF}"/>
    <dgm:cxn modelId="{0527EC67-710C-48C7-A29A-4275C9C179CE}" srcId="{3659CC0B-1841-4E7C-8CB1-BA569D6A3962}" destId="{D11A31C8-D00A-4C87-BA45-D426249C5D78}" srcOrd="0" destOrd="0" parTransId="{C963A7B0-10CE-4097-A52A-0E8E6C70745D}" sibTransId="{DE6888D4-C255-4AF2-9994-33973535CE7B}"/>
    <dgm:cxn modelId="{D2FAD391-C6A7-4E1A-9885-D35222BA7153}" type="presOf" srcId="{5DB7A451-A8F1-44B4-819F-AFB431B841E9}" destId="{3B6168E0-3E09-4451-A925-98A8055E95D2}" srcOrd="0" destOrd="0" presId="urn:microsoft.com/office/officeart/2018/2/layout/IconLabelList"/>
    <dgm:cxn modelId="{5D518B99-364E-4F21-87A3-9AFC51A17B38}" srcId="{3659CC0B-1841-4E7C-8CB1-BA569D6A3962}" destId="{20B85CE8-403A-47E6-B132-BD546093B00D}" srcOrd="5" destOrd="0" parTransId="{65D7B9CB-909C-43FC-AF5D-74CB29FE6941}" sibTransId="{06201118-B41E-4D75-BBB0-E83D82164A08}"/>
    <dgm:cxn modelId="{4A61CE9A-3E27-40B7-ACD0-4630AFF91C4C}" srcId="{3659CC0B-1841-4E7C-8CB1-BA569D6A3962}" destId="{5DB7A451-A8F1-44B4-819F-AFB431B841E9}" srcOrd="4" destOrd="0" parTransId="{E13F2119-A72E-4BEF-B660-170B387E64AA}" sibTransId="{F0664664-CEF1-41C6-93AB-47BF97C14950}"/>
    <dgm:cxn modelId="{6EC1759D-3088-4433-839B-7680F24B75F2}" srcId="{3659CC0B-1841-4E7C-8CB1-BA569D6A3962}" destId="{E6F636E1-0356-4C36-959E-48A0BCD508B0}" srcOrd="1" destOrd="0" parTransId="{8A48592D-47EF-47B5-B8B3-419DA612243C}" sibTransId="{B413E79B-4FC5-48BE-B650-DC9FDC89968C}"/>
    <dgm:cxn modelId="{D3FCD0AD-9963-4321-B671-CCF60394097A}" type="presOf" srcId="{FE12F19F-657B-40E9-B6E0-36B9CAE6CCD7}" destId="{5B4EFABC-C70E-47F7-9701-8495998DFC69}" srcOrd="0" destOrd="0" presId="urn:microsoft.com/office/officeart/2018/2/layout/IconLabelList"/>
    <dgm:cxn modelId="{2C2F66AF-B1E8-44D4-92CD-C76760AD9AD7}" type="presOf" srcId="{E6F636E1-0356-4C36-959E-48A0BCD508B0}" destId="{AC8F368B-0A25-4D3A-AB41-C5D2DBCB1177}" srcOrd="0" destOrd="0" presId="urn:microsoft.com/office/officeart/2018/2/layout/IconLabelList"/>
    <dgm:cxn modelId="{068EDABB-6952-4A94-909B-0F4BC2EA1B90}" type="presOf" srcId="{BA621932-A9CE-4E74-953D-A295FB37CB84}" destId="{BBC1F0DA-BE3A-4E3C-9F86-48607E48FACC}" srcOrd="0" destOrd="0" presId="urn:microsoft.com/office/officeart/2018/2/layout/IconLabelList"/>
    <dgm:cxn modelId="{3F0FB8DD-5E9C-4578-83A7-BB9FD58CCCDA}" srcId="{3659CC0B-1841-4E7C-8CB1-BA569D6A3962}" destId="{BA621932-A9CE-4E74-953D-A295FB37CB84}" srcOrd="2" destOrd="0" parTransId="{69FFC089-08B6-40B3-9AC2-8586F9D6B1BE}" sibTransId="{84E6EC34-4158-443A-A958-703D955B206F}"/>
    <dgm:cxn modelId="{50E22FDE-181C-433A-A442-CA7A0B0B8E56}" type="presOf" srcId="{3659CC0B-1841-4E7C-8CB1-BA569D6A3962}" destId="{0FA0C29F-E5B7-42CF-989A-5093F02694AA}" srcOrd="0" destOrd="0" presId="urn:microsoft.com/office/officeart/2018/2/layout/IconLabelList"/>
    <dgm:cxn modelId="{2BEB6742-10A0-4838-BDC2-5BFD766F4517}" type="presParOf" srcId="{0FA0C29F-E5B7-42CF-989A-5093F02694AA}" destId="{1CB068C3-C07A-4918-BE72-31E6787410CD}" srcOrd="0" destOrd="0" presId="urn:microsoft.com/office/officeart/2018/2/layout/IconLabelList"/>
    <dgm:cxn modelId="{442952BB-E3C4-439B-ADFE-3D94065EA65E}" type="presParOf" srcId="{1CB068C3-C07A-4918-BE72-31E6787410CD}" destId="{C3EC77D8-8190-417E-A85D-2A6A3EB60EE2}" srcOrd="0" destOrd="0" presId="urn:microsoft.com/office/officeart/2018/2/layout/IconLabelList"/>
    <dgm:cxn modelId="{F7E28B90-D375-44EB-8170-174CE459092E}" type="presParOf" srcId="{1CB068C3-C07A-4918-BE72-31E6787410CD}" destId="{DC9B006E-461B-4A53-80F6-4A7BE332BA43}" srcOrd="1" destOrd="0" presId="urn:microsoft.com/office/officeart/2018/2/layout/IconLabelList"/>
    <dgm:cxn modelId="{06279B8B-BC5A-49F8-8563-1C07B2CA80F7}" type="presParOf" srcId="{1CB068C3-C07A-4918-BE72-31E6787410CD}" destId="{E65102BE-8667-4548-8764-0D46221E26AB}" srcOrd="2" destOrd="0" presId="urn:microsoft.com/office/officeart/2018/2/layout/IconLabelList"/>
    <dgm:cxn modelId="{22869080-FA42-4FFF-B658-B083D185A1C5}" type="presParOf" srcId="{0FA0C29F-E5B7-42CF-989A-5093F02694AA}" destId="{32061DC4-BFA6-44FF-AC04-CDDBD9C7A9CF}" srcOrd="1" destOrd="0" presId="urn:microsoft.com/office/officeart/2018/2/layout/IconLabelList"/>
    <dgm:cxn modelId="{95C9E4F1-A144-4BBB-A522-1F892ABE304D}" type="presParOf" srcId="{0FA0C29F-E5B7-42CF-989A-5093F02694AA}" destId="{CFBEE4F7-C41A-4C03-AB50-B2F6D45058B9}" srcOrd="2" destOrd="0" presId="urn:microsoft.com/office/officeart/2018/2/layout/IconLabelList"/>
    <dgm:cxn modelId="{7A58006D-CB09-40FD-8B2D-37A90F1D3077}" type="presParOf" srcId="{CFBEE4F7-C41A-4C03-AB50-B2F6D45058B9}" destId="{D6C251A8-9B8A-469D-9E49-0167584AFA57}" srcOrd="0" destOrd="0" presId="urn:microsoft.com/office/officeart/2018/2/layout/IconLabelList"/>
    <dgm:cxn modelId="{5188AB22-7A9B-4C5F-B66E-FC2012A29A67}" type="presParOf" srcId="{CFBEE4F7-C41A-4C03-AB50-B2F6D45058B9}" destId="{F246C638-F0A1-4D82-B1EC-DB1A2282F9C1}" srcOrd="1" destOrd="0" presId="urn:microsoft.com/office/officeart/2018/2/layout/IconLabelList"/>
    <dgm:cxn modelId="{A5FD8366-0595-49C7-BF1E-3CBB534140E9}" type="presParOf" srcId="{CFBEE4F7-C41A-4C03-AB50-B2F6D45058B9}" destId="{AC8F368B-0A25-4D3A-AB41-C5D2DBCB1177}" srcOrd="2" destOrd="0" presId="urn:microsoft.com/office/officeart/2018/2/layout/IconLabelList"/>
    <dgm:cxn modelId="{78001D12-74E0-4C39-91C7-7A1C6DD3A82C}" type="presParOf" srcId="{0FA0C29F-E5B7-42CF-989A-5093F02694AA}" destId="{E8E827BC-86C8-486E-929F-0163002C34ED}" srcOrd="3" destOrd="0" presId="urn:microsoft.com/office/officeart/2018/2/layout/IconLabelList"/>
    <dgm:cxn modelId="{40C9EB54-4A5F-449A-AB9A-685CE673555B}" type="presParOf" srcId="{0FA0C29F-E5B7-42CF-989A-5093F02694AA}" destId="{29D01774-AB91-4416-8A47-30A37FAE507F}" srcOrd="4" destOrd="0" presId="urn:microsoft.com/office/officeart/2018/2/layout/IconLabelList"/>
    <dgm:cxn modelId="{E26AE94C-6497-4FDC-BE92-86F8B4C6D0C7}" type="presParOf" srcId="{29D01774-AB91-4416-8A47-30A37FAE507F}" destId="{3D5D31B6-F42D-41F7-A182-9BF17F66D38D}" srcOrd="0" destOrd="0" presId="urn:microsoft.com/office/officeart/2018/2/layout/IconLabelList"/>
    <dgm:cxn modelId="{8DB75324-0EE7-4902-BA0C-89DDA0959658}" type="presParOf" srcId="{29D01774-AB91-4416-8A47-30A37FAE507F}" destId="{6FA2CB6D-E1A7-4383-9924-C90521D1803D}" srcOrd="1" destOrd="0" presId="urn:microsoft.com/office/officeart/2018/2/layout/IconLabelList"/>
    <dgm:cxn modelId="{D4119647-4300-4A73-BB92-80C7E9E5F9A7}" type="presParOf" srcId="{29D01774-AB91-4416-8A47-30A37FAE507F}" destId="{BBC1F0DA-BE3A-4E3C-9F86-48607E48FACC}" srcOrd="2" destOrd="0" presId="urn:microsoft.com/office/officeart/2018/2/layout/IconLabelList"/>
    <dgm:cxn modelId="{3A67D196-6D36-48DB-B605-E10664BBE880}" type="presParOf" srcId="{0FA0C29F-E5B7-42CF-989A-5093F02694AA}" destId="{26F45C85-FA27-438C-9DF3-28DE04CE5496}" srcOrd="5" destOrd="0" presId="urn:microsoft.com/office/officeart/2018/2/layout/IconLabelList"/>
    <dgm:cxn modelId="{7C9AEE66-5AA8-4AE9-A419-A2CBD4EBC2CD}" type="presParOf" srcId="{0FA0C29F-E5B7-42CF-989A-5093F02694AA}" destId="{A857AA01-C77D-4E11-9F69-4B7A104C543D}" srcOrd="6" destOrd="0" presId="urn:microsoft.com/office/officeart/2018/2/layout/IconLabelList"/>
    <dgm:cxn modelId="{1B5DEACB-CE0F-4400-B274-7D4DFE4F1AA4}" type="presParOf" srcId="{A857AA01-C77D-4E11-9F69-4B7A104C543D}" destId="{56449725-1069-4DCD-8CE2-C6D2C2ADF970}" srcOrd="0" destOrd="0" presId="urn:microsoft.com/office/officeart/2018/2/layout/IconLabelList"/>
    <dgm:cxn modelId="{98287EEE-F775-4D59-BF7D-3B67553BAFAE}" type="presParOf" srcId="{A857AA01-C77D-4E11-9F69-4B7A104C543D}" destId="{C3D9076A-0240-46D5-ABD7-D4F7E0E86878}" srcOrd="1" destOrd="0" presId="urn:microsoft.com/office/officeart/2018/2/layout/IconLabelList"/>
    <dgm:cxn modelId="{474E0D95-5614-4308-919D-EE67522C756A}" type="presParOf" srcId="{A857AA01-C77D-4E11-9F69-4B7A104C543D}" destId="{5B4EFABC-C70E-47F7-9701-8495998DFC69}" srcOrd="2" destOrd="0" presId="urn:microsoft.com/office/officeart/2018/2/layout/IconLabelList"/>
    <dgm:cxn modelId="{E591F5F0-CFE8-4CD5-94D8-BADB9C90B0A7}" type="presParOf" srcId="{0FA0C29F-E5B7-42CF-989A-5093F02694AA}" destId="{B2AF99C6-E6F3-4DE0-BF67-1297C35F113A}" srcOrd="7" destOrd="0" presId="urn:microsoft.com/office/officeart/2018/2/layout/IconLabelList"/>
    <dgm:cxn modelId="{2BA2D56D-9416-474B-8359-372E04EAA909}" type="presParOf" srcId="{0FA0C29F-E5B7-42CF-989A-5093F02694AA}" destId="{D051D634-D4C1-4DEC-99F7-963BE5A04BAA}" srcOrd="8" destOrd="0" presId="urn:microsoft.com/office/officeart/2018/2/layout/IconLabelList"/>
    <dgm:cxn modelId="{6B144BA3-ED21-40DA-85AA-47DCC8231D81}" type="presParOf" srcId="{D051D634-D4C1-4DEC-99F7-963BE5A04BAA}" destId="{6A7BD0AC-9CA8-49EA-B66B-2ADCF2DBE685}" srcOrd="0" destOrd="0" presId="urn:microsoft.com/office/officeart/2018/2/layout/IconLabelList"/>
    <dgm:cxn modelId="{8C295F82-336B-4B51-9F1E-DBD35D623A7F}" type="presParOf" srcId="{D051D634-D4C1-4DEC-99F7-963BE5A04BAA}" destId="{57A2C7D6-3026-44E1-9256-28B3942CAD09}" srcOrd="1" destOrd="0" presId="urn:microsoft.com/office/officeart/2018/2/layout/IconLabelList"/>
    <dgm:cxn modelId="{636F7A1B-B533-4962-B00C-D6B433BCACD6}" type="presParOf" srcId="{D051D634-D4C1-4DEC-99F7-963BE5A04BAA}" destId="{3B6168E0-3E09-4451-A925-98A8055E95D2}" srcOrd="2" destOrd="0" presId="urn:microsoft.com/office/officeart/2018/2/layout/IconLabelList"/>
    <dgm:cxn modelId="{01C0CED2-DBC2-4202-98A4-94DE4003EA3E}" type="presParOf" srcId="{0FA0C29F-E5B7-42CF-989A-5093F02694AA}" destId="{CEB7D8ED-7EB1-47EF-A8AD-718A4BA6F740}" srcOrd="9" destOrd="0" presId="urn:microsoft.com/office/officeart/2018/2/layout/IconLabelList"/>
    <dgm:cxn modelId="{8E453A02-7715-4BAB-90B2-111097A154AC}" type="presParOf" srcId="{0FA0C29F-E5B7-42CF-989A-5093F02694AA}" destId="{16ED792E-635D-45A5-BE1E-098D01D338DD}" srcOrd="10" destOrd="0" presId="urn:microsoft.com/office/officeart/2018/2/layout/IconLabelList"/>
    <dgm:cxn modelId="{6D656E0B-89B9-42B1-A614-61239924542D}" type="presParOf" srcId="{16ED792E-635D-45A5-BE1E-098D01D338DD}" destId="{77F913F9-1BD1-4165-8C22-0EF321F7EF92}" srcOrd="0" destOrd="0" presId="urn:microsoft.com/office/officeart/2018/2/layout/IconLabelList"/>
    <dgm:cxn modelId="{A669AE19-8ACE-4460-8DF4-1B9881DBEF3D}" type="presParOf" srcId="{16ED792E-635D-45A5-BE1E-098D01D338DD}" destId="{668AE900-FDF1-4AAC-BA8C-A8D921E4BEBE}" srcOrd="1" destOrd="0" presId="urn:microsoft.com/office/officeart/2018/2/layout/IconLabelList"/>
    <dgm:cxn modelId="{66FDB253-ECA0-483E-AFE0-93A1838C3AD7}" type="presParOf" srcId="{16ED792E-635D-45A5-BE1E-098D01D338DD}" destId="{2CE3C4F5-6CF9-47EB-8F0F-EBDEBB928888}" srcOrd="2" destOrd="0" presId="urn:microsoft.com/office/officeart/2018/2/layout/Icon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77CF55A-A1BE-44E0-9CB2-0E8FE8CFA7EF}">
      <dsp:nvSpPr>
        <dsp:cNvPr id="0" name=""/>
        <dsp:cNvSpPr/>
      </dsp:nvSpPr>
      <dsp:spPr>
        <a:xfrm>
          <a:off x="1613787" y="95973"/>
          <a:ext cx="872951" cy="872951"/>
        </a:xfrm>
        <a:prstGeom prst="ellipse">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141D7A7-8447-483A-85E6-D15165ACB93D}">
      <dsp:nvSpPr>
        <dsp:cNvPr id="0" name=""/>
        <dsp:cNvSpPr/>
      </dsp:nvSpPr>
      <dsp:spPr>
        <a:xfrm>
          <a:off x="1797106" y="279293"/>
          <a:ext cx="506311" cy="506311"/>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B4B8899-0B27-4BDE-B8BE-17D219029B93}">
      <dsp:nvSpPr>
        <dsp:cNvPr id="0" name=""/>
        <dsp:cNvSpPr/>
      </dsp:nvSpPr>
      <dsp:spPr>
        <a:xfrm>
          <a:off x="2673799" y="95973"/>
          <a:ext cx="2057671" cy="87295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488950">
            <a:lnSpc>
              <a:spcPct val="100000"/>
            </a:lnSpc>
            <a:spcBef>
              <a:spcPct val="0"/>
            </a:spcBef>
            <a:spcAft>
              <a:spcPct val="35000"/>
            </a:spcAft>
            <a:buNone/>
          </a:pPr>
          <a:r>
            <a:rPr lang="en-US" sz="1100" kern="1200"/>
            <a:t>Grafo Social: El núcleo del modelo de datos de Facebook es el Grafo Social, que representa las relaciones entre los usuarios </a:t>
          </a:r>
        </a:p>
      </dsp:txBody>
      <dsp:txXfrm>
        <a:off x="2673799" y="95973"/>
        <a:ext cx="2057671" cy="872951"/>
      </dsp:txXfrm>
    </dsp:sp>
    <dsp:sp modelId="{2CC5084D-8F60-439A-A51E-9BCFF9EEB5D1}">
      <dsp:nvSpPr>
        <dsp:cNvPr id="0" name=""/>
        <dsp:cNvSpPr/>
      </dsp:nvSpPr>
      <dsp:spPr>
        <a:xfrm>
          <a:off x="5090005" y="95973"/>
          <a:ext cx="872951" cy="872951"/>
        </a:xfrm>
        <a:prstGeom prst="ellipse">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2F0C788-3CCF-4804-B5F7-06EEB63B08EC}">
      <dsp:nvSpPr>
        <dsp:cNvPr id="0" name=""/>
        <dsp:cNvSpPr/>
      </dsp:nvSpPr>
      <dsp:spPr>
        <a:xfrm>
          <a:off x="5273325" y="279293"/>
          <a:ext cx="506311" cy="506311"/>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F53A0B4-DD19-48B2-BB85-886375548E4B}">
      <dsp:nvSpPr>
        <dsp:cNvPr id="0" name=""/>
        <dsp:cNvSpPr/>
      </dsp:nvSpPr>
      <dsp:spPr>
        <a:xfrm>
          <a:off x="6150018" y="95973"/>
          <a:ext cx="2057671" cy="87295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488950">
            <a:lnSpc>
              <a:spcPct val="100000"/>
            </a:lnSpc>
            <a:spcBef>
              <a:spcPct val="0"/>
            </a:spcBef>
            <a:spcAft>
              <a:spcPct val="35000"/>
            </a:spcAft>
            <a:buNone/>
          </a:pPr>
          <a:r>
            <a:rPr lang="en-US" sz="1100" kern="1200"/>
            <a:t>Me gusta de Páginas: Las Páginas de Facebook, que representan negocios, figuras públicas u organizaciones, pueden ser "me gustadas" por los usuarios</a:t>
          </a:r>
        </a:p>
      </dsp:txBody>
      <dsp:txXfrm>
        <a:off x="6150018" y="95973"/>
        <a:ext cx="2057671" cy="872951"/>
      </dsp:txXfrm>
    </dsp:sp>
    <dsp:sp modelId="{FF938ECA-FCD2-4CEC-A66A-C8B8F0604260}">
      <dsp:nvSpPr>
        <dsp:cNvPr id="0" name=""/>
        <dsp:cNvSpPr/>
      </dsp:nvSpPr>
      <dsp:spPr>
        <a:xfrm>
          <a:off x="1613787" y="1692920"/>
          <a:ext cx="872951" cy="872951"/>
        </a:xfrm>
        <a:prstGeom prst="ellipse">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D1F0F51-C1D2-43B1-9D0F-B46C7E2087CC}">
      <dsp:nvSpPr>
        <dsp:cNvPr id="0" name=""/>
        <dsp:cNvSpPr/>
      </dsp:nvSpPr>
      <dsp:spPr>
        <a:xfrm>
          <a:off x="1797106" y="1876240"/>
          <a:ext cx="506311" cy="506311"/>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BED5348-6BF5-46A0-9963-FB7A1013CA3A}">
      <dsp:nvSpPr>
        <dsp:cNvPr id="0" name=""/>
        <dsp:cNvSpPr/>
      </dsp:nvSpPr>
      <dsp:spPr>
        <a:xfrm>
          <a:off x="2673799" y="1692920"/>
          <a:ext cx="2057671" cy="87295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488950">
            <a:lnSpc>
              <a:spcPct val="100000"/>
            </a:lnSpc>
            <a:spcBef>
              <a:spcPct val="0"/>
            </a:spcBef>
            <a:spcAft>
              <a:spcPct val="35000"/>
            </a:spcAft>
            <a:buNone/>
          </a:pPr>
          <a:r>
            <a:rPr lang="en-US" sz="1100" kern="1200"/>
            <a:t>Pertenencia a Grupos: Los Grupos de Facebook proporcionan una forma para que los usuarios con intereses comunes se conecten e interactúen </a:t>
          </a:r>
        </a:p>
      </dsp:txBody>
      <dsp:txXfrm>
        <a:off x="2673799" y="1692920"/>
        <a:ext cx="2057671" cy="872951"/>
      </dsp:txXfrm>
    </dsp:sp>
    <dsp:sp modelId="{209FE4C9-9616-4073-B904-FC79AD9B31EE}">
      <dsp:nvSpPr>
        <dsp:cNvPr id="0" name=""/>
        <dsp:cNvSpPr/>
      </dsp:nvSpPr>
      <dsp:spPr>
        <a:xfrm>
          <a:off x="5090005" y="1692920"/>
          <a:ext cx="872951" cy="872951"/>
        </a:xfrm>
        <a:prstGeom prst="ellipse">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101DB57-CEB8-47DE-B927-05EA8A6AC5C9}">
      <dsp:nvSpPr>
        <dsp:cNvPr id="0" name=""/>
        <dsp:cNvSpPr/>
      </dsp:nvSpPr>
      <dsp:spPr>
        <a:xfrm>
          <a:off x="5273325" y="1876240"/>
          <a:ext cx="506311" cy="506311"/>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40F61B2-C8AF-4FF2-87B5-5556FE74C6EB}">
      <dsp:nvSpPr>
        <dsp:cNvPr id="0" name=""/>
        <dsp:cNvSpPr/>
      </dsp:nvSpPr>
      <dsp:spPr>
        <a:xfrm>
          <a:off x="6150018" y="1692920"/>
          <a:ext cx="2057671" cy="87295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488950">
            <a:lnSpc>
              <a:spcPct val="100000"/>
            </a:lnSpc>
            <a:spcBef>
              <a:spcPct val="0"/>
            </a:spcBef>
            <a:spcAft>
              <a:spcPct val="35000"/>
            </a:spcAft>
            <a:buNone/>
          </a:pPr>
          <a:r>
            <a:rPr lang="en-US" sz="1100" kern="1200"/>
            <a:t>Recomendaciones: Facebook aprovecha la estructura de datos del Grafo para potenciar sus sistemas de recomendación </a:t>
          </a:r>
        </a:p>
      </dsp:txBody>
      <dsp:txXfrm>
        <a:off x="6150018" y="1692920"/>
        <a:ext cx="2057671" cy="872951"/>
      </dsp:txXfrm>
    </dsp:sp>
    <dsp:sp modelId="{8C64A5C8-7A5B-4535-9ACD-69BF58E2971A}">
      <dsp:nvSpPr>
        <dsp:cNvPr id="0" name=""/>
        <dsp:cNvSpPr/>
      </dsp:nvSpPr>
      <dsp:spPr>
        <a:xfrm>
          <a:off x="1613787" y="3289866"/>
          <a:ext cx="872951" cy="872951"/>
        </a:xfrm>
        <a:prstGeom prst="ellipse">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EA4CD81-F789-499C-91EF-ECDEEDF253BB}">
      <dsp:nvSpPr>
        <dsp:cNvPr id="0" name=""/>
        <dsp:cNvSpPr/>
      </dsp:nvSpPr>
      <dsp:spPr>
        <a:xfrm>
          <a:off x="1797106" y="3473186"/>
          <a:ext cx="506311" cy="506311"/>
        </a:xfrm>
        <a:prstGeom prst="rect">
          <a:avLst/>
        </a:prstGeom>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5637DA2-0DB8-4A33-8333-EE2C98777554}">
      <dsp:nvSpPr>
        <dsp:cNvPr id="0" name=""/>
        <dsp:cNvSpPr/>
      </dsp:nvSpPr>
      <dsp:spPr>
        <a:xfrm>
          <a:off x="2673799" y="3289866"/>
          <a:ext cx="2057671" cy="87295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488950">
            <a:lnSpc>
              <a:spcPct val="100000"/>
            </a:lnSpc>
            <a:spcBef>
              <a:spcPct val="0"/>
            </a:spcBef>
            <a:spcAft>
              <a:spcPct val="35000"/>
            </a:spcAft>
            <a:buNone/>
          </a:pPr>
          <a:r>
            <a:rPr lang="en-US" sz="1100" kern="1200"/>
            <a:t>Análisis de datos: Facebook utiliza algoritmos y técnicas de análisis de grafos para extraer información y comprender el comportamiento de sus usuarios </a:t>
          </a:r>
        </a:p>
      </dsp:txBody>
      <dsp:txXfrm>
        <a:off x="2673799" y="3289866"/>
        <a:ext cx="2057671" cy="872951"/>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3EC77D8-8190-417E-A85D-2A6A3EB60EE2}">
      <dsp:nvSpPr>
        <dsp:cNvPr id="0" name=""/>
        <dsp:cNvSpPr/>
      </dsp:nvSpPr>
      <dsp:spPr>
        <a:xfrm>
          <a:off x="438504" y="546772"/>
          <a:ext cx="715078" cy="715078"/>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65102BE-8667-4548-8764-0D46221E26AB}">
      <dsp:nvSpPr>
        <dsp:cNvPr id="0" name=""/>
        <dsp:cNvSpPr/>
      </dsp:nvSpPr>
      <dsp:spPr>
        <a:xfrm>
          <a:off x="1512" y="1799960"/>
          <a:ext cx="1589062" cy="23340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622300">
            <a:lnSpc>
              <a:spcPct val="100000"/>
            </a:lnSpc>
            <a:spcBef>
              <a:spcPct val="0"/>
            </a:spcBef>
            <a:spcAft>
              <a:spcPct val="35000"/>
            </a:spcAft>
            <a:buNone/>
          </a:pPr>
          <a:r>
            <a:rPr lang="en-US" sz="1400" kern="1200"/>
            <a:t>El grafo de Facebook es la colección de entidades y sus relaciones en Facebook. </a:t>
          </a:r>
        </a:p>
      </dsp:txBody>
      <dsp:txXfrm>
        <a:off x="1512" y="1799960"/>
        <a:ext cx="1589062" cy="2334027"/>
      </dsp:txXfrm>
    </dsp:sp>
    <dsp:sp modelId="{D6C251A8-9B8A-469D-9E49-0167584AFA57}">
      <dsp:nvSpPr>
        <dsp:cNvPr id="0" name=""/>
        <dsp:cNvSpPr/>
      </dsp:nvSpPr>
      <dsp:spPr>
        <a:xfrm>
          <a:off x="2305652" y="546772"/>
          <a:ext cx="715078" cy="715078"/>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AC8F368B-0A25-4D3A-AB41-C5D2DBCB1177}">
      <dsp:nvSpPr>
        <dsp:cNvPr id="0" name=""/>
        <dsp:cNvSpPr/>
      </dsp:nvSpPr>
      <dsp:spPr>
        <a:xfrm>
          <a:off x="1868660" y="1799960"/>
          <a:ext cx="1589062" cy="23340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622300">
            <a:lnSpc>
              <a:spcPct val="100000"/>
            </a:lnSpc>
            <a:spcBef>
              <a:spcPct val="0"/>
            </a:spcBef>
            <a:spcAft>
              <a:spcPct val="35000"/>
            </a:spcAft>
            <a:buNone/>
          </a:pPr>
          <a:r>
            <a:rPr lang="en-US" sz="1400" kern="1200"/>
            <a:t>Las entidades son los nodos y las relaciones son las aristas. </a:t>
          </a:r>
        </a:p>
      </dsp:txBody>
      <dsp:txXfrm>
        <a:off x="1868660" y="1799960"/>
        <a:ext cx="1589062" cy="2334027"/>
      </dsp:txXfrm>
    </dsp:sp>
    <dsp:sp modelId="{3D5D31B6-F42D-41F7-A182-9BF17F66D38D}">
      <dsp:nvSpPr>
        <dsp:cNvPr id="0" name=""/>
        <dsp:cNvSpPr/>
      </dsp:nvSpPr>
      <dsp:spPr>
        <a:xfrm>
          <a:off x="4172801" y="546772"/>
          <a:ext cx="715078" cy="715078"/>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BBC1F0DA-BE3A-4E3C-9F86-48607E48FACC}">
      <dsp:nvSpPr>
        <dsp:cNvPr id="0" name=""/>
        <dsp:cNvSpPr/>
      </dsp:nvSpPr>
      <dsp:spPr>
        <a:xfrm>
          <a:off x="3735809" y="1799960"/>
          <a:ext cx="1589062" cy="23340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622300">
            <a:lnSpc>
              <a:spcPct val="100000"/>
            </a:lnSpc>
            <a:spcBef>
              <a:spcPct val="0"/>
            </a:spcBef>
            <a:spcAft>
              <a:spcPct val="35000"/>
            </a:spcAft>
            <a:buNone/>
          </a:pPr>
          <a:r>
            <a:rPr lang="en-US" sz="1400" kern="1200" dirty="0"/>
            <a:t>Una forma de </a:t>
          </a:r>
          <a:r>
            <a:rPr lang="en-US" sz="1400" kern="1200" dirty="0" err="1"/>
            <a:t>pensar</a:t>
          </a:r>
          <a:r>
            <a:rPr lang="en-US" sz="1400" kern="1200" dirty="0"/>
            <a:t> </a:t>
          </a:r>
          <a:r>
            <a:rPr lang="en-US" sz="1400" kern="1200" dirty="0" err="1"/>
            <a:t>en</a:t>
          </a:r>
          <a:r>
            <a:rPr lang="en-US" sz="1400" kern="1200" dirty="0"/>
            <a:t> </a:t>
          </a:r>
          <a:r>
            <a:rPr lang="en-US" sz="1400" kern="1200" dirty="0" err="1"/>
            <a:t>esto</a:t>
          </a:r>
          <a:r>
            <a:rPr lang="en-US" sz="1400" kern="1200" dirty="0"/>
            <a:t> es que </a:t>
          </a:r>
          <a:r>
            <a:rPr lang="en-US" sz="1400" kern="1200" dirty="0" err="1"/>
            <a:t>si</a:t>
          </a:r>
          <a:r>
            <a:rPr lang="en-US" sz="1400" kern="1200" dirty="0"/>
            <a:t> </a:t>
          </a:r>
          <a:r>
            <a:rPr lang="en-US" sz="1400" kern="1200" dirty="0" err="1"/>
            <a:t>el</a:t>
          </a:r>
          <a:r>
            <a:rPr lang="en-US" sz="1400" kern="1200" dirty="0"/>
            <a:t> </a:t>
          </a:r>
          <a:r>
            <a:rPr lang="en-US" sz="1400" kern="1200" dirty="0" err="1"/>
            <a:t>grafo</a:t>
          </a:r>
          <a:r>
            <a:rPr lang="en-US" sz="1400" kern="1200" dirty="0"/>
            <a:t> se </a:t>
          </a:r>
          <a:r>
            <a:rPr lang="en-US" sz="1400" kern="1200" dirty="0" err="1"/>
            <a:t>representara</a:t>
          </a:r>
          <a:r>
            <a:rPr lang="en-US" sz="1400" kern="1200" dirty="0"/>
            <a:t> </a:t>
          </a:r>
          <a:r>
            <a:rPr lang="en-US" sz="1400" kern="1200" dirty="0" err="1"/>
            <a:t>mediante</a:t>
          </a:r>
          <a:r>
            <a:rPr lang="en-US" sz="1400" kern="1200" dirty="0"/>
            <a:t> </a:t>
          </a:r>
          <a:r>
            <a:rPr lang="en-US" sz="1400" kern="1200" dirty="0" err="1"/>
            <a:t>lenguaje</a:t>
          </a:r>
          <a:r>
            <a:rPr lang="en-US" sz="1400" kern="1200" dirty="0"/>
            <a:t>, </a:t>
          </a:r>
          <a:r>
            <a:rPr lang="en-US" sz="1400" kern="1200" dirty="0" err="1"/>
            <a:t>los</a:t>
          </a:r>
          <a:r>
            <a:rPr lang="en-US" sz="1400" kern="1200" dirty="0"/>
            <a:t> </a:t>
          </a:r>
          <a:r>
            <a:rPr lang="en-US" sz="1400" kern="1200" dirty="0" err="1"/>
            <a:t>nodos</a:t>
          </a:r>
          <a:r>
            <a:rPr lang="en-US" sz="1400" kern="1200" dirty="0"/>
            <a:t> </a:t>
          </a:r>
          <a:r>
            <a:rPr lang="en-US" sz="1400" kern="1200" dirty="0" err="1"/>
            <a:t>serían</a:t>
          </a:r>
          <a:r>
            <a:rPr lang="en-US" sz="1400" kern="1200" dirty="0"/>
            <a:t> </a:t>
          </a:r>
          <a:r>
            <a:rPr lang="en-US" sz="1400" kern="1200" dirty="0" err="1"/>
            <a:t>los</a:t>
          </a:r>
          <a:r>
            <a:rPr lang="en-US" sz="1400" kern="1200" dirty="0"/>
            <a:t> </a:t>
          </a:r>
          <a:r>
            <a:rPr lang="en-US" sz="1400" kern="1200" dirty="0" err="1"/>
            <a:t>sustantivos</a:t>
          </a:r>
          <a:r>
            <a:rPr lang="en-US" sz="1400" kern="1200" dirty="0"/>
            <a:t> y las </a:t>
          </a:r>
          <a:r>
            <a:rPr lang="en-US" sz="1400" kern="1200" dirty="0" err="1"/>
            <a:t>aristas</a:t>
          </a:r>
          <a:r>
            <a:rPr lang="en-US" sz="1400" kern="1200" dirty="0"/>
            <a:t> </a:t>
          </a:r>
          <a:r>
            <a:rPr lang="en-US" sz="1400" kern="1200" dirty="0" err="1"/>
            <a:t>serían</a:t>
          </a:r>
          <a:r>
            <a:rPr lang="en-US" sz="1400" kern="1200" dirty="0"/>
            <a:t> </a:t>
          </a:r>
          <a:r>
            <a:rPr lang="en-US" sz="1400" kern="1200" dirty="0" err="1"/>
            <a:t>los</a:t>
          </a:r>
          <a:r>
            <a:rPr lang="en-US" sz="1400" kern="1200" dirty="0"/>
            <a:t> </a:t>
          </a:r>
          <a:r>
            <a:rPr lang="en-US" sz="1400" kern="1200" dirty="0" err="1"/>
            <a:t>verbos</a:t>
          </a:r>
          <a:r>
            <a:rPr lang="en-US" sz="1400" kern="1200" dirty="0"/>
            <a:t>.</a:t>
          </a:r>
        </a:p>
      </dsp:txBody>
      <dsp:txXfrm>
        <a:off x="3735809" y="1799960"/>
        <a:ext cx="1589062" cy="2334027"/>
      </dsp:txXfrm>
    </dsp:sp>
    <dsp:sp modelId="{56449725-1069-4DCD-8CE2-C6D2C2ADF970}">
      <dsp:nvSpPr>
        <dsp:cNvPr id="0" name=""/>
        <dsp:cNvSpPr/>
      </dsp:nvSpPr>
      <dsp:spPr>
        <a:xfrm>
          <a:off x="6039949" y="546772"/>
          <a:ext cx="715078" cy="715078"/>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5B4EFABC-C70E-47F7-9701-8495998DFC69}">
      <dsp:nvSpPr>
        <dsp:cNvPr id="0" name=""/>
        <dsp:cNvSpPr/>
      </dsp:nvSpPr>
      <dsp:spPr>
        <a:xfrm>
          <a:off x="5602957" y="1799960"/>
          <a:ext cx="1589062" cy="23340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622300">
            <a:lnSpc>
              <a:spcPct val="100000"/>
            </a:lnSpc>
            <a:spcBef>
              <a:spcPct val="0"/>
            </a:spcBef>
            <a:spcAft>
              <a:spcPct val="35000"/>
            </a:spcAft>
            <a:buNone/>
          </a:pPr>
          <a:r>
            <a:rPr lang="en-US" sz="1400" kern="1200"/>
            <a:t>Cada usuario, página, lugar, foto, publicación, etc., son nodos en este grafo. Las aristas entre los nodos representan amistades, check-ins, etiquetas, relaciones, propiedad, atributos, etc. </a:t>
          </a:r>
        </a:p>
      </dsp:txBody>
      <dsp:txXfrm>
        <a:off x="5602957" y="1799960"/>
        <a:ext cx="1589062" cy="2334027"/>
      </dsp:txXfrm>
    </dsp:sp>
    <dsp:sp modelId="{6A7BD0AC-9CA8-49EA-B66B-2ADCF2DBE685}">
      <dsp:nvSpPr>
        <dsp:cNvPr id="0" name=""/>
        <dsp:cNvSpPr/>
      </dsp:nvSpPr>
      <dsp:spPr>
        <a:xfrm>
          <a:off x="7907098" y="546772"/>
          <a:ext cx="715078" cy="715078"/>
        </a:xfrm>
        <a:prstGeom prst="rect">
          <a:avLst/>
        </a:prstGeom>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B6168E0-3E09-4451-A925-98A8055E95D2}">
      <dsp:nvSpPr>
        <dsp:cNvPr id="0" name=""/>
        <dsp:cNvSpPr/>
      </dsp:nvSpPr>
      <dsp:spPr>
        <a:xfrm>
          <a:off x="7470105" y="1799960"/>
          <a:ext cx="1589062" cy="23340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622300">
            <a:lnSpc>
              <a:spcPct val="100000"/>
            </a:lnSpc>
            <a:spcBef>
              <a:spcPct val="0"/>
            </a:spcBef>
            <a:spcAft>
              <a:spcPct val="35000"/>
            </a:spcAft>
            <a:buNone/>
          </a:pPr>
          <a:r>
            <a:rPr lang="en-US" sz="1400" kern="1200"/>
            <a:t>Tanto los nodos como las aristas tienen metadatos asociados. Por ejemplo, el nodo que corresponde a mí tendría mi nombre, mi fecha de nacimiento, etc., y el nodo que corresponde a la página Breville tendría su título y descripción como metadatos. </a:t>
          </a:r>
        </a:p>
      </dsp:txBody>
      <dsp:txXfrm>
        <a:off x="7470105" y="1799960"/>
        <a:ext cx="1589062" cy="2334027"/>
      </dsp:txXfrm>
    </dsp:sp>
    <dsp:sp modelId="{77F913F9-1BD1-4165-8C22-0EF321F7EF92}">
      <dsp:nvSpPr>
        <dsp:cNvPr id="0" name=""/>
        <dsp:cNvSpPr/>
      </dsp:nvSpPr>
      <dsp:spPr>
        <a:xfrm>
          <a:off x="9774246" y="546772"/>
          <a:ext cx="715078" cy="715078"/>
        </a:xfrm>
        <a:prstGeom prst="rect">
          <a:avLst/>
        </a:prstGeom>
        <a:blipFill>
          <a:blip xmlns:r="http://schemas.openxmlformats.org/officeDocument/2006/relationships"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2CE3C4F5-6CF9-47EB-8F0F-EBDEBB928888}">
      <dsp:nvSpPr>
        <dsp:cNvPr id="0" name=""/>
        <dsp:cNvSpPr/>
      </dsp:nvSpPr>
      <dsp:spPr>
        <a:xfrm>
          <a:off x="9337254" y="1799960"/>
          <a:ext cx="1589062" cy="23340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622300">
            <a:lnSpc>
              <a:spcPct val="100000"/>
            </a:lnSpc>
            <a:spcBef>
              <a:spcPct val="0"/>
            </a:spcBef>
            <a:spcAft>
              <a:spcPct val="35000"/>
            </a:spcAft>
            <a:buNone/>
          </a:pPr>
          <a:r>
            <a:rPr lang="en-US" sz="1400" kern="1200"/>
            <a:t>Los nodos en el grafo se identifican mediante un número único llamado "fbid" (identificador de Facebook).</a:t>
          </a:r>
        </a:p>
      </dsp:txBody>
      <dsp:txXfrm>
        <a:off x="9337254" y="1799960"/>
        <a:ext cx="1589062" cy="2334027"/>
      </dsp:txXfrm>
    </dsp:sp>
  </dsp:spTree>
</dsp:drawing>
</file>

<file path=ppt/diagrams/layout1.xml><?xml version="1.0" encoding="utf-8"?>
<dgm:layoutDef xmlns:dgm="http://schemas.openxmlformats.org/drawingml/2006/diagram" xmlns:a="http://schemas.openxmlformats.org/drawingml/2006/main" uniqueId="urn:microsoft.com/office/officeart/2018/2/layout/IconCircleList">
  <dgm:title val="Icon Circle List"/>
  <dgm:desc val="Use to show non-sequential or grouped chunks of information accompanied by related visuals. Circular shapes can hold an icon or small picture and corresponding text box shows Level 1 text. Works best for icons or small pictures with medium-length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alg type="sp"/>
    <dgm:shape xmlns:r="http://schemas.openxmlformats.org/officeDocument/2006/relationships" r:blip="">
      <dgm:adjLst/>
    </dgm:shape>
    <dgm:presOf/>
    <dgm:choose name="Name0">
      <dgm:if name="Name1" axis="ch" ptType="node" func="cnt" op="lte" val="3">
        <dgm:constrLst>
          <dgm:constr type="w" for="ch" forName="container" refType="w"/>
          <dgm:constr type="h" for="ch" forName="container" refType="h" fact="0.4"/>
        </dgm:constrLst>
      </dgm:if>
      <dgm:else name="Name2">
        <dgm:constrLst>
          <dgm:constr type="w" for="ch" forName="container" refType="w"/>
          <dgm:constr type="h" for="ch" forName="container" refType="h"/>
        </dgm:constrLst>
      </dgm:else>
    </dgm:choose>
    <dgm:ruleLst>
      <dgm:rule type="h" for="ch" forName="container" val="INF" fact="NaN" max="NaN"/>
    </dgm:ruleLst>
    <dgm:layoutNode name="container">
      <dgm:varLst>
        <dgm:dir/>
        <dgm:resizeHandles val="exact"/>
      </dgm:varLst>
      <dgm:choose name="Name3">
        <dgm:if name="Name4" axis="self" func="var" arg="dir" op="equ" val="norm">
          <dgm:alg type="snake">
            <dgm:param type="grDir" val="tL"/>
            <dgm:param type="flowDir" val="row"/>
            <dgm:param type="contDir" val="sameDir"/>
          </dgm:alg>
        </dgm:if>
        <dgm:else name="Name5">
          <dgm:alg type="snake">
            <dgm:param type="grDir" val="tR"/>
            <dgm:param type="flowDir" val="row"/>
            <dgm:param type="contDir" val="sameDir"/>
          </dgm:alg>
        </dgm:else>
      </dgm:choose>
      <dgm:shape xmlns:r="http://schemas.openxmlformats.org/officeDocument/2006/relationships" r:blip="">
        <dgm:adjLst/>
      </dgm:shape>
      <dgm:presOf/>
      <dgm:constrLst>
        <dgm:constr type="w" for="ch" forName="compNode" refType="w"/>
        <dgm:constr type="h" for="ch" forName="compNode" refType="w" fact="0.28"/>
        <dgm:constr type="w" for="ch" forName="sibTrans" refType="w" refFor="ch" refForName="compNode" fact="0.115"/>
        <dgm:constr type="sp" refType="h" op="equ" fact="0.17"/>
        <dgm:constr type="primFontSz" for="des" ptType="node" op="equ" val="24"/>
        <dgm:constr type="h" for="des" forName="compNode" op="equ"/>
        <dgm:constr type="h" for="des" forName="iconBgRect" op="equ"/>
      </dgm:constrLst>
      <dgm:ruleLst>
        <dgm:rule type="w" for="ch" forName="compNode" val="60" fact="NaN" max="NaN"/>
      </dgm:ruleLst>
      <dgm:forEach name="Name6" axis="ch" ptType="node">
        <dgm:layoutNode name="compNode">
          <dgm:alg type="composite"/>
          <dgm:shape xmlns:r="http://schemas.openxmlformats.org/officeDocument/2006/relationships" r:blip="">
            <dgm:adjLst/>
          </dgm:shape>
          <dgm:presOf axis="self"/>
          <dgm:constrLst>
            <dgm:constr type="w" for="ch" forName="iconBgRect" refType="w" fact="0.28"/>
            <dgm:constr type="h" for="ch" forName="iconBgRect" refType="w" refFor="ch" refForName="iconBgRect"/>
            <dgm:constr type="t" for="ch" forName="iconBgRect"/>
            <dgm:constr type="l" for="ch" forName="iconBgRect"/>
            <dgm:constr type="w" for="ch" forName="iconRect" refType="w" refFor="ch" refForName="iconBgRect" fact="0.58"/>
            <dgm:constr type="h" for="ch" forName="iconRect" refType="w" refFor="ch" refForName="iconRect"/>
            <dgm:constr type="ctrX" for="ch" forName="iconRect" refType="ctrX" refFor="ch" refForName="iconBgRect"/>
            <dgm:constr type="ctrY" for="ch" forName="iconRect" refType="ctrY" refFor="ch" refForName="iconBgRect"/>
            <dgm:constr type="w" for="ch" forName="spaceRect" refType="w" fact="0.06"/>
            <dgm:constr type="h" for="ch" forName="spaceRect" refType="h" refFor="ch" refForName="iconBgRect"/>
            <dgm:constr type="t" for="ch" forName="spaceRect" refType="t" refFor="ch" refForName="iconBgRect"/>
            <dgm:constr type="l" for="ch" forName="spaceRect" refType="r" refFor="ch" refForName="iconBgRect"/>
            <dgm:constr type="h" for="ch" forName="textRect" refType="h" refFor="ch" refForName="iconBgRect"/>
            <dgm:constr type="t" for="ch" forName="textRect" refType="t" refFor="ch" refForName="iconBgRect"/>
            <dgm:constr type="l" for="ch" forName="textRect" refType="r" refFor="ch" refForName="spaceRect"/>
          </dgm:constrLst>
          <dgm:ruleLst/>
          <dgm:layoutNode name="iconBgRect" styleLbl="bgShp">
            <dgm:alg type="sp"/>
            <dgm:shape xmlns:r="http://schemas.openxmlformats.org/officeDocument/2006/relationships" type="ellipse" r:blip="">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choose name="Name7">
              <dgm:if name="Name8" func="var" arg="dir" op="equ" val="norm">
                <dgm:alg type="tx">
                  <dgm:param type="txAnchorVert" val="mid"/>
                  <dgm:param type="parTxLTRAlign" val="l"/>
                  <dgm:param type="shpTxLTRAlignCh" val="l"/>
                  <dgm:param type="parTxRTLAlign" val="l"/>
                  <dgm:param type="shpTxRTLAlignCh" val="l"/>
                </dgm:alg>
              </dgm:if>
              <dgm:else name="Name9">
                <dgm:alg type="tx">
                  <dgm:param type="txAnchorVert" val="mid"/>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Lst>
          </dgm:layoutNode>
        </dgm:layoutNode>
        <dgm:forEach name="Name10" axis="followSib" ptType="sibTrans" cnt="1">
          <dgm:layoutNode name="sibTrans">
            <dgm:alg type="sp"/>
            <dgm:shape xmlns:r="http://schemas.openxmlformats.org/officeDocument/2006/relationships" type="rect" r:blip="" hideGeom="1">
              <dgm:adjLst/>
            </dgm:shape>
            <dgm:presOf axis="self"/>
            <dgm:constrLst/>
            <dgm:ruleLst/>
          </dgm:layoutNode>
        </dgm:forEach>
      </dgm:forEach>
    </dgm:layoutNode>
  </dgm:layoutNode>
  <dgm:extLst>
    <a:ext uri="{68A01E43-0DF5-4B5B-8FA6-DAF915123BFB}">
      <dgm1612:lstStyle xmlns:dgm1612="http://schemas.microsoft.com/office/drawing/2016/12/diagram">
        <a:lvl1pPr>
          <a:lnSpc>
            <a:spcPct val="100000"/>
          </a:lnSpc>
        </a:lvl1pPr>
      </dgm1612:lstStyle>
    </a:ext>
  </dgm:extLst>
</dgm:layoutDef>
</file>

<file path=ppt/diagrams/layout2.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1E64EC-018F-A9AC-7785-5DB9D4CA918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R"/>
          </a:p>
        </p:txBody>
      </p:sp>
      <p:sp>
        <p:nvSpPr>
          <p:cNvPr id="3" name="Subtitle 2">
            <a:extLst>
              <a:ext uri="{FF2B5EF4-FFF2-40B4-BE49-F238E27FC236}">
                <a16:creationId xmlns:a16="http://schemas.microsoft.com/office/drawing/2014/main" id="{EF29B0FB-E18B-D01B-6D75-40A40B43733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R"/>
          </a:p>
        </p:txBody>
      </p:sp>
      <p:sp>
        <p:nvSpPr>
          <p:cNvPr id="4" name="Date Placeholder 3">
            <a:extLst>
              <a:ext uri="{FF2B5EF4-FFF2-40B4-BE49-F238E27FC236}">
                <a16:creationId xmlns:a16="http://schemas.microsoft.com/office/drawing/2014/main" id="{17918273-EDE0-6C42-D500-E20107C75E68}"/>
              </a:ext>
            </a:extLst>
          </p:cNvPr>
          <p:cNvSpPr>
            <a:spLocks noGrp="1"/>
          </p:cNvSpPr>
          <p:nvPr>
            <p:ph type="dt" sz="half" idx="10"/>
          </p:nvPr>
        </p:nvSpPr>
        <p:spPr/>
        <p:txBody>
          <a:bodyPr/>
          <a:lstStyle/>
          <a:p>
            <a:fld id="{6AB3FBD5-93E1-3544-B5FC-7BAB6E5007C7}" type="datetimeFigureOut">
              <a:rPr lang="en-CR" smtClean="0"/>
              <a:t>9/7/23</a:t>
            </a:fld>
            <a:endParaRPr lang="en-CR"/>
          </a:p>
        </p:txBody>
      </p:sp>
      <p:sp>
        <p:nvSpPr>
          <p:cNvPr id="5" name="Footer Placeholder 4">
            <a:extLst>
              <a:ext uri="{FF2B5EF4-FFF2-40B4-BE49-F238E27FC236}">
                <a16:creationId xmlns:a16="http://schemas.microsoft.com/office/drawing/2014/main" id="{39AF92DB-6138-C2F3-D909-5E7EC6A34255}"/>
              </a:ext>
            </a:extLst>
          </p:cNvPr>
          <p:cNvSpPr>
            <a:spLocks noGrp="1"/>
          </p:cNvSpPr>
          <p:nvPr>
            <p:ph type="ftr" sz="quarter" idx="11"/>
          </p:nvPr>
        </p:nvSpPr>
        <p:spPr/>
        <p:txBody>
          <a:bodyPr/>
          <a:lstStyle/>
          <a:p>
            <a:endParaRPr lang="en-CR"/>
          </a:p>
        </p:txBody>
      </p:sp>
      <p:sp>
        <p:nvSpPr>
          <p:cNvPr id="6" name="Slide Number Placeholder 5">
            <a:extLst>
              <a:ext uri="{FF2B5EF4-FFF2-40B4-BE49-F238E27FC236}">
                <a16:creationId xmlns:a16="http://schemas.microsoft.com/office/drawing/2014/main" id="{159C77C4-C4D4-5AB2-38C3-4BEEA0C685C5}"/>
              </a:ext>
            </a:extLst>
          </p:cNvPr>
          <p:cNvSpPr>
            <a:spLocks noGrp="1"/>
          </p:cNvSpPr>
          <p:nvPr>
            <p:ph type="sldNum" sz="quarter" idx="12"/>
          </p:nvPr>
        </p:nvSpPr>
        <p:spPr/>
        <p:txBody>
          <a:bodyPr/>
          <a:lstStyle/>
          <a:p>
            <a:fld id="{D817ABCC-970A-BF47-BD28-D49DB9AF8C04}" type="slidenum">
              <a:rPr lang="en-CR" smtClean="0"/>
              <a:t>‹#›</a:t>
            </a:fld>
            <a:endParaRPr lang="en-CR"/>
          </a:p>
        </p:txBody>
      </p:sp>
    </p:spTree>
    <p:extLst>
      <p:ext uri="{BB962C8B-B14F-4D97-AF65-F5344CB8AC3E}">
        <p14:creationId xmlns:p14="http://schemas.microsoft.com/office/powerpoint/2010/main" val="16957585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3B29DA-B00E-ADD8-F3D8-F00334AA17A2}"/>
              </a:ext>
            </a:extLst>
          </p:cNvPr>
          <p:cNvSpPr>
            <a:spLocks noGrp="1"/>
          </p:cNvSpPr>
          <p:nvPr>
            <p:ph type="title"/>
          </p:nvPr>
        </p:nvSpPr>
        <p:spPr/>
        <p:txBody>
          <a:bodyPr/>
          <a:lstStyle/>
          <a:p>
            <a:r>
              <a:rPr lang="en-US"/>
              <a:t>Click to edit Master title style</a:t>
            </a:r>
            <a:endParaRPr lang="en-CR"/>
          </a:p>
        </p:txBody>
      </p:sp>
      <p:sp>
        <p:nvSpPr>
          <p:cNvPr id="3" name="Content Placeholder 2">
            <a:extLst>
              <a:ext uri="{FF2B5EF4-FFF2-40B4-BE49-F238E27FC236}">
                <a16:creationId xmlns:a16="http://schemas.microsoft.com/office/drawing/2014/main" id="{E565A282-A1C7-128A-D855-5004C765644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R"/>
          </a:p>
        </p:txBody>
      </p:sp>
      <p:sp>
        <p:nvSpPr>
          <p:cNvPr id="4" name="Date Placeholder 3">
            <a:extLst>
              <a:ext uri="{FF2B5EF4-FFF2-40B4-BE49-F238E27FC236}">
                <a16:creationId xmlns:a16="http://schemas.microsoft.com/office/drawing/2014/main" id="{51CF7754-768D-A279-A783-561DB8AA937B}"/>
              </a:ext>
            </a:extLst>
          </p:cNvPr>
          <p:cNvSpPr>
            <a:spLocks noGrp="1"/>
          </p:cNvSpPr>
          <p:nvPr>
            <p:ph type="dt" sz="half" idx="10"/>
          </p:nvPr>
        </p:nvSpPr>
        <p:spPr/>
        <p:txBody>
          <a:bodyPr/>
          <a:lstStyle/>
          <a:p>
            <a:fld id="{6AB3FBD5-93E1-3544-B5FC-7BAB6E5007C7}" type="datetimeFigureOut">
              <a:rPr lang="en-CR" smtClean="0"/>
              <a:t>9/7/23</a:t>
            </a:fld>
            <a:endParaRPr lang="en-CR"/>
          </a:p>
        </p:txBody>
      </p:sp>
      <p:sp>
        <p:nvSpPr>
          <p:cNvPr id="5" name="Footer Placeholder 4">
            <a:extLst>
              <a:ext uri="{FF2B5EF4-FFF2-40B4-BE49-F238E27FC236}">
                <a16:creationId xmlns:a16="http://schemas.microsoft.com/office/drawing/2014/main" id="{31E1741B-E6CE-7B16-2DD3-C7C511255B4A}"/>
              </a:ext>
            </a:extLst>
          </p:cNvPr>
          <p:cNvSpPr>
            <a:spLocks noGrp="1"/>
          </p:cNvSpPr>
          <p:nvPr>
            <p:ph type="ftr" sz="quarter" idx="11"/>
          </p:nvPr>
        </p:nvSpPr>
        <p:spPr/>
        <p:txBody>
          <a:bodyPr/>
          <a:lstStyle/>
          <a:p>
            <a:endParaRPr lang="en-CR"/>
          </a:p>
        </p:txBody>
      </p:sp>
      <p:sp>
        <p:nvSpPr>
          <p:cNvPr id="6" name="Slide Number Placeholder 5">
            <a:extLst>
              <a:ext uri="{FF2B5EF4-FFF2-40B4-BE49-F238E27FC236}">
                <a16:creationId xmlns:a16="http://schemas.microsoft.com/office/drawing/2014/main" id="{57B70C0B-E49A-7F06-2553-67912BB9A407}"/>
              </a:ext>
            </a:extLst>
          </p:cNvPr>
          <p:cNvSpPr>
            <a:spLocks noGrp="1"/>
          </p:cNvSpPr>
          <p:nvPr>
            <p:ph type="sldNum" sz="quarter" idx="12"/>
          </p:nvPr>
        </p:nvSpPr>
        <p:spPr/>
        <p:txBody>
          <a:bodyPr/>
          <a:lstStyle/>
          <a:p>
            <a:fld id="{D817ABCC-970A-BF47-BD28-D49DB9AF8C04}" type="slidenum">
              <a:rPr lang="en-CR" smtClean="0"/>
              <a:t>‹#›</a:t>
            </a:fld>
            <a:endParaRPr lang="en-CR"/>
          </a:p>
        </p:txBody>
      </p:sp>
    </p:spTree>
    <p:extLst>
      <p:ext uri="{BB962C8B-B14F-4D97-AF65-F5344CB8AC3E}">
        <p14:creationId xmlns:p14="http://schemas.microsoft.com/office/powerpoint/2010/main" val="383081178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8F1577-DC4F-7459-9B90-4C797DA4099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R"/>
          </a:p>
        </p:txBody>
      </p:sp>
      <p:sp>
        <p:nvSpPr>
          <p:cNvPr id="3" name="Text Placeholder 2">
            <a:extLst>
              <a:ext uri="{FF2B5EF4-FFF2-40B4-BE49-F238E27FC236}">
                <a16:creationId xmlns:a16="http://schemas.microsoft.com/office/drawing/2014/main" id="{1729C0D2-8A76-54EE-CA4F-03D330CE1EF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55FBD2B-40F4-388B-8140-D4DC1F408C37}"/>
              </a:ext>
            </a:extLst>
          </p:cNvPr>
          <p:cNvSpPr>
            <a:spLocks noGrp="1"/>
          </p:cNvSpPr>
          <p:nvPr>
            <p:ph type="dt" sz="half" idx="10"/>
          </p:nvPr>
        </p:nvSpPr>
        <p:spPr/>
        <p:txBody>
          <a:bodyPr/>
          <a:lstStyle/>
          <a:p>
            <a:fld id="{6AB3FBD5-93E1-3544-B5FC-7BAB6E5007C7}" type="datetimeFigureOut">
              <a:rPr lang="en-CR" smtClean="0"/>
              <a:t>9/7/23</a:t>
            </a:fld>
            <a:endParaRPr lang="en-CR"/>
          </a:p>
        </p:txBody>
      </p:sp>
      <p:sp>
        <p:nvSpPr>
          <p:cNvPr id="5" name="Footer Placeholder 4">
            <a:extLst>
              <a:ext uri="{FF2B5EF4-FFF2-40B4-BE49-F238E27FC236}">
                <a16:creationId xmlns:a16="http://schemas.microsoft.com/office/drawing/2014/main" id="{AB36974F-6F39-EA14-C236-4BD1A21C5288}"/>
              </a:ext>
            </a:extLst>
          </p:cNvPr>
          <p:cNvSpPr>
            <a:spLocks noGrp="1"/>
          </p:cNvSpPr>
          <p:nvPr>
            <p:ph type="ftr" sz="quarter" idx="11"/>
          </p:nvPr>
        </p:nvSpPr>
        <p:spPr/>
        <p:txBody>
          <a:bodyPr/>
          <a:lstStyle/>
          <a:p>
            <a:endParaRPr lang="en-CR"/>
          </a:p>
        </p:txBody>
      </p:sp>
      <p:sp>
        <p:nvSpPr>
          <p:cNvPr id="6" name="Slide Number Placeholder 5">
            <a:extLst>
              <a:ext uri="{FF2B5EF4-FFF2-40B4-BE49-F238E27FC236}">
                <a16:creationId xmlns:a16="http://schemas.microsoft.com/office/drawing/2014/main" id="{EF6AE94E-9D40-CAE3-EC50-040964F4362F}"/>
              </a:ext>
            </a:extLst>
          </p:cNvPr>
          <p:cNvSpPr>
            <a:spLocks noGrp="1"/>
          </p:cNvSpPr>
          <p:nvPr>
            <p:ph type="sldNum" sz="quarter" idx="12"/>
          </p:nvPr>
        </p:nvSpPr>
        <p:spPr/>
        <p:txBody>
          <a:bodyPr/>
          <a:lstStyle/>
          <a:p>
            <a:fld id="{D817ABCC-970A-BF47-BD28-D49DB9AF8C04}" type="slidenum">
              <a:rPr lang="en-CR" smtClean="0"/>
              <a:t>‹#›</a:t>
            </a:fld>
            <a:endParaRPr lang="en-CR"/>
          </a:p>
        </p:txBody>
      </p:sp>
    </p:spTree>
    <p:extLst>
      <p:ext uri="{BB962C8B-B14F-4D97-AF65-F5344CB8AC3E}">
        <p14:creationId xmlns:p14="http://schemas.microsoft.com/office/powerpoint/2010/main" val="292003508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92D23A-5A8F-CA8F-13D2-A80ADB39666F}"/>
              </a:ext>
            </a:extLst>
          </p:cNvPr>
          <p:cNvSpPr>
            <a:spLocks noGrp="1"/>
          </p:cNvSpPr>
          <p:nvPr>
            <p:ph type="title"/>
          </p:nvPr>
        </p:nvSpPr>
        <p:spPr/>
        <p:txBody>
          <a:bodyPr/>
          <a:lstStyle/>
          <a:p>
            <a:r>
              <a:rPr lang="en-US"/>
              <a:t>Click to edit Master title style</a:t>
            </a:r>
            <a:endParaRPr lang="en-CR"/>
          </a:p>
        </p:txBody>
      </p:sp>
      <p:sp>
        <p:nvSpPr>
          <p:cNvPr id="3" name="Content Placeholder 2">
            <a:extLst>
              <a:ext uri="{FF2B5EF4-FFF2-40B4-BE49-F238E27FC236}">
                <a16:creationId xmlns:a16="http://schemas.microsoft.com/office/drawing/2014/main" id="{C923399D-D42E-7FC3-CDB1-29DA16E0111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R"/>
          </a:p>
        </p:txBody>
      </p:sp>
      <p:sp>
        <p:nvSpPr>
          <p:cNvPr id="4" name="Content Placeholder 3">
            <a:extLst>
              <a:ext uri="{FF2B5EF4-FFF2-40B4-BE49-F238E27FC236}">
                <a16:creationId xmlns:a16="http://schemas.microsoft.com/office/drawing/2014/main" id="{7F27142C-5045-BE97-F794-D88CF0D8464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R"/>
          </a:p>
        </p:txBody>
      </p:sp>
      <p:sp>
        <p:nvSpPr>
          <p:cNvPr id="5" name="Date Placeholder 4">
            <a:extLst>
              <a:ext uri="{FF2B5EF4-FFF2-40B4-BE49-F238E27FC236}">
                <a16:creationId xmlns:a16="http://schemas.microsoft.com/office/drawing/2014/main" id="{E02E2849-D945-A9BB-EF4C-4ABEC28EFE08}"/>
              </a:ext>
            </a:extLst>
          </p:cNvPr>
          <p:cNvSpPr>
            <a:spLocks noGrp="1"/>
          </p:cNvSpPr>
          <p:nvPr>
            <p:ph type="dt" sz="half" idx="10"/>
          </p:nvPr>
        </p:nvSpPr>
        <p:spPr/>
        <p:txBody>
          <a:bodyPr/>
          <a:lstStyle/>
          <a:p>
            <a:fld id="{6AB3FBD5-93E1-3544-B5FC-7BAB6E5007C7}" type="datetimeFigureOut">
              <a:rPr lang="en-CR" smtClean="0"/>
              <a:t>9/7/23</a:t>
            </a:fld>
            <a:endParaRPr lang="en-CR"/>
          </a:p>
        </p:txBody>
      </p:sp>
      <p:sp>
        <p:nvSpPr>
          <p:cNvPr id="6" name="Footer Placeholder 5">
            <a:extLst>
              <a:ext uri="{FF2B5EF4-FFF2-40B4-BE49-F238E27FC236}">
                <a16:creationId xmlns:a16="http://schemas.microsoft.com/office/drawing/2014/main" id="{6C3F650C-3A7C-6847-856C-617B021F7992}"/>
              </a:ext>
            </a:extLst>
          </p:cNvPr>
          <p:cNvSpPr>
            <a:spLocks noGrp="1"/>
          </p:cNvSpPr>
          <p:nvPr>
            <p:ph type="ftr" sz="quarter" idx="11"/>
          </p:nvPr>
        </p:nvSpPr>
        <p:spPr/>
        <p:txBody>
          <a:bodyPr/>
          <a:lstStyle/>
          <a:p>
            <a:endParaRPr lang="en-CR"/>
          </a:p>
        </p:txBody>
      </p:sp>
      <p:sp>
        <p:nvSpPr>
          <p:cNvPr id="7" name="Slide Number Placeholder 6">
            <a:extLst>
              <a:ext uri="{FF2B5EF4-FFF2-40B4-BE49-F238E27FC236}">
                <a16:creationId xmlns:a16="http://schemas.microsoft.com/office/drawing/2014/main" id="{62C56F8C-6B36-3D12-CE22-6F854B0FB3E5}"/>
              </a:ext>
            </a:extLst>
          </p:cNvPr>
          <p:cNvSpPr>
            <a:spLocks noGrp="1"/>
          </p:cNvSpPr>
          <p:nvPr>
            <p:ph type="sldNum" sz="quarter" idx="12"/>
          </p:nvPr>
        </p:nvSpPr>
        <p:spPr/>
        <p:txBody>
          <a:bodyPr/>
          <a:lstStyle/>
          <a:p>
            <a:fld id="{D817ABCC-970A-BF47-BD28-D49DB9AF8C04}" type="slidenum">
              <a:rPr lang="en-CR" smtClean="0"/>
              <a:t>‹#›</a:t>
            </a:fld>
            <a:endParaRPr lang="en-CR"/>
          </a:p>
        </p:txBody>
      </p:sp>
    </p:spTree>
    <p:extLst>
      <p:ext uri="{BB962C8B-B14F-4D97-AF65-F5344CB8AC3E}">
        <p14:creationId xmlns:p14="http://schemas.microsoft.com/office/powerpoint/2010/main" val="425750181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93514A-764E-3716-C568-59105C8E75D3}"/>
              </a:ext>
            </a:extLst>
          </p:cNvPr>
          <p:cNvSpPr>
            <a:spLocks noGrp="1"/>
          </p:cNvSpPr>
          <p:nvPr>
            <p:ph type="title"/>
          </p:nvPr>
        </p:nvSpPr>
        <p:spPr>
          <a:xfrm>
            <a:off x="839788" y="365125"/>
            <a:ext cx="10515600" cy="1325563"/>
          </a:xfrm>
        </p:spPr>
        <p:txBody>
          <a:bodyPr/>
          <a:lstStyle/>
          <a:p>
            <a:r>
              <a:rPr lang="en-US"/>
              <a:t>Click to edit Master title style</a:t>
            </a:r>
            <a:endParaRPr lang="en-CR"/>
          </a:p>
        </p:txBody>
      </p:sp>
      <p:sp>
        <p:nvSpPr>
          <p:cNvPr id="3" name="Text Placeholder 2">
            <a:extLst>
              <a:ext uri="{FF2B5EF4-FFF2-40B4-BE49-F238E27FC236}">
                <a16:creationId xmlns:a16="http://schemas.microsoft.com/office/drawing/2014/main" id="{283B21F2-189D-85C4-B13F-1D094177426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F11F4DF-EF01-F2B6-FB1D-9D571A49A3F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R"/>
          </a:p>
        </p:txBody>
      </p:sp>
      <p:sp>
        <p:nvSpPr>
          <p:cNvPr id="5" name="Text Placeholder 4">
            <a:extLst>
              <a:ext uri="{FF2B5EF4-FFF2-40B4-BE49-F238E27FC236}">
                <a16:creationId xmlns:a16="http://schemas.microsoft.com/office/drawing/2014/main" id="{9094A64E-A38C-2559-4306-E6DC0654E2B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2596428-0E74-225C-1082-69286514480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R"/>
          </a:p>
        </p:txBody>
      </p:sp>
      <p:sp>
        <p:nvSpPr>
          <p:cNvPr id="7" name="Date Placeholder 6">
            <a:extLst>
              <a:ext uri="{FF2B5EF4-FFF2-40B4-BE49-F238E27FC236}">
                <a16:creationId xmlns:a16="http://schemas.microsoft.com/office/drawing/2014/main" id="{B434D54A-9EEA-794A-A1F7-14DA0A4D58B5}"/>
              </a:ext>
            </a:extLst>
          </p:cNvPr>
          <p:cNvSpPr>
            <a:spLocks noGrp="1"/>
          </p:cNvSpPr>
          <p:nvPr>
            <p:ph type="dt" sz="half" idx="10"/>
          </p:nvPr>
        </p:nvSpPr>
        <p:spPr/>
        <p:txBody>
          <a:bodyPr/>
          <a:lstStyle/>
          <a:p>
            <a:fld id="{6AB3FBD5-93E1-3544-B5FC-7BAB6E5007C7}" type="datetimeFigureOut">
              <a:rPr lang="en-CR" smtClean="0"/>
              <a:t>9/7/23</a:t>
            </a:fld>
            <a:endParaRPr lang="en-CR"/>
          </a:p>
        </p:txBody>
      </p:sp>
      <p:sp>
        <p:nvSpPr>
          <p:cNvPr id="8" name="Footer Placeholder 7">
            <a:extLst>
              <a:ext uri="{FF2B5EF4-FFF2-40B4-BE49-F238E27FC236}">
                <a16:creationId xmlns:a16="http://schemas.microsoft.com/office/drawing/2014/main" id="{FA17AFF1-BE16-2704-C15B-35BB386F617E}"/>
              </a:ext>
            </a:extLst>
          </p:cNvPr>
          <p:cNvSpPr>
            <a:spLocks noGrp="1"/>
          </p:cNvSpPr>
          <p:nvPr>
            <p:ph type="ftr" sz="quarter" idx="11"/>
          </p:nvPr>
        </p:nvSpPr>
        <p:spPr/>
        <p:txBody>
          <a:bodyPr/>
          <a:lstStyle/>
          <a:p>
            <a:endParaRPr lang="en-CR"/>
          </a:p>
        </p:txBody>
      </p:sp>
      <p:sp>
        <p:nvSpPr>
          <p:cNvPr id="9" name="Slide Number Placeholder 8">
            <a:extLst>
              <a:ext uri="{FF2B5EF4-FFF2-40B4-BE49-F238E27FC236}">
                <a16:creationId xmlns:a16="http://schemas.microsoft.com/office/drawing/2014/main" id="{A3A20417-5C35-6E72-3C1C-1183917AD0AA}"/>
              </a:ext>
            </a:extLst>
          </p:cNvPr>
          <p:cNvSpPr>
            <a:spLocks noGrp="1"/>
          </p:cNvSpPr>
          <p:nvPr>
            <p:ph type="sldNum" sz="quarter" idx="12"/>
          </p:nvPr>
        </p:nvSpPr>
        <p:spPr/>
        <p:txBody>
          <a:bodyPr/>
          <a:lstStyle/>
          <a:p>
            <a:fld id="{D817ABCC-970A-BF47-BD28-D49DB9AF8C04}" type="slidenum">
              <a:rPr lang="en-CR" smtClean="0"/>
              <a:t>‹#›</a:t>
            </a:fld>
            <a:endParaRPr lang="en-CR"/>
          </a:p>
        </p:txBody>
      </p:sp>
    </p:spTree>
    <p:extLst>
      <p:ext uri="{BB962C8B-B14F-4D97-AF65-F5344CB8AC3E}">
        <p14:creationId xmlns:p14="http://schemas.microsoft.com/office/powerpoint/2010/main" val="6481277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6E626E-7F04-96F0-28CD-0C30F3D2BEB2}"/>
              </a:ext>
            </a:extLst>
          </p:cNvPr>
          <p:cNvSpPr>
            <a:spLocks noGrp="1"/>
          </p:cNvSpPr>
          <p:nvPr>
            <p:ph type="title"/>
          </p:nvPr>
        </p:nvSpPr>
        <p:spPr/>
        <p:txBody>
          <a:bodyPr/>
          <a:lstStyle/>
          <a:p>
            <a:r>
              <a:rPr lang="en-US"/>
              <a:t>Click to edit Master title style</a:t>
            </a:r>
            <a:endParaRPr lang="en-CR"/>
          </a:p>
        </p:txBody>
      </p:sp>
      <p:sp>
        <p:nvSpPr>
          <p:cNvPr id="3" name="Date Placeholder 2">
            <a:extLst>
              <a:ext uri="{FF2B5EF4-FFF2-40B4-BE49-F238E27FC236}">
                <a16:creationId xmlns:a16="http://schemas.microsoft.com/office/drawing/2014/main" id="{D0ABF6A2-62A7-51DF-6464-273EB1551C0C}"/>
              </a:ext>
            </a:extLst>
          </p:cNvPr>
          <p:cNvSpPr>
            <a:spLocks noGrp="1"/>
          </p:cNvSpPr>
          <p:nvPr>
            <p:ph type="dt" sz="half" idx="10"/>
          </p:nvPr>
        </p:nvSpPr>
        <p:spPr/>
        <p:txBody>
          <a:bodyPr/>
          <a:lstStyle/>
          <a:p>
            <a:fld id="{6AB3FBD5-93E1-3544-B5FC-7BAB6E5007C7}" type="datetimeFigureOut">
              <a:rPr lang="en-CR" smtClean="0"/>
              <a:t>9/7/23</a:t>
            </a:fld>
            <a:endParaRPr lang="en-CR"/>
          </a:p>
        </p:txBody>
      </p:sp>
      <p:sp>
        <p:nvSpPr>
          <p:cNvPr id="4" name="Footer Placeholder 3">
            <a:extLst>
              <a:ext uri="{FF2B5EF4-FFF2-40B4-BE49-F238E27FC236}">
                <a16:creationId xmlns:a16="http://schemas.microsoft.com/office/drawing/2014/main" id="{364B6611-682E-C876-6A31-50629F456ABB}"/>
              </a:ext>
            </a:extLst>
          </p:cNvPr>
          <p:cNvSpPr>
            <a:spLocks noGrp="1"/>
          </p:cNvSpPr>
          <p:nvPr>
            <p:ph type="ftr" sz="quarter" idx="11"/>
          </p:nvPr>
        </p:nvSpPr>
        <p:spPr/>
        <p:txBody>
          <a:bodyPr/>
          <a:lstStyle/>
          <a:p>
            <a:endParaRPr lang="en-CR"/>
          </a:p>
        </p:txBody>
      </p:sp>
      <p:sp>
        <p:nvSpPr>
          <p:cNvPr id="5" name="Slide Number Placeholder 4">
            <a:extLst>
              <a:ext uri="{FF2B5EF4-FFF2-40B4-BE49-F238E27FC236}">
                <a16:creationId xmlns:a16="http://schemas.microsoft.com/office/drawing/2014/main" id="{42E5B33E-3608-163A-6C29-541422136DB0}"/>
              </a:ext>
            </a:extLst>
          </p:cNvPr>
          <p:cNvSpPr>
            <a:spLocks noGrp="1"/>
          </p:cNvSpPr>
          <p:nvPr>
            <p:ph type="sldNum" sz="quarter" idx="12"/>
          </p:nvPr>
        </p:nvSpPr>
        <p:spPr/>
        <p:txBody>
          <a:bodyPr/>
          <a:lstStyle/>
          <a:p>
            <a:fld id="{D817ABCC-970A-BF47-BD28-D49DB9AF8C04}" type="slidenum">
              <a:rPr lang="en-CR" smtClean="0"/>
              <a:t>‹#›</a:t>
            </a:fld>
            <a:endParaRPr lang="en-CR"/>
          </a:p>
        </p:txBody>
      </p:sp>
    </p:spTree>
    <p:extLst>
      <p:ext uri="{BB962C8B-B14F-4D97-AF65-F5344CB8AC3E}">
        <p14:creationId xmlns:p14="http://schemas.microsoft.com/office/powerpoint/2010/main" val="137664106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B77492E-65A3-FCBA-F7D6-59EEAD22177A}"/>
              </a:ext>
            </a:extLst>
          </p:cNvPr>
          <p:cNvSpPr>
            <a:spLocks noGrp="1"/>
          </p:cNvSpPr>
          <p:nvPr>
            <p:ph type="dt" sz="half" idx="10"/>
          </p:nvPr>
        </p:nvSpPr>
        <p:spPr/>
        <p:txBody>
          <a:bodyPr/>
          <a:lstStyle/>
          <a:p>
            <a:fld id="{6AB3FBD5-93E1-3544-B5FC-7BAB6E5007C7}" type="datetimeFigureOut">
              <a:rPr lang="en-CR" smtClean="0"/>
              <a:t>9/7/23</a:t>
            </a:fld>
            <a:endParaRPr lang="en-CR"/>
          </a:p>
        </p:txBody>
      </p:sp>
      <p:sp>
        <p:nvSpPr>
          <p:cNvPr id="3" name="Footer Placeholder 2">
            <a:extLst>
              <a:ext uri="{FF2B5EF4-FFF2-40B4-BE49-F238E27FC236}">
                <a16:creationId xmlns:a16="http://schemas.microsoft.com/office/drawing/2014/main" id="{157696D6-065C-5FE0-6074-C8642111D34D}"/>
              </a:ext>
            </a:extLst>
          </p:cNvPr>
          <p:cNvSpPr>
            <a:spLocks noGrp="1"/>
          </p:cNvSpPr>
          <p:nvPr>
            <p:ph type="ftr" sz="quarter" idx="11"/>
          </p:nvPr>
        </p:nvSpPr>
        <p:spPr/>
        <p:txBody>
          <a:bodyPr/>
          <a:lstStyle/>
          <a:p>
            <a:endParaRPr lang="en-CR"/>
          </a:p>
        </p:txBody>
      </p:sp>
      <p:sp>
        <p:nvSpPr>
          <p:cNvPr id="4" name="Slide Number Placeholder 3">
            <a:extLst>
              <a:ext uri="{FF2B5EF4-FFF2-40B4-BE49-F238E27FC236}">
                <a16:creationId xmlns:a16="http://schemas.microsoft.com/office/drawing/2014/main" id="{0165D6DA-8D02-62FD-09B2-D13E546B883E}"/>
              </a:ext>
            </a:extLst>
          </p:cNvPr>
          <p:cNvSpPr>
            <a:spLocks noGrp="1"/>
          </p:cNvSpPr>
          <p:nvPr>
            <p:ph type="sldNum" sz="quarter" idx="12"/>
          </p:nvPr>
        </p:nvSpPr>
        <p:spPr/>
        <p:txBody>
          <a:bodyPr/>
          <a:lstStyle/>
          <a:p>
            <a:fld id="{D817ABCC-970A-BF47-BD28-D49DB9AF8C04}" type="slidenum">
              <a:rPr lang="en-CR" smtClean="0"/>
              <a:t>‹#›</a:t>
            </a:fld>
            <a:endParaRPr lang="en-CR"/>
          </a:p>
        </p:txBody>
      </p:sp>
    </p:spTree>
    <p:extLst>
      <p:ext uri="{BB962C8B-B14F-4D97-AF65-F5344CB8AC3E}">
        <p14:creationId xmlns:p14="http://schemas.microsoft.com/office/powerpoint/2010/main" val="53958185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EB7D8E-BB26-FFA7-71ED-949A45ADDDA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R"/>
          </a:p>
        </p:txBody>
      </p:sp>
      <p:sp>
        <p:nvSpPr>
          <p:cNvPr id="3" name="Content Placeholder 2">
            <a:extLst>
              <a:ext uri="{FF2B5EF4-FFF2-40B4-BE49-F238E27FC236}">
                <a16:creationId xmlns:a16="http://schemas.microsoft.com/office/drawing/2014/main" id="{8F46B3E6-6F53-F14A-56A1-86BA71C1318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R"/>
          </a:p>
        </p:txBody>
      </p:sp>
      <p:sp>
        <p:nvSpPr>
          <p:cNvPr id="4" name="Text Placeholder 3">
            <a:extLst>
              <a:ext uri="{FF2B5EF4-FFF2-40B4-BE49-F238E27FC236}">
                <a16:creationId xmlns:a16="http://schemas.microsoft.com/office/drawing/2014/main" id="{837DADD6-E90D-5F0E-A63B-3E534AF1DCD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D37B79F-6F43-6DDD-A6E8-0992435F2F65}"/>
              </a:ext>
            </a:extLst>
          </p:cNvPr>
          <p:cNvSpPr>
            <a:spLocks noGrp="1"/>
          </p:cNvSpPr>
          <p:nvPr>
            <p:ph type="dt" sz="half" idx="10"/>
          </p:nvPr>
        </p:nvSpPr>
        <p:spPr/>
        <p:txBody>
          <a:bodyPr/>
          <a:lstStyle/>
          <a:p>
            <a:fld id="{6AB3FBD5-93E1-3544-B5FC-7BAB6E5007C7}" type="datetimeFigureOut">
              <a:rPr lang="en-CR" smtClean="0"/>
              <a:t>9/7/23</a:t>
            </a:fld>
            <a:endParaRPr lang="en-CR"/>
          </a:p>
        </p:txBody>
      </p:sp>
      <p:sp>
        <p:nvSpPr>
          <p:cNvPr id="6" name="Footer Placeholder 5">
            <a:extLst>
              <a:ext uri="{FF2B5EF4-FFF2-40B4-BE49-F238E27FC236}">
                <a16:creationId xmlns:a16="http://schemas.microsoft.com/office/drawing/2014/main" id="{B1682011-1966-FFD5-9F36-5340F5EBE8DD}"/>
              </a:ext>
            </a:extLst>
          </p:cNvPr>
          <p:cNvSpPr>
            <a:spLocks noGrp="1"/>
          </p:cNvSpPr>
          <p:nvPr>
            <p:ph type="ftr" sz="quarter" idx="11"/>
          </p:nvPr>
        </p:nvSpPr>
        <p:spPr/>
        <p:txBody>
          <a:bodyPr/>
          <a:lstStyle/>
          <a:p>
            <a:endParaRPr lang="en-CR"/>
          </a:p>
        </p:txBody>
      </p:sp>
      <p:sp>
        <p:nvSpPr>
          <p:cNvPr id="7" name="Slide Number Placeholder 6">
            <a:extLst>
              <a:ext uri="{FF2B5EF4-FFF2-40B4-BE49-F238E27FC236}">
                <a16:creationId xmlns:a16="http://schemas.microsoft.com/office/drawing/2014/main" id="{4E6DE7C4-1B29-7DD6-4FBF-85409198CBB3}"/>
              </a:ext>
            </a:extLst>
          </p:cNvPr>
          <p:cNvSpPr>
            <a:spLocks noGrp="1"/>
          </p:cNvSpPr>
          <p:nvPr>
            <p:ph type="sldNum" sz="quarter" idx="12"/>
          </p:nvPr>
        </p:nvSpPr>
        <p:spPr/>
        <p:txBody>
          <a:bodyPr/>
          <a:lstStyle/>
          <a:p>
            <a:fld id="{D817ABCC-970A-BF47-BD28-D49DB9AF8C04}" type="slidenum">
              <a:rPr lang="en-CR" smtClean="0"/>
              <a:t>‹#›</a:t>
            </a:fld>
            <a:endParaRPr lang="en-CR"/>
          </a:p>
        </p:txBody>
      </p:sp>
    </p:spTree>
    <p:extLst>
      <p:ext uri="{BB962C8B-B14F-4D97-AF65-F5344CB8AC3E}">
        <p14:creationId xmlns:p14="http://schemas.microsoft.com/office/powerpoint/2010/main" val="60931488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D48B33-1A0D-C0BE-C21B-9BBEF212AB4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R"/>
          </a:p>
        </p:txBody>
      </p:sp>
      <p:sp>
        <p:nvSpPr>
          <p:cNvPr id="3" name="Picture Placeholder 2">
            <a:extLst>
              <a:ext uri="{FF2B5EF4-FFF2-40B4-BE49-F238E27FC236}">
                <a16:creationId xmlns:a16="http://schemas.microsoft.com/office/drawing/2014/main" id="{6FA581F4-8213-6F1F-1DC3-C124D59BE72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R"/>
          </a:p>
        </p:txBody>
      </p:sp>
      <p:sp>
        <p:nvSpPr>
          <p:cNvPr id="4" name="Text Placeholder 3">
            <a:extLst>
              <a:ext uri="{FF2B5EF4-FFF2-40B4-BE49-F238E27FC236}">
                <a16:creationId xmlns:a16="http://schemas.microsoft.com/office/drawing/2014/main" id="{E3A52083-A454-A07A-BB48-F2E2F33F3FE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4B2E0B9-6E9C-C1D4-EBDC-492388468566}"/>
              </a:ext>
            </a:extLst>
          </p:cNvPr>
          <p:cNvSpPr>
            <a:spLocks noGrp="1"/>
          </p:cNvSpPr>
          <p:nvPr>
            <p:ph type="dt" sz="half" idx="10"/>
          </p:nvPr>
        </p:nvSpPr>
        <p:spPr/>
        <p:txBody>
          <a:bodyPr/>
          <a:lstStyle/>
          <a:p>
            <a:fld id="{6AB3FBD5-93E1-3544-B5FC-7BAB6E5007C7}" type="datetimeFigureOut">
              <a:rPr lang="en-CR" smtClean="0"/>
              <a:t>9/7/23</a:t>
            </a:fld>
            <a:endParaRPr lang="en-CR"/>
          </a:p>
        </p:txBody>
      </p:sp>
      <p:sp>
        <p:nvSpPr>
          <p:cNvPr id="6" name="Footer Placeholder 5">
            <a:extLst>
              <a:ext uri="{FF2B5EF4-FFF2-40B4-BE49-F238E27FC236}">
                <a16:creationId xmlns:a16="http://schemas.microsoft.com/office/drawing/2014/main" id="{011EED7E-3761-85DE-CE5A-951A63A54670}"/>
              </a:ext>
            </a:extLst>
          </p:cNvPr>
          <p:cNvSpPr>
            <a:spLocks noGrp="1"/>
          </p:cNvSpPr>
          <p:nvPr>
            <p:ph type="ftr" sz="quarter" idx="11"/>
          </p:nvPr>
        </p:nvSpPr>
        <p:spPr/>
        <p:txBody>
          <a:bodyPr/>
          <a:lstStyle/>
          <a:p>
            <a:endParaRPr lang="en-CR"/>
          </a:p>
        </p:txBody>
      </p:sp>
      <p:sp>
        <p:nvSpPr>
          <p:cNvPr id="7" name="Slide Number Placeholder 6">
            <a:extLst>
              <a:ext uri="{FF2B5EF4-FFF2-40B4-BE49-F238E27FC236}">
                <a16:creationId xmlns:a16="http://schemas.microsoft.com/office/drawing/2014/main" id="{EFCE0F70-B534-EC59-0F89-177A70B38270}"/>
              </a:ext>
            </a:extLst>
          </p:cNvPr>
          <p:cNvSpPr>
            <a:spLocks noGrp="1"/>
          </p:cNvSpPr>
          <p:nvPr>
            <p:ph type="sldNum" sz="quarter" idx="12"/>
          </p:nvPr>
        </p:nvSpPr>
        <p:spPr/>
        <p:txBody>
          <a:bodyPr/>
          <a:lstStyle/>
          <a:p>
            <a:fld id="{D817ABCC-970A-BF47-BD28-D49DB9AF8C04}" type="slidenum">
              <a:rPr lang="en-CR" smtClean="0"/>
              <a:t>‹#›</a:t>
            </a:fld>
            <a:endParaRPr lang="en-CR"/>
          </a:p>
        </p:txBody>
      </p:sp>
    </p:spTree>
    <p:extLst>
      <p:ext uri="{BB962C8B-B14F-4D97-AF65-F5344CB8AC3E}">
        <p14:creationId xmlns:p14="http://schemas.microsoft.com/office/powerpoint/2010/main" val="161758282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259620-61A3-CC78-09E4-DDF5C29262E3}"/>
              </a:ext>
            </a:extLst>
          </p:cNvPr>
          <p:cNvSpPr>
            <a:spLocks noGrp="1"/>
          </p:cNvSpPr>
          <p:nvPr>
            <p:ph type="title"/>
          </p:nvPr>
        </p:nvSpPr>
        <p:spPr/>
        <p:txBody>
          <a:bodyPr/>
          <a:lstStyle/>
          <a:p>
            <a:r>
              <a:rPr lang="en-US"/>
              <a:t>Click to edit Master title style</a:t>
            </a:r>
            <a:endParaRPr lang="en-CR"/>
          </a:p>
        </p:txBody>
      </p:sp>
      <p:sp>
        <p:nvSpPr>
          <p:cNvPr id="3" name="Vertical Text Placeholder 2">
            <a:extLst>
              <a:ext uri="{FF2B5EF4-FFF2-40B4-BE49-F238E27FC236}">
                <a16:creationId xmlns:a16="http://schemas.microsoft.com/office/drawing/2014/main" id="{1C9A39A9-F696-2F65-F296-54B193F771C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R"/>
          </a:p>
        </p:txBody>
      </p:sp>
      <p:sp>
        <p:nvSpPr>
          <p:cNvPr id="4" name="Date Placeholder 3">
            <a:extLst>
              <a:ext uri="{FF2B5EF4-FFF2-40B4-BE49-F238E27FC236}">
                <a16:creationId xmlns:a16="http://schemas.microsoft.com/office/drawing/2014/main" id="{5AA0A971-9759-B01D-0304-79F48CECE40B}"/>
              </a:ext>
            </a:extLst>
          </p:cNvPr>
          <p:cNvSpPr>
            <a:spLocks noGrp="1"/>
          </p:cNvSpPr>
          <p:nvPr>
            <p:ph type="dt" sz="half" idx="10"/>
          </p:nvPr>
        </p:nvSpPr>
        <p:spPr/>
        <p:txBody>
          <a:bodyPr/>
          <a:lstStyle/>
          <a:p>
            <a:fld id="{6AB3FBD5-93E1-3544-B5FC-7BAB6E5007C7}" type="datetimeFigureOut">
              <a:rPr lang="en-CR" smtClean="0"/>
              <a:t>9/7/23</a:t>
            </a:fld>
            <a:endParaRPr lang="en-CR"/>
          </a:p>
        </p:txBody>
      </p:sp>
      <p:sp>
        <p:nvSpPr>
          <p:cNvPr id="5" name="Footer Placeholder 4">
            <a:extLst>
              <a:ext uri="{FF2B5EF4-FFF2-40B4-BE49-F238E27FC236}">
                <a16:creationId xmlns:a16="http://schemas.microsoft.com/office/drawing/2014/main" id="{DAA4CA85-F83A-8D14-018A-E973BF8B2E7D}"/>
              </a:ext>
            </a:extLst>
          </p:cNvPr>
          <p:cNvSpPr>
            <a:spLocks noGrp="1"/>
          </p:cNvSpPr>
          <p:nvPr>
            <p:ph type="ftr" sz="quarter" idx="11"/>
          </p:nvPr>
        </p:nvSpPr>
        <p:spPr/>
        <p:txBody>
          <a:bodyPr/>
          <a:lstStyle/>
          <a:p>
            <a:endParaRPr lang="en-CR"/>
          </a:p>
        </p:txBody>
      </p:sp>
      <p:sp>
        <p:nvSpPr>
          <p:cNvPr id="6" name="Slide Number Placeholder 5">
            <a:extLst>
              <a:ext uri="{FF2B5EF4-FFF2-40B4-BE49-F238E27FC236}">
                <a16:creationId xmlns:a16="http://schemas.microsoft.com/office/drawing/2014/main" id="{0A34E116-CD3F-5E2A-7BF6-EE0D368387F3}"/>
              </a:ext>
            </a:extLst>
          </p:cNvPr>
          <p:cNvSpPr>
            <a:spLocks noGrp="1"/>
          </p:cNvSpPr>
          <p:nvPr>
            <p:ph type="sldNum" sz="quarter" idx="12"/>
          </p:nvPr>
        </p:nvSpPr>
        <p:spPr/>
        <p:txBody>
          <a:bodyPr/>
          <a:lstStyle/>
          <a:p>
            <a:fld id="{D817ABCC-970A-BF47-BD28-D49DB9AF8C04}" type="slidenum">
              <a:rPr lang="en-CR" smtClean="0"/>
              <a:t>‹#›</a:t>
            </a:fld>
            <a:endParaRPr lang="en-CR"/>
          </a:p>
        </p:txBody>
      </p:sp>
    </p:spTree>
    <p:extLst>
      <p:ext uri="{BB962C8B-B14F-4D97-AF65-F5344CB8AC3E}">
        <p14:creationId xmlns:p14="http://schemas.microsoft.com/office/powerpoint/2010/main" val="350080017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FB38C16-A167-C7C9-AC9A-3E8A2728E830}"/>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R"/>
          </a:p>
        </p:txBody>
      </p:sp>
      <p:sp>
        <p:nvSpPr>
          <p:cNvPr id="3" name="Vertical Text Placeholder 2">
            <a:extLst>
              <a:ext uri="{FF2B5EF4-FFF2-40B4-BE49-F238E27FC236}">
                <a16:creationId xmlns:a16="http://schemas.microsoft.com/office/drawing/2014/main" id="{E7F4E47F-6A05-1600-C3C6-2E53765DCD6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R"/>
          </a:p>
        </p:txBody>
      </p:sp>
      <p:sp>
        <p:nvSpPr>
          <p:cNvPr id="4" name="Date Placeholder 3">
            <a:extLst>
              <a:ext uri="{FF2B5EF4-FFF2-40B4-BE49-F238E27FC236}">
                <a16:creationId xmlns:a16="http://schemas.microsoft.com/office/drawing/2014/main" id="{302EA522-A854-47DA-C4C9-C6B2246EF162}"/>
              </a:ext>
            </a:extLst>
          </p:cNvPr>
          <p:cNvSpPr>
            <a:spLocks noGrp="1"/>
          </p:cNvSpPr>
          <p:nvPr>
            <p:ph type="dt" sz="half" idx="10"/>
          </p:nvPr>
        </p:nvSpPr>
        <p:spPr/>
        <p:txBody>
          <a:bodyPr/>
          <a:lstStyle/>
          <a:p>
            <a:fld id="{6AB3FBD5-93E1-3544-B5FC-7BAB6E5007C7}" type="datetimeFigureOut">
              <a:rPr lang="en-CR" smtClean="0"/>
              <a:t>9/7/23</a:t>
            </a:fld>
            <a:endParaRPr lang="en-CR"/>
          </a:p>
        </p:txBody>
      </p:sp>
      <p:sp>
        <p:nvSpPr>
          <p:cNvPr id="5" name="Footer Placeholder 4">
            <a:extLst>
              <a:ext uri="{FF2B5EF4-FFF2-40B4-BE49-F238E27FC236}">
                <a16:creationId xmlns:a16="http://schemas.microsoft.com/office/drawing/2014/main" id="{358B3FB9-D704-FE4A-4D7E-8CE37E0C00E0}"/>
              </a:ext>
            </a:extLst>
          </p:cNvPr>
          <p:cNvSpPr>
            <a:spLocks noGrp="1"/>
          </p:cNvSpPr>
          <p:nvPr>
            <p:ph type="ftr" sz="quarter" idx="11"/>
          </p:nvPr>
        </p:nvSpPr>
        <p:spPr/>
        <p:txBody>
          <a:bodyPr/>
          <a:lstStyle/>
          <a:p>
            <a:endParaRPr lang="en-CR"/>
          </a:p>
        </p:txBody>
      </p:sp>
      <p:sp>
        <p:nvSpPr>
          <p:cNvPr id="6" name="Slide Number Placeholder 5">
            <a:extLst>
              <a:ext uri="{FF2B5EF4-FFF2-40B4-BE49-F238E27FC236}">
                <a16:creationId xmlns:a16="http://schemas.microsoft.com/office/drawing/2014/main" id="{E9CF1122-324E-8C7F-BFC2-285CA093D3B8}"/>
              </a:ext>
            </a:extLst>
          </p:cNvPr>
          <p:cNvSpPr>
            <a:spLocks noGrp="1"/>
          </p:cNvSpPr>
          <p:nvPr>
            <p:ph type="sldNum" sz="quarter" idx="12"/>
          </p:nvPr>
        </p:nvSpPr>
        <p:spPr/>
        <p:txBody>
          <a:bodyPr/>
          <a:lstStyle/>
          <a:p>
            <a:fld id="{D817ABCC-970A-BF47-BD28-D49DB9AF8C04}" type="slidenum">
              <a:rPr lang="en-CR" smtClean="0"/>
              <a:t>‹#›</a:t>
            </a:fld>
            <a:endParaRPr lang="en-CR"/>
          </a:p>
        </p:txBody>
      </p:sp>
    </p:spTree>
    <p:extLst>
      <p:ext uri="{BB962C8B-B14F-4D97-AF65-F5344CB8AC3E}">
        <p14:creationId xmlns:p14="http://schemas.microsoft.com/office/powerpoint/2010/main" val="96183948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6625580-D4D7-A7A6-968A-A38E585DEEB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CR"/>
          </a:p>
        </p:txBody>
      </p:sp>
      <p:sp>
        <p:nvSpPr>
          <p:cNvPr id="3" name="Text Placeholder 2">
            <a:extLst>
              <a:ext uri="{FF2B5EF4-FFF2-40B4-BE49-F238E27FC236}">
                <a16:creationId xmlns:a16="http://schemas.microsoft.com/office/drawing/2014/main" id="{E004FC43-47D9-80F9-F9BD-03B371C031D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R"/>
          </a:p>
        </p:txBody>
      </p:sp>
      <p:sp>
        <p:nvSpPr>
          <p:cNvPr id="4" name="Date Placeholder 3">
            <a:extLst>
              <a:ext uri="{FF2B5EF4-FFF2-40B4-BE49-F238E27FC236}">
                <a16:creationId xmlns:a16="http://schemas.microsoft.com/office/drawing/2014/main" id="{11F6B7C8-00A9-6505-28AE-3F643CEB792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AB3FBD5-93E1-3544-B5FC-7BAB6E5007C7}" type="datetimeFigureOut">
              <a:rPr lang="en-CR" smtClean="0"/>
              <a:t>9/7/23</a:t>
            </a:fld>
            <a:endParaRPr lang="en-CR"/>
          </a:p>
        </p:txBody>
      </p:sp>
      <p:sp>
        <p:nvSpPr>
          <p:cNvPr id="5" name="Footer Placeholder 4">
            <a:extLst>
              <a:ext uri="{FF2B5EF4-FFF2-40B4-BE49-F238E27FC236}">
                <a16:creationId xmlns:a16="http://schemas.microsoft.com/office/drawing/2014/main" id="{463847EC-5D84-3DDD-5C85-167FAECE56D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CR"/>
          </a:p>
        </p:txBody>
      </p:sp>
      <p:sp>
        <p:nvSpPr>
          <p:cNvPr id="6" name="Slide Number Placeholder 5">
            <a:extLst>
              <a:ext uri="{FF2B5EF4-FFF2-40B4-BE49-F238E27FC236}">
                <a16:creationId xmlns:a16="http://schemas.microsoft.com/office/drawing/2014/main" id="{12F16D2A-6F9C-0793-D19A-763A7A424F7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817ABCC-970A-BF47-BD28-D49DB9AF8C04}" type="slidenum">
              <a:rPr lang="en-CR" smtClean="0"/>
              <a:t>‹#›</a:t>
            </a:fld>
            <a:endParaRPr lang="en-CR"/>
          </a:p>
        </p:txBody>
      </p:sp>
    </p:spTree>
    <p:extLst>
      <p:ext uri="{BB962C8B-B14F-4D97-AF65-F5344CB8AC3E}">
        <p14:creationId xmlns:p14="http://schemas.microsoft.com/office/powerpoint/2010/main" val="140700429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C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pixabay.com/en/facebook-box-facebook-like-1334045/" TargetMode="External"/><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pixabay.com/pl/vectors/facebook-p%C5%82aski-p%C5%82askie-ikona-2429746/" TargetMode="External"/><Relationship Id="rId2" Type="http://schemas.openxmlformats.org/officeDocument/2006/relationships/image" Target="../media/image2.png"/><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6.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6.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6.xml.rels><?xml version="1.0" encoding="UTF-8" standalone="yes"?>
<Relationships xmlns="http://schemas.openxmlformats.org/package/2006/relationships"><Relationship Id="rId2" Type="http://schemas.openxmlformats.org/officeDocument/2006/relationships/image" Target="../media/image26.jpeg"/><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hyperlink" Target="https://pixabay.com/th/facebook-%E0%B8%AA%E0%B8%B7%E0%B9%88%E0%B8%AD%E0%B8%AA%E0%B8%B1%E0%B8%87%E0%B8%84%E0%B8%A1-%E0%B9%84%E0%B8%AD%E0%B8%84%E0%B8%AD%E0%B8%99-%E0%B8%AA%E0%B8%B1%E0%B8%87%E0%B8%84%E0%B8%A1-2048127/" TargetMode="External"/><Relationship Id="rId2" Type="http://schemas.openxmlformats.org/officeDocument/2006/relationships/image" Target="../media/image28.png"/><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https://engineering.fb.com/wp-content/uploads/2013/06/Shard-Image-Update_01-01.jpg" TargetMode="External"/><Relationship Id="rId2" Type="http://schemas.openxmlformats.org/officeDocument/2006/relationships/image" Target="../media/image29.jpe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hyperlink" Target="http://singularityhub.com/2015/05/21/what-is-the-metaverse-philip-rosedales-big-dream-for-immersive-virtual-worlds" TargetMode="External"/><Relationship Id="rId2" Type="http://schemas.openxmlformats.org/officeDocument/2006/relationships/image" Target="../media/image30.jpeg"/><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8" name="Rectangle 18">
            <a:extLst>
              <a:ext uri="{FF2B5EF4-FFF2-40B4-BE49-F238E27FC236}">
                <a16:creationId xmlns:a16="http://schemas.microsoft.com/office/drawing/2014/main" id="{8555C5B3-193A-4749-9AFD-682E53CDDE8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0" name="Rectangle 20">
            <a:extLst>
              <a:ext uri="{FF2B5EF4-FFF2-40B4-BE49-F238E27FC236}">
                <a16:creationId xmlns:a16="http://schemas.microsoft.com/office/drawing/2014/main" id="{2EAE06A6-F76A-41C9-827A-C561B00448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3"/>
            <a:ext cx="12192000" cy="6858000"/>
          </a:xfrm>
          <a:prstGeom prst="rect">
            <a:avLst/>
          </a:prstGeom>
          <a:gradFill>
            <a:gsLst>
              <a:gs pos="0">
                <a:srgbClr val="000000"/>
              </a:gs>
              <a:gs pos="100000">
                <a:schemeClr val="accent1">
                  <a:lumMod val="75000"/>
                </a:schemeClr>
              </a:gs>
            </a:gsLst>
            <a:lin ang="6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1" name="Rectangle 22">
            <a:extLst>
              <a:ext uri="{FF2B5EF4-FFF2-40B4-BE49-F238E27FC236}">
                <a16:creationId xmlns:a16="http://schemas.microsoft.com/office/drawing/2014/main" id="{89F9D4E8-0639-444B-949B-9518585061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80861" y="0"/>
            <a:ext cx="7661934" cy="6858000"/>
          </a:xfrm>
          <a:prstGeom prst="rect">
            <a:avLst/>
          </a:prstGeom>
          <a:gradFill>
            <a:gsLst>
              <a:gs pos="0">
                <a:schemeClr val="accent1">
                  <a:lumMod val="75000"/>
                  <a:alpha val="45000"/>
                </a:schemeClr>
              </a:gs>
              <a:gs pos="100000">
                <a:srgbClr val="000000">
                  <a:alpha val="29000"/>
                </a:srgb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2" name="Rectangle 24">
            <a:extLst>
              <a:ext uri="{FF2B5EF4-FFF2-40B4-BE49-F238E27FC236}">
                <a16:creationId xmlns:a16="http://schemas.microsoft.com/office/drawing/2014/main" id="{7E3DA7A2-ED70-4BBA-AB72-00AD461FA4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480862" y="-6"/>
            <a:ext cx="11711138" cy="6410334"/>
          </a:xfrm>
          <a:prstGeom prst="rect">
            <a:avLst/>
          </a:prstGeom>
          <a:gradFill>
            <a:gsLst>
              <a:gs pos="0">
                <a:schemeClr val="accent1">
                  <a:alpha val="0"/>
                </a:schemeClr>
              </a:gs>
              <a:gs pos="100000">
                <a:srgbClr val="000000">
                  <a:alpha val="41000"/>
                </a:srgbClr>
              </a:gs>
            </a:gsLst>
            <a:lin ang="18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C24DD7F9-46D6-C149-1488-AA836069C47A}"/>
              </a:ext>
            </a:extLst>
          </p:cNvPr>
          <p:cNvSpPr>
            <a:spLocks noGrp="1"/>
          </p:cNvSpPr>
          <p:nvPr>
            <p:ph type="ctrTitle"/>
          </p:nvPr>
        </p:nvSpPr>
        <p:spPr>
          <a:xfrm>
            <a:off x="1127208" y="857251"/>
            <a:ext cx="4747280" cy="3098061"/>
          </a:xfrm>
        </p:spPr>
        <p:txBody>
          <a:bodyPr anchor="b">
            <a:normAutofit/>
          </a:bodyPr>
          <a:lstStyle/>
          <a:p>
            <a:pPr algn="l"/>
            <a:r>
              <a:rPr lang="en-CR" sz="4800" b="1" dirty="0">
                <a:solidFill>
                  <a:srgbClr val="FFFFFF"/>
                </a:solidFill>
                <a:effectLst/>
                <a:latin typeface="Calibri" panose="020F0502020204030204" pitchFamily="34" charset="0"/>
                <a:ea typeface="Times New Roman" panose="02020603050405020304" pitchFamily="18" charset="0"/>
              </a:rPr>
              <a:t>Estructuras de Facebook</a:t>
            </a:r>
            <a:br>
              <a:rPr lang="en-CR" sz="4800" dirty="0">
                <a:solidFill>
                  <a:srgbClr val="FFFFFF"/>
                </a:solidFill>
                <a:effectLst/>
                <a:latin typeface="Times New Roman" panose="02020603050405020304" pitchFamily="18" charset="0"/>
                <a:ea typeface="Times New Roman" panose="02020603050405020304" pitchFamily="18" charset="0"/>
              </a:rPr>
            </a:br>
            <a:endParaRPr lang="en-CR" sz="4800" dirty="0">
              <a:solidFill>
                <a:srgbClr val="FFFFFF"/>
              </a:solidFill>
            </a:endParaRPr>
          </a:p>
        </p:txBody>
      </p:sp>
      <p:sp>
        <p:nvSpPr>
          <p:cNvPr id="27" name="Rectangle 26">
            <a:extLst>
              <a:ext uri="{FF2B5EF4-FFF2-40B4-BE49-F238E27FC236}">
                <a16:creationId xmlns:a16="http://schemas.microsoft.com/office/drawing/2014/main" id="{FC485432-3647-4218-B5D3-15D3FA222B1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4844797" y="-489206"/>
            <a:ext cx="2502408" cy="12191998"/>
          </a:xfrm>
          <a:prstGeom prst="rect">
            <a:avLst/>
          </a:prstGeom>
          <a:gradFill>
            <a:gsLst>
              <a:gs pos="0">
                <a:schemeClr val="accent1">
                  <a:alpha val="24000"/>
                </a:schemeClr>
              </a:gs>
              <a:gs pos="78000">
                <a:schemeClr val="accent1">
                  <a:lumMod val="50000"/>
                  <a:alpha val="0"/>
                </a:schemeClr>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ubtitle 2">
            <a:extLst>
              <a:ext uri="{FF2B5EF4-FFF2-40B4-BE49-F238E27FC236}">
                <a16:creationId xmlns:a16="http://schemas.microsoft.com/office/drawing/2014/main" id="{0A58F9FA-B281-91BC-A637-5673218D3182}"/>
              </a:ext>
            </a:extLst>
          </p:cNvPr>
          <p:cNvSpPr>
            <a:spLocks noGrp="1"/>
          </p:cNvSpPr>
          <p:nvPr>
            <p:ph type="subTitle" idx="1"/>
          </p:nvPr>
        </p:nvSpPr>
        <p:spPr>
          <a:xfrm>
            <a:off x="1127208" y="4756265"/>
            <a:ext cx="4393278" cy="1244483"/>
          </a:xfrm>
        </p:spPr>
        <p:txBody>
          <a:bodyPr anchor="t">
            <a:normAutofit/>
          </a:bodyPr>
          <a:lstStyle/>
          <a:p>
            <a:pPr algn="l"/>
            <a:endParaRPr lang="en-CR" dirty="0">
              <a:solidFill>
                <a:srgbClr val="FFFFFF"/>
              </a:solidFill>
            </a:endParaRPr>
          </a:p>
        </p:txBody>
      </p:sp>
      <p:sp>
        <p:nvSpPr>
          <p:cNvPr id="29" name="Oval 28">
            <a:extLst>
              <a:ext uri="{FF2B5EF4-FFF2-40B4-BE49-F238E27FC236}">
                <a16:creationId xmlns:a16="http://schemas.microsoft.com/office/drawing/2014/main" id="{F4AFDDCA-6ABA-4D23-8A5C-1BF0F43081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390589" y="1062544"/>
            <a:ext cx="4756162" cy="4756162"/>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descr="A box with thumbs up and white crosses&#10;&#10;Description automatically generated">
            <a:extLst>
              <a:ext uri="{FF2B5EF4-FFF2-40B4-BE49-F238E27FC236}">
                <a16:creationId xmlns:a16="http://schemas.microsoft.com/office/drawing/2014/main" id="{DAFA1D31-092A-FD71-411C-FF444FC0B316}"/>
              </a:ext>
            </a:extLst>
          </p:cNvPr>
          <p:cNvPicPr>
            <a:picLocks noChangeAspect="1"/>
          </p:cNvPicPr>
          <p:nvPr/>
        </p:nvPicPr>
        <p:blipFill rotWithShape="1">
          <a:blip r:embed="rId2">
            <a:extLst>
              <a:ext uri="{837473B0-CC2E-450A-ABE3-18F120FF3D39}">
                <a1611:picAttrSrcUrl xmlns:a1611="http://schemas.microsoft.com/office/drawing/2016/11/main" r:id="rId3"/>
              </a:ext>
            </a:extLst>
          </a:blip>
          <a:srcRect t="25189" b="8439"/>
          <a:stretch/>
        </p:blipFill>
        <p:spPr>
          <a:xfrm>
            <a:off x="6920559" y="2385061"/>
            <a:ext cx="3737164" cy="2102165"/>
          </a:xfrm>
          <a:prstGeom prst="rect">
            <a:avLst/>
          </a:prstGeom>
        </p:spPr>
      </p:pic>
    </p:spTree>
    <p:extLst>
      <p:ext uri="{BB962C8B-B14F-4D97-AF65-F5344CB8AC3E}">
        <p14:creationId xmlns:p14="http://schemas.microsoft.com/office/powerpoint/2010/main" val="366238136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8D0D6D3E-D7F9-4591-9CA9-DDF4DB1F73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
            <a:ext cx="12192000" cy="685799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53CE0EC3-A625-5A40-1FCD-83725E52F409}"/>
              </a:ext>
            </a:extLst>
          </p:cNvPr>
          <p:cNvSpPr>
            <a:spLocks noGrp="1"/>
          </p:cNvSpPr>
          <p:nvPr>
            <p:ph type="title"/>
          </p:nvPr>
        </p:nvSpPr>
        <p:spPr>
          <a:xfrm>
            <a:off x="982639" y="1012536"/>
            <a:ext cx="4613300" cy="3163224"/>
          </a:xfrm>
        </p:spPr>
        <p:txBody>
          <a:bodyPr vert="horz" lIns="91440" tIns="45720" rIns="91440" bIns="45720" rtlCol="0" anchor="t">
            <a:normAutofit/>
          </a:bodyPr>
          <a:lstStyle/>
          <a:p>
            <a:r>
              <a:rPr lang="en-US" sz="3000" dirty="0">
                <a:effectLst/>
              </a:rPr>
              <a:t>Facebook </a:t>
            </a:r>
            <a:r>
              <a:rPr lang="en-US" sz="3000" dirty="0" err="1">
                <a:effectLst/>
              </a:rPr>
              <a:t>utiliza</a:t>
            </a:r>
            <a:r>
              <a:rPr lang="en-US" sz="3000" dirty="0">
                <a:effectLst/>
              </a:rPr>
              <a:t> la </a:t>
            </a:r>
            <a:r>
              <a:rPr lang="en-US" sz="3000" dirty="0" err="1">
                <a:effectLst/>
              </a:rPr>
              <a:t>estructura</a:t>
            </a:r>
            <a:r>
              <a:rPr lang="en-US" sz="3000" dirty="0">
                <a:effectLst/>
              </a:rPr>
              <a:t> de </a:t>
            </a:r>
            <a:r>
              <a:rPr lang="en-US" sz="3000" dirty="0" err="1">
                <a:effectLst/>
              </a:rPr>
              <a:t>datos</a:t>
            </a:r>
            <a:r>
              <a:rPr lang="en-US" sz="3000" dirty="0">
                <a:effectLst/>
              </a:rPr>
              <a:t> de </a:t>
            </a:r>
            <a:r>
              <a:rPr lang="en-US" sz="3000" dirty="0" err="1">
                <a:effectLst/>
              </a:rPr>
              <a:t>Grafos</a:t>
            </a:r>
            <a:r>
              <a:rPr lang="en-US" sz="3000" dirty="0">
                <a:effectLst/>
              </a:rPr>
              <a:t> para </a:t>
            </a:r>
            <a:r>
              <a:rPr lang="en-US" sz="3000" dirty="0" err="1">
                <a:effectLst/>
              </a:rPr>
              <a:t>representar</a:t>
            </a:r>
            <a:r>
              <a:rPr lang="en-US" sz="3000" dirty="0">
                <a:effectLst/>
              </a:rPr>
              <a:t> y </a:t>
            </a:r>
            <a:r>
              <a:rPr lang="en-US" sz="3000" dirty="0" err="1">
                <a:effectLst/>
              </a:rPr>
              <a:t>gestionar</a:t>
            </a:r>
            <a:r>
              <a:rPr lang="en-US" sz="3000" dirty="0">
                <a:effectLst/>
              </a:rPr>
              <a:t> las </a:t>
            </a:r>
            <a:r>
              <a:rPr lang="en-US" sz="3000" dirty="0" err="1">
                <a:effectLst/>
              </a:rPr>
              <a:t>conexiones</a:t>
            </a:r>
            <a:r>
              <a:rPr lang="en-US" sz="3000" dirty="0">
                <a:effectLst/>
              </a:rPr>
              <a:t> y </a:t>
            </a:r>
            <a:r>
              <a:rPr lang="en-US" sz="3000" dirty="0" err="1">
                <a:effectLst/>
              </a:rPr>
              <a:t>relaciones</a:t>
            </a:r>
            <a:r>
              <a:rPr lang="en-US" sz="3000" dirty="0">
                <a:effectLst/>
              </a:rPr>
              <a:t> entre </a:t>
            </a:r>
            <a:r>
              <a:rPr lang="en-US" sz="3000" dirty="0" err="1">
                <a:effectLst/>
              </a:rPr>
              <a:t>usuarios</a:t>
            </a:r>
            <a:r>
              <a:rPr lang="en-US" sz="3000" dirty="0">
                <a:effectLst/>
              </a:rPr>
              <a:t>, </a:t>
            </a:r>
            <a:r>
              <a:rPr lang="en-US" sz="3000" dirty="0" err="1">
                <a:effectLst/>
              </a:rPr>
              <a:t>páginas</a:t>
            </a:r>
            <a:r>
              <a:rPr lang="en-US" sz="3000" dirty="0">
                <a:effectLst/>
              </a:rPr>
              <a:t>, </a:t>
            </a:r>
            <a:r>
              <a:rPr lang="en-US" sz="3000" dirty="0" err="1">
                <a:effectLst/>
              </a:rPr>
              <a:t>grupos</a:t>
            </a:r>
            <a:r>
              <a:rPr lang="en-US" sz="3000" dirty="0">
                <a:effectLst/>
              </a:rPr>
              <a:t> y </a:t>
            </a:r>
            <a:r>
              <a:rPr lang="en-US" sz="3000" dirty="0" err="1">
                <a:effectLst/>
              </a:rPr>
              <a:t>otras</a:t>
            </a:r>
            <a:r>
              <a:rPr lang="en-US" sz="3000" dirty="0">
                <a:effectLst/>
              </a:rPr>
              <a:t> </a:t>
            </a:r>
            <a:r>
              <a:rPr lang="en-US" sz="3000" dirty="0" err="1">
                <a:effectLst/>
              </a:rPr>
              <a:t>entidades</a:t>
            </a:r>
            <a:r>
              <a:rPr lang="en-US" sz="3000" dirty="0">
                <a:effectLst/>
              </a:rPr>
              <a:t> </a:t>
            </a:r>
            <a:endParaRPr lang="en-US" sz="3000" dirty="0"/>
          </a:p>
        </p:txBody>
      </p:sp>
      <p:sp>
        <p:nvSpPr>
          <p:cNvPr id="17" name="Rectangle 16">
            <a:extLst>
              <a:ext uri="{FF2B5EF4-FFF2-40B4-BE49-F238E27FC236}">
                <a16:creationId xmlns:a16="http://schemas.microsoft.com/office/drawing/2014/main" id="{C4C9F2B0-1044-46EB-8AEB-C3BFFDE6C2C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23336" y="-3"/>
            <a:ext cx="4068664" cy="6858000"/>
          </a:xfrm>
          <a:prstGeom prst="rect">
            <a:avLst/>
          </a:prstGeom>
          <a:gradFill>
            <a:gsLst>
              <a:gs pos="26000">
                <a:srgbClr val="000000"/>
              </a:gs>
              <a:gs pos="100000">
                <a:schemeClr val="accent1"/>
              </a:gs>
            </a:gsLst>
            <a:lin ang="9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Rectangle 18">
            <a:extLst>
              <a:ext uri="{FF2B5EF4-FFF2-40B4-BE49-F238E27FC236}">
                <a16:creationId xmlns:a16="http://schemas.microsoft.com/office/drawing/2014/main" id="{D28B54C3-B57B-472A-B96E-1FCB67093DC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23336" y="-3"/>
            <a:ext cx="3611463" cy="6858000"/>
          </a:xfrm>
          <a:prstGeom prst="rect">
            <a:avLst/>
          </a:prstGeom>
          <a:gradFill>
            <a:gsLst>
              <a:gs pos="0">
                <a:schemeClr val="accent1">
                  <a:lumMod val="75000"/>
                  <a:alpha val="56000"/>
                </a:schemeClr>
              </a:gs>
              <a:gs pos="100000">
                <a:srgbClr val="000000">
                  <a:alpha val="52000"/>
                </a:srgb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7DB3C429-F8DA-49B9-AF84-21996FCF78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8230721" y="-107390"/>
            <a:ext cx="3853890" cy="4068665"/>
          </a:xfrm>
          <a:prstGeom prst="rect">
            <a:avLst/>
          </a:prstGeom>
          <a:gradFill>
            <a:gsLst>
              <a:gs pos="0">
                <a:srgbClr val="000000">
                  <a:alpha val="34000"/>
                </a:srgbClr>
              </a:gs>
              <a:gs pos="96000">
                <a:schemeClr val="accent1">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Picture 9" descr="A blue square with a white letter f&#10;&#10;Description automatically generated">
            <a:extLst>
              <a:ext uri="{FF2B5EF4-FFF2-40B4-BE49-F238E27FC236}">
                <a16:creationId xmlns:a16="http://schemas.microsoft.com/office/drawing/2014/main" id="{A3177DD9-6195-3A59-2009-8BD35888080D}"/>
              </a:ext>
            </a:extLst>
          </p:cNvPr>
          <p:cNvPicPr>
            <a:picLocks noChangeAspect="1"/>
          </p:cNvPicPr>
          <p:nvPr/>
        </p:nvPicPr>
        <p:blipFill rotWithShape="1">
          <a:blip r:embed="rId2">
            <a:extLst>
              <a:ext uri="{837473B0-CC2E-450A-ABE3-18F120FF3D39}">
                <a1611:picAttrSrcUrl xmlns:a1611="http://schemas.microsoft.com/office/drawing/2016/11/main" r:id="rId3"/>
              </a:ext>
            </a:extLst>
          </a:blip>
          <a:srcRect r="-3" b="-3"/>
          <a:stretch/>
        </p:blipFill>
        <p:spPr>
          <a:xfrm>
            <a:off x="6096000" y="1012536"/>
            <a:ext cx="4756162" cy="4756162"/>
          </a:xfrm>
          <a:custGeom>
            <a:avLst/>
            <a:gdLst/>
            <a:ahLst/>
            <a:cxnLst/>
            <a:rect l="l" t="t" r="r" b="b"/>
            <a:pathLst>
              <a:path w="5031136" h="5031136">
                <a:moveTo>
                  <a:pt x="2515568" y="0"/>
                </a:moveTo>
                <a:cubicBezTo>
                  <a:pt x="3904878" y="0"/>
                  <a:pt x="5031136" y="1126258"/>
                  <a:pt x="5031136" y="2515568"/>
                </a:cubicBezTo>
                <a:cubicBezTo>
                  <a:pt x="5031136" y="3904878"/>
                  <a:pt x="3904878" y="5031136"/>
                  <a:pt x="2515568" y="5031136"/>
                </a:cubicBezTo>
                <a:cubicBezTo>
                  <a:pt x="1126258" y="5031136"/>
                  <a:pt x="0" y="3904878"/>
                  <a:pt x="0" y="2515568"/>
                </a:cubicBezTo>
                <a:cubicBezTo>
                  <a:pt x="0" y="1126258"/>
                  <a:pt x="1126258" y="0"/>
                  <a:pt x="2515568" y="0"/>
                </a:cubicBezTo>
                <a:close/>
              </a:path>
            </a:pathLst>
          </a:custGeom>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8900000" scaled="1"/>
          </a:gradFill>
        </p:spPr>
      </p:pic>
    </p:spTree>
    <p:extLst>
      <p:ext uri="{BB962C8B-B14F-4D97-AF65-F5344CB8AC3E}">
        <p14:creationId xmlns:p14="http://schemas.microsoft.com/office/powerpoint/2010/main" val="35607997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31" name="Rectangle 1030">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3" name="Rectangle 1032">
            <a:extLst>
              <a:ext uri="{FF2B5EF4-FFF2-40B4-BE49-F238E27FC236}">
                <a16:creationId xmlns:a16="http://schemas.microsoft.com/office/drawing/2014/main" id="{1199E1B1-A8C0-4FE8-A5A8-1CB41D69F8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5" name="Rectangle 1034">
            <a:extLst>
              <a:ext uri="{FF2B5EF4-FFF2-40B4-BE49-F238E27FC236}">
                <a16:creationId xmlns:a16="http://schemas.microsoft.com/office/drawing/2014/main" id="{84A8DE83-DE75-4B41-9DB4-A7EC0B0DEC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7" name="Rectangle 1036">
            <a:extLst>
              <a:ext uri="{FF2B5EF4-FFF2-40B4-BE49-F238E27FC236}">
                <a16:creationId xmlns:a16="http://schemas.microsoft.com/office/drawing/2014/main" id="{A7009A0A-BEF5-4EAC-AF15-E4F9F002E2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0CBD8662-94E0-9E69-527D-7CD36AB2B808}"/>
              </a:ext>
            </a:extLst>
          </p:cNvPr>
          <p:cNvSpPr>
            <a:spLocks noGrp="1"/>
          </p:cNvSpPr>
          <p:nvPr>
            <p:ph type="title"/>
          </p:nvPr>
        </p:nvSpPr>
        <p:spPr>
          <a:xfrm>
            <a:off x="699713" y="248038"/>
            <a:ext cx="7063721" cy="1159200"/>
          </a:xfrm>
        </p:spPr>
        <p:txBody>
          <a:bodyPr vert="horz" lIns="91440" tIns="45720" rIns="91440" bIns="45720" rtlCol="0" anchor="ctr">
            <a:normAutofit/>
          </a:bodyPr>
          <a:lstStyle/>
          <a:p>
            <a:r>
              <a:rPr lang="en-US" sz="3400" kern="1200">
                <a:solidFill>
                  <a:srgbClr val="FFFFFF"/>
                </a:solidFill>
                <a:latin typeface="+mj-lt"/>
                <a:ea typeface="+mj-ea"/>
                <a:cs typeface="+mj-cs"/>
              </a:rPr>
              <a:t>Aalgunas formas en las que Facebook utiliza la estructura de datos de Grafos </a:t>
            </a:r>
          </a:p>
        </p:txBody>
      </p:sp>
      <p:pic>
        <p:nvPicPr>
          <p:cNvPr id="1026" name="Picture 2" descr="La teoría de grafos aplicada al análisis de redes sociales - OpenSistemas">
            <a:extLst>
              <a:ext uri="{FF2B5EF4-FFF2-40B4-BE49-F238E27FC236}">
                <a16:creationId xmlns:a16="http://schemas.microsoft.com/office/drawing/2014/main" id="{01AFA37B-0015-96E8-E123-D5C68B8ABCA5}"/>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2697404" y="1966293"/>
            <a:ext cx="6797190" cy="44521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0912444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31" name="Rectangle 1030">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3" name="Rectangle 1032">
            <a:extLst>
              <a:ext uri="{FF2B5EF4-FFF2-40B4-BE49-F238E27FC236}">
                <a16:creationId xmlns:a16="http://schemas.microsoft.com/office/drawing/2014/main" id="{1199E1B1-A8C0-4FE8-A5A8-1CB41D69F8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5" name="Rectangle 1034">
            <a:extLst>
              <a:ext uri="{FF2B5EF4-FFF2-40B4-BE49-F238E27FC236}">
                <a16:creationId xmlns:a16="http://schemas.microsoft.com/office/drawing/2014/main" id="{84A8DE83-DE75-4B41-9DB4-A7EC0B0DEC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7" name="Rectangle 1036">
            <a:extLst>
              <a:ext uri="{FF2B5EF4-FFF2-40B4-BE49-F238E27FC236}">
                <a16:creationId xmlns:a16="http://schemas.microsoft.com/office/drawing/2014/main" id="{A7009A0A-BEF5-4EAC-AF15-E4F9F002E2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0CBD8662-94E0-9E69-527D-7CD36AB2B808}"/>
              </a:ext>
            </a:extLst>
          </p:cNvPr>
          <p:cNvSpPr>
            <a:spLocks noGrp="1"/>
          </p:cNvSpPr>
          <p:nvPr>
            <p:ph type="title"/>
          </p:nvPr>
        </p:nvSpPr>
        <p:spPr>
          <a:xfrm>
            <a:off x="699713" y="248038"/>
            <a:ext cx="7063721" cy="1159200"/>
          </a:xfrm>
        </p:spPr>
        <p:txBody>
          <a:bodyPr vert="horz" lIns="91440" tIns="45720" rIns="91440" bIns="45720" rtlCol="0" anchor="ctr">
            <a:normAutofit/>
          </a:bodyPr>
          <a:lstStyle/>
          <a:p>
            <a:r>
              <a:rPr lang="en-US" sz="3400" kern="1200" dirty="0" err="1">
                <a:solidFill>
                  <a:srgbClr val="FFFFFF"/>
                </a:solidFill>
                <a:latin typeface="+mj-lt"/>
                <a:ea typeface="+mj-ea"/>
                <a:cs typeface="+mj-cs"/>
              </a:rPr>
              <a:t>Aalgunas</a:t>
            </a:r>
            <a:r>
              <a:rPr lang="en-US" sz="3400" kern="1200" dirty="0">
                <a:solidFill>
                  <a:srgbClr val="FFFFFF"/>
                </a:solidFill>
                <a:latin typeface="+mj-lt"/>
                <a:ea typeface="+mj-ea"/>
                <a:cs typeface="+mj-cs"/>
              </a:rPr>
              <a:t> </a:t>
            </a:r>
            <a:r>
              <a:rPr lang="en-US" sz="3400" kern="1200" dirty="0" err="1">
                <a:solidFill>
                  <a:srgbClr val="FFFFFF"/>
                </a:solidFill>
                <a:latin typeface="+mj-lt"/>
                <a:ea typeface="+mj-ea"/>
                <a:cs typeface="+mj-cs"/>
              </a:rPr>
              <a:t>formas</a:t>
            </a:r>
            <a:r>
              <a:rPr lang="en-US" sz="3400" kern="1200" dirty="0">
                <a:solidFill>
                  <a:srgbClr val="FFFFFF"/>
                </a:solidFill>
                <a:latin typeface="+mj-lt"/>
                <a:ea typeface="+mj-ea"/>
                <a:cs typeface="+mj-cs"/>
              </a:rPr>
              <a:t> </a:t>
            </a:r>
            <a:r>
              <a:rPr lang="en-US" sz="3400" kern="1200" dirty="0" err="1">
                <a:solidFill>
                  <a:srgbClr val="FFFFFF"/>
                </a:solidFill>
                <a:latin typeface="+mj-lt"/>
                <a:ea typeface="+mj-ea"/>
                <a:cs typeface="+mj-cs"/>
              </a:rPr>
              <a:t>en</a:t>
            </a:r>
            <a:r>
              <a:rPr lang="en-US" sz="3400" kern="1200" dirty="0">
                <a:solidFill>
                  <a:srgbClr val="FFFFFF"/>
                </a:solidFill>
                <a:latin typeface="+mj-lt"/>
                <a:ea typeface="+mj-ea"/>
                <a:cs typeface="+mj-cs"/>
              </a:rPr>
              <a:t> las que Facebook </a:t>
            </a:r>
            <a:r>
              <a:rPr lang="en-US" sz="3400" kern="1200" dirty="0" err="1">
                <a:solidFill>
                  <a:srgbClr val="FFFFFF"/>
                </a:solidFill>
                <a:latin typeface="+mj-lt"/>
                <a:ea typeface="+mj-ea"/>
                <a:cs typeface="+mj-cs"/>
              </a:rPr>
              <a:t>utiliza</a:t>
            </a:r>
            <a:r>
              <a:rPr lang="en-US" sz="3400" kern="1200" dirty="0">
                <a:solidFill>
                  <a:srgbClr val="FFFFFF"/>
                </a:solidFill>
                <a:latin typeface="+mj-lt"/>
                <a:ea typeface="+mj-ea"/>
                <a:cs typeface="+mj-cs"/>
              </a:rPr>
              <a:t> la </a:t>
            </a:r>
            <a:r>
              <a:rPr lang="en-US" sz="3400" kern="1200" dirty="0" err="1">
                <a:solidFill>
                  <a:srgbClr val="FFFFFF"/>
                </a:solidFill>
                <a:latin typeface="+mj-lt"/>
                <a:ea typeface="+mj-ea"/>
                <a:cs typeface="+mj-cs"/>
              </a:rPr>
              <a:t>estructura</a:t>
            </a:r>
            <a:r>
              <a:rPr lang="en-US" sz="3400" kern="1200" dirty="0">
                <a:solidFill>
                  <a:srgbClr val="FFFFFF"/>
                </a:solidFill>
                <a:latin typeface="+mj-lt"/>
                <a:ea typeface="+mj-ea"/>
                <a:cs typeface="+mj-cs"/>
              </a:rPr>
              <a:t> de </a:t>
            </a:r>
            <a:r>
              <a:rPr lang="en-US" sz="3400" kern="1200" dirty="0" err="1">
                <a:solidFill>
                  <a:srgbClr val="FFFFFF"/>
                </a:solidFill>
                <a:latin typeface="+mj-lt"/>
                <a:ea typeface="+mj-ea"/>
                <a:cs typeface="+mj-cs"/>
              </a:rPr>
              <a:t>datos</a:t>
            </a:r>
            <a:r>
              <a:rPr lang="en-US" sz="3400" kern="1200" dirty="0">
                <a:solidFill>
                  <a:srgbClr val="FFFFFF"/>
                </a:solidFill>
                <a:latin typeface="+mj-lt"/>
                <a:ea typeface="+mj-ea"/>
                <a:cs typeface="+mj-cs"/>
              </a:rPr>
              <a:t> de </a:t>
            </a:r>
            <a:r>
              <a:rPr lang="en-US" sz="3400" kern="1200" dirty="0" err="1">
                <a:solidFill>
                  <a:srgbClr val="FFFFFF"/>
                </a:solidFill>
                <a:latin typeface="+mj-lt"/>
                <a:ea typeface="+mj-ea"/>
                <a:cs typeface="+mj-cs"/>
              </a:rPr>
              <a:t>Grafos</a:t>
            </a:r>
            <a:r>
              <a:rPr lang="en-US" sz="3400" kern="1200" dirty="0">
                <a:solidFill>
                  <a:srgbClr val="FFFFFF"/>
                </a:solidFill>
                <a:latin typeface="+mj-lt"/>
                <a:ea typeface="+mj-ea"/>
                <a:cs typeface="+mj-cs"/>
              </a:rPr>
              <a:t> </a:t>
            </a:r>
          </a:p>
        </p:txBody>
      </p:sp>
      <p:graphicFrame>
        <p:nvGraphicFramePr>
          <p:cNvPr id="1041" name="TextBox 2">
            <a:extLst>
              <a:ext uri="{FF2B5EF4-FFF2-40B4-BE49-F238E27FC236}">
                <a16:creationId xmlns:a16="http://schemas.microsoft.com/office/drawing/2014/main" id="{392AA988-FA14-1371-F9BF-ACDBE7F0C0E6}"/>
              </a:ext>
            </a:extLst>
          </p:cNvPr>
          <p:cNvGraphicFramePr/>
          <p:nvPr>
            <p:extLst>
              <p:ext uri="{D42A27DB-BD31-4B8C-83A1-F6EECF244321}">
                <p14:modId xmlns:p14="http://schemas.microsoft.com/office/powerpoint/2010/main" val="3972702431"/>
              </p:ext>
            </p:extLst>
          </p:nvPr>
        </p:nvGraphicFramePr>
        <p:xfrm>
          <a:off x="1015399" y="2216149"/>
          <a:ext cx="9821477" cy="425879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88643287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51" name="Rectangle 1042">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2" name="Rectangle 1044">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1575955"/>
          </a:xfrm>
          <a:prstGeom prst="rect">
            <a:avLst/>
          </a:prstGeom>
          <a:gradFill>
            <a:gsLst>
              <a:gs pos="0">
                <a:srgbClr val="000000">
                  <a:alpha val="96000"/>
                </a:srgb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3" name="Rectangle 1046">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8857" y="0"/>
            <a:ext cx="4063143" cy="1576412"/>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4" name="Rectangle 1048">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307777" y="-5307778"/>
            <a:ext cx="1576446" cy="12192002"/>
          </a:xfrm>
          <a:prstGeom prst="rect">
            <a:avLst/>
          </a:prstGeom>
          <a:gradFill>
            <a:gsLst>
              <a:gs pos="23000">
                <a:schemeClr val="accent1">
                  <a:alpha val="0"/>
                </a:schemeClr>
              </a:gs>
              <a:gs pos="99000">
                <a:srgbClr val="000000">
                  <a:alpha val="74000"/>
                </a:srgbClr>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Title 3">
            <a:extLst>
              <a:ext uri="{FF2B5EF4-FFF2-40B4-BE49-F238E27FC236}">
                <a16:creationId xmlns:a16="http://schemas.microsoft.com/office/drawing/2014/main" id="{0CBD8662-94E0-9E69-527D-7CD36AB2B808}"/>
              </a:ext>
            </a:extLst>
          </p:cNvPr>
          <p:cNvSpPr>
            <a:spLocks noGrp="1"/>
          </p:cNvSpPr>
          <p:nvPr>
            <p:ph type="title"/>
          </p:nvPr>
        </p:nvSpPr>
        <p:spPr>
          <a:xfrm>
            <a:off x="1371597" y="348865"/>
            <a:ext cx="10044023" cy="877729"/>
          </a:xfrm>
        </p:spPr>
        <p:txBody>
          <a:bodyPr vert="horz" lIns="91440" tIns="45720" rIns="91440" bIns="45720" rtlCol="0" anchor="ctr">
            <a:normAutofit/>
          </a:bodyPr>
          <a:lstStyle/>
          <a:p>
            <a:r>
              <a:rPr lang="en-US" sz="4000" kern="1200" dirty="0">
                <a:solidFill>
                  <a:srgbClr val="FFFFFF"/>
                </a:solidFill>
                <a:latin typeface="+mj-lt"/>
                <a:ea typeface="+mj-ea"/>
                <a:cs typeface="+mj-cs"/>
              </a:rPr>
              <a:t>Un </a:t>
            </a:r>
            <a:r>
              <a:rPr lang="en-US" sz="4000" kern="1200" dirty="0" err="1">
                <a:solidFill>
                  <a:srgbClr val="FFFFFF"/>
                </a:solidFill>
                <a:latin typeface="+mj-lt"/>
                <a:ea typeface="+mj-ea"/>
                <a:cs typeface="+mj-cs"/>
              </a:rPr>
              <a:t>curso</a:t>
            </a:r>
            <a:r>
              <a:rPr lang="en-US" sz="4000" kern="1200" dirty="0">
                <a:solidFill>
                  <a:srgbClr val="FFFFFF"/>
                </a:solidFill>
                <a:latin typeface="+mj-lt"/>
                <a:ea typeface="+mj-ea"/>
                <a:cs typeface="+mj-cs"/>
              </a:rPr>
              <a:t> </a:t>
            </a:r>
            <a:r>
              <a:rPr lang="en-US" sz="4000" kern="1200" dirty="0" err="1">
                <a:solidFill>
                  <a:srgbClr val="FFFFFF"/>
                </a:solidFill>
                <a:latin typeface="+mj-lt"/>
                <a:ea typeface="+mj-ea"/>
                <a:cs typeface="+mj-cs"/>
              </a:rPr>
              <a:t>intensivo</a:t>
            </a:r>
            <a:r>
              <a:rPr lang="en-US" sz="4000" kern="1200" dirty="0">
                <a:solidFill>
                  <a:srgbClr val="FFFFFF"/>
                </a:solidFill>
                <a:latin typeface="+mj-lt"/>
                <a:ea typeface="+mj-ea"/>
                <a:cs typeface="+mj-cs"/>
              </a:rPr>
              <a:t> </a:t>
            </a:r>
            <a:r>
              <a:rPr lang="en-US" sz="4000" kern="1200" dirty="0" err="1">
                <a:solidFill>
                  <a:srgbClr val="FFFFFF"/>
                </a:solidFill>
                <a:latin typeface="+mj-lt"/>
                <a:ea typeface="+mj-ea"/>
                <a:cs typeface="+mj-cs"/>
              </a:rPr>
              <a:t>sobre</a:t>
            </a:r>
            <a:r>
              <a:rPr lang="en-US" sz="4000" kern="1200" dirty="0">
                <a:solidFill>
                  <a:srgbClr val="FFFFFF"/>
                </a:solidFill>
                <a:latin typeface="+mj-lt"/>
                <a:ea typeface="+mj-ea"/>
                <a:cs typeface="+mj-cs"/>
              </a:rPr>
              <a:t> la </a:t>
            </a:r>
            <a:r>
              <a:rPr lang="en-US" sz="4000" kern="1200" dirty="0" err="1">
                <a:solidFill>
                  <a:srgbClr val="FFFFFF"/>
                </a:solidFill>
                <a:latin typeface="+mj-lt"/>
                <a:ea typeface="+mj-ea"/>
                <a:cs typeface="+mj-cs"/>
              </a:rPr>
              <a:t>estructura</a:t>
            </a:r>
            <a:r>
              <a:rPr lang="en-US" sz="4000" kern="1200" dirty="0">
                <a:solidFill>
                  <a:srgbClr val="FFFFFF"/>
                </a:solidFill>
                <a:latin typeface="+mj-lt"/>
                <a:ea typeface="+mj-ea"/>
                <a:cs typeface="+mj-cs"/>
              </a:rPr>
              <a:t> de </a:t>
            </a:r>
            <a:r>
              <a:rPr lang="en-US" sz="4000" kern="1200" dirty="0" err="1">
                <a:solidFill>
                  <a:srgbClr val="FFFFFF"/>
                </a:solidFill>
                <a:latin typeface="+mj-lt"/>
                <a:ea typeface="+mj-ea"/>
                <a:cs typeface="+mj-cs"/>
              </a:rPr>
              <a:t>Grafos</a:t>
            </a:r>
            <a:r>
              <a:rPr lang="en-US" sz="4000" kern="1200" dirty="0">
                <a:solidFill>
                  <a:srgbClr val="FFFFFF"/>
                </a:solidFill>
                <a:latin typeface="+mj-lt"/>
                <a:ea typeface="+mj-ea"/>
                <a:cs typeface="+mj-cs"/>
              </a:rPr>
              <a:t> </a:t>
            </a:r>
          </a:p>
        </p:txBody>
      </p:sp>
      <p:graphicFrame>
        <p:nvGraphicFramePr>
          <p:cNvPr id="1055" name="TextBox 2">
            <a:extLst>
              <a:ext uri="{FF2B5EF4-FFF2-40B4-BE49-F238E27FC236}">
                <a16:creationId xmlns:a16="http://schemas.microsoft.com/office/drawing/2014/main" id="{10490A73-7031-BA95-9A41-2B14DABF6B84}"/>
              </a:ext>
            </a:extLst>
          </p:cNvPr>
          <p:cNvGraphicFramePr/>
          <p:nvPr>
            <p:extLst>
              <p:ext uri="{D42A27DB-BD31-4B8C-83A1-F6EECF244321}">
                <p14:modId xmlns:p14="http://schemas.microsoft.com/office/powerpoint/2010/main" val="1020260893"/>
              </p:ext>
            </p:extLst>
          </p:nvPr>
        </p:nvGraphicFramePr>
        <p:xfrm>
          <a:off x="632085" y="1575459"/>
          <a:ext cx="10927829" cy="468076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9322943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079" name="Rectangle 3078">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81" name="Rectangle 3080">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83" name="Rectangle 3082">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85" name="Rectangle 3084">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087" name="Freeform: Shape 3086">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089" name="Rectangle 3088">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0CBD8662-94E0-9E69-527D-7CD36AB2B808}"/>
              </a:ext>
            </a:extLst>
          </p:cNvPr>
          <p:cNvSpPr>
            <a:spLocks noGrp="1"/>
          </p:cNvSpPr>
          <p:nvPr>
            <p:ph type="title"/>
          </p:nvPr>
        </p:nvSpPr>
        <p:spPr>
          <a:xfrm>
            <a:off x="466722" y="586855"/>
            <a:ext cx="3201366" cy="3387497"/>
          </a:xfrm>
        </p:spPr>
        <p:txBody>
          <a:bodyPr vert="horz" lIns="91440" tIns="45720" rIns="91440" bIns="45720" rtlCol="0" anchor="b">
            <a:normAutofit/>
          </a:bodyPr>
          <a:lstStyle/>
          <a:p>
            <a:pPr algn="r"/>
            <a:r>
              <a:rPr lang="en-US" sz="4000" kern="1200">
                <a:solidFill>
                  <a:srgbClr val="FFFFFF"/>
                </a:solidFill>
                <a:latin typeface="+mj-lt"/>
                <a:ea typeface="+mj-ea"/>
                <a:cs typeface="+mj-cs"/>
              </a:rPr>
              <a:t>Graph Search </a:t>
            </a:r>
            <a:br>
              <a:rPr lang="en-US" sz="4000" kern="1200">
                <a:solidFill>
                  <a:srgbClr val="FFFFFF"/>
                </a:solidFill>
                <a:latin typeface="+mj-lt"/>
                <a:ea typeface="+mj-ea"/>
                <a:cs typeface="+mj-cs"/>
              </a:rPr>
            </a:br>
            <a:endParaRPr lang="en-US" sz="4000" kern="1200">
              <a:solidFill>
                <a:srgbClr val="FFFFFF"/>
              </a:solidFill>
              <a:latin typeface="+mj-lt"/>
              <a:ea typeface="+mj-ea"/>
              <a:cs typeface="+mj-cs"/>
            </a:endParaRPr>
          </a:p>
        </p:txBody>
      </p:sp>
      <p:sp>
        <p:nvSpPr>
          <p:cNvPr id="3" name="TextBox 2">
            <a:extLst>
              <a:ext uri="{FF2B5EF4-FFF2-40B4-BE49-F238E27FC236}">
                <a16:creationId xmlns:a16="http://schemas.microsoft.com/office/drawing/2014/main" id="{0C642D92-F1EC-F336-D18E-526D5346367A}"/>
              </a:ext>
            </a:extLst>
          </p:cNvPr>
          <p:cNvSpPr txBox="1"/>
          <p:nvPr/>
        </p:nvSpPr>
        <p:spPr>
          <a:xfrm>
            <a:off x="4581727" y="649480"/>
            <a:ext cx="3025303" cy="5546047"/>
          </a:xfrm>
          <a:prstGeom prst="rect">
            <a:avLst/>
          </a:prstGeom>
        </p:spPr>
        <p:txBody>
          <a:bodyPr vert="horz" lIns="91440" tIns="45720" rIns="91440" bIns="45720" rtlCol="0" anchor="ctr">
            <a:normAutofit/>
          </a:bodyPr>
          <a:lstStyle/>
          <a:p>
            <a:pPr indent="-228600">
              <a:lnSpc>
                <a:spcPct val="90000"/>
              </a:lnSpc>
              <a:spcAft>
                <a:spcPts val="600"/>
              </a:spcAft>
              <a:buFont typeface="Arial" panose="020B0604020202020204" pitchFamily="34" charset="0"/>
              <a:buChar char="•"/>
            </a:pPr>
            <a:r>
              <a:rPr lang="en-US" sz="1700">
                <a:effectLst/>
              </a:rPr>
              <a:t>El objetivo de Graph Search era ampliar la capacidad para buscar también en función de la relación entre las entidades, es decir, también buscamos en las aristas entre los nodos correspondientes.</a:t>
            </a:r>
          </a:p>
          <a:p>
            <a:pPr indent="-228600">
              <a:lnSpc>
                <a:spcPct val="90000"/>
              </a:lnSpc>
              <a:spcAft>
                <a:spcPts val="600"/>
              </a:spcAft>
              <a:buFont typeface="Arial" panose="020B0604020202020204" pitchFamily="34" charset="0"/>
              <a:buChar char="•"/>
            </a:pPr>
            <a:endParaRPr lang="en-US" sz="1700"/>
          </a:p>
          <a:p>
            <a:pPr indent="-228600">
              <a:lnSpc>
                <a:spcPct val="90000"/>
              </a:lnSpc>
              <a:spcAft>
                <a:spcPts val="600"/>
              </a:spcAft>
              <a:buFont typeface="Arial" panose="020B0604020202020204" pitchFamily="34" charset="0"/>
              <a:buChar char="•"/>
            </a:pPr>
            <a:r>
              <a:rPr lang="en-US" sz="1700">
                <a:effectLst/>
              </a:rPr>
              <a:t>Graph Search requeriría la construcción de un índice muy grande. Por ejemplo, tendríamos que indexar cada "check-in" (ya que las consultas pueden preguntar sobre esto), mientras que anteriormente podían agregar información de check-in ya que solo se usaba como una señal de clasificación. Por lo tanto, necesitaban una infraestructura de búsqueda que pudiera escalar.  </a:t>
            </a:r>
          </a:p>
          <a:p>
            <a:pPr indent="-228600">
              <a:lnSpc>
                <a:spcPct val="90000"/>
              </a:lnSpc>
              <a:spcAft>
                <a:spcPts val="600"/>
              </a:spcAft>
              <a:buFont typeface="Arial" panose="020B0604020202020204" pitchFamily="34" charset="0"/>
              <a:buChar char="•"/>
            </a:pPr>
            <a:endParaRPr lang="en-US" sz="1700"/>
          </a:p>
        </p:txBody>
      </p:sp>
      <p:pic>
        <p:nvPicPr>
          <p:cNvPr id="3074" name="Picture 2" descr="What is Facebook's Graph Search? - H2S Media">
            <a:extLst>
              <a:ext uri="{FF2B5EF4-FFF2-40B4-BE49-F238E27FC236}">
                <a16:creationId xmlns:a16="http://schemas.microsoft.com/office/drawing/2014/main" id="{C78C72FD-5FE0-3C44-56CA-260E55DBEA14}"/>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8109502" y="1094631"/>
            <a:ext cx="3615776" cy="468061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5665278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118" name="Rectangle 4117">
            <a:extLst>
              <a:ext uri="{FF2B5EF4-FFF2-40B4-BE49-F238E27FC236}">
                <a16:creationId xmlns:a16="http://schemas.microsoft.com/office/drawing/2014/main" id="{637B2035-1FCB-439A-B421-095E136C7E0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20" name="Freeform: Shape 4119">
            <a:extLst>
              <a:ext uri="{FF2B5EF4-FFF2-40B4-BE49-F238E27FC236}">
                <a16:creationId xmlns:a16="http://schemas.microsoft.com/office/drawing/2014/main" id="{B39A1F5A-E57E-4178-8F57-A18DC747E5E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6291618" cy="5097980"/>
          </a:xfrm>
          <a:custGeom>
            <a:avLst/>
            <a:gdLst>
              <a:gd name="connsiteX0" fmla="*/ 0 w 6530408"/>
              <a:gd name="connsiteY0" fmla="*/ 0 h 5753325"/>
              <a:gd name="connsiteX1" fmla="*/ 6438980 w 6530408"/>
              <a:gd name="connsiteY1" fmla="*/ 0 h 5753325"/>
              <a:gd name="connsiteX2" fmla="*/ 6439047 w 6530408"/>
              <a:gd name="connsiteY2" fmla="*/ 147 h 5753325"/>
              <a:gd name="connsiteX3" fmla="*/ 6443456 w 6530408"/>
              <a:gd name="connsiteY3" fmla="*/ 130105 h 5753325"/>
              <a:gd name="connsiteX4" fmla="*/ 6447632 w 6530408"/>
              <a:gd name="connsiteY4" fmla="*/ 170016 h 5753325"/>
              <a:gd name="connsiteX5" fmla="*/ 6465936 w 6530408"/>
              <a:gd name="connsiteY5" fmla="*/ 274847 h 5753325"/>
              <a:gd name="connsiteX6" fmla="*/ 6506836 w 6530408"/>
              <a:gd name="connsiteY6" fmla="*/ 331778 h 5753325"/>
              <a:gd name="connsiteX7" fmla="*/ 6530408 w 6530408"/>
              <a:gd name="connsiteY7" fmla="*/ 427517 h 5753325"/>
              <a:gd name="connsiteX8" fmla="*/ 6516105 w 6530408"/>
              <a:gd name="connsiteY8" fmla="*/ 476071 h 5753325"/>
              <a:gd name="connsiteX9" fmla="*/ 6488360 w 6530408"/>
              <a:gd name="connsiteY9" fmla="*/ 535865 h 5753325"/>
              <a:gd name="connsiteX10" fmla="*/ 6492864 w 6530408"/>
              <a:gd name="connsiteY10" fmla="*/ 615799 h 5753325"/>
              <a:gd name="connsiteX11" fmla="*/ 6459988 w 6530408"/>
              <a:gd name="connsiteY11" fmla="*/ 707628 h 5753325"/>
              <a:gd name="connsiteX12" fmla="*/ 6453989 w 6530408"/>
              <a:gd name="connsiteY12" fmla="*/ 711876 h 5753325"/>
              <a:gd name="connsiteX13" fmla="*/ 6453209 w 6530408"/>
              <a:gd name="connsiteY13" fmla="*/ 719127 h 5753325"/>
              <a:gd name="connsiteX14" fmla="*/ 6457662 w 6530408"/>
              <a:gd name="connsiteY14" fmla="*/ 723331 h 5753325"/>
              <a:gd name="connsiteX15" fmla="*/ 6447445 w 6530408"/>
              <a:gd name="connsiteY15" fmla="*/ 780003 h 5753325"/>
              <a:gd name="connsiteX16" fmla="*/ 6426552 w 6530408"/>
              <a:gd name="connsiteY16" fmla="*/ 845805 h 5753325"/>
              <a:gd name="connsiteX17" fmla="*/ 6434072 w 6530408"/>
              <a:gd name="connsiteY17" fmla="*/ 910733 h 5753325"/>
              <a:gd name="connsiteX18" fmla="*/ 6432570 w 6530408"/>
              <a:gd name="connsiteY18" fmla="*/ 983394 h 5753325"/>
              <a:gd name="connsiteX19" fmla="*/ 6431878 w 6530408"/>
              <a:gd name="connsiteY19" fmla="*/ 1026728 h 5753325"/>
              <a:gd name="connsiteX20" fmla="*/ 6414269 w 6530408"/>
              <a:gd name="connsiteY20" fmla="*/ 1151111 h 5753325"/>
              <a:gd name="connsiteX21" fmla="*/ 6371722 w 6530408"/>
              <a:gd name="connsiteY21" fmla="*/ 1318080 h 5753325"/>
              <a:gd name="connsiteX22" fmla="*/ 6356023 w 6530408"/>
              <a:gd name="connsiteY22" fmla="*/ 1356227 h 5753325"/>
              <a:gd name="connsiteX23" fmla="*/ 6356157 w 6530408"/>
              <a:gd name="connsiteY23" fmla="*/ 1361967 h 5753325"/>
              <a:gd name="connsiteX24" fmla="*/ 6350613 w 6530408"/>
              <a:gd name="connsiteY24" fmla="*/ 1393569 h 5753325"/>
              <a:gd name="connsiteX25" fmla="*/ 6357062 w 6530408"/>
              <a:gd name="connsiteY25" fmla="*/ 1444071 h 5753325"/>
              <a:gd name="connsiteX26" fmla="*/ 6364832 w 6530408"/>
              <a:gd name="connsiteY26" fmla="*/ 1478763 h 5753325"/>
              <a:gd name="connsiteX27" fmla="*/ 6369745 w 6530408"/>
              <a:gd name="connsiteY27" fmla="*/ 1495680 h 5753325"/>
              <a:gd name="connsiteX28" fmla="*/ 6370898 w 6530408"/>
              <a:gd name="connsiteY28" fmla="*/ 1513331 h 5753325"/>
              <a:gd name="connsiteX29" fmla="*/ 6368801 w 6530408"/>
              <a:gd name="connsiteY29" fmla="*/ 1527414 h 5753325"/>
              <a:gd name="connsiteX30" fmla="*/ 6359177 w 6530408"/>
              <a:gd name="connsiteY30" fmla="*/ 1639513 h 5753325"/>
              <a:gd name="connsiteX31" fmla="*/ 6299489 w 6530408"/>
              <a:gd name="connsiteY31" fmla="*/ 1784860 h 5753325"/>
              <a:gd name="connsiteX32" fmla="*/ 6267878 w 6530408"/>
              <a:gd name="connsiteY32" fmla="*/ 1858572 h 5753325"/>
              <a:gd name="connsiteX33" fmla="*/ 6251146 w 6530408"/>
              <a:gd name="connsiteY33" fmla="*/ 1926167 h 5753325"/>
              <a:gd name="connsiteX34" fmla="*/ 6210686 w 6530408"/>
              <a:gd name="connsiteY34" fmla="*/ 2014834 h 5753325"/>
              <a:gd name="connsiteX35" fmla="*/ 6106652 w 6530408"/>
              <a:gd name="connsiteY35" fmla="*/ 2150572 h 5753325"/>
              <a:gd name="connsiteX36" fmla="*/ 6097813 w 6530408"/>
              <a:gd name="connsiteY36" fmla="*/ 2172208 h 5753325"/>
              <a:gd name="connsiteX37" fmla="*/ 6095990 w 6530408"/>
              <a:gd name="connsiteY37" fmla="*/ 2181185 h 5753325"/>
              <a:gd name="connsiteX38" fmla="*/ 6090126 w 6530408"/>
              <a:gd name="connsiteY38" fmla="*/ 2192533 h 5753325"/>
              <a:gd name="connsiteX39" fmla="*/ 6089503 w 6530408"/>
              <a:gd name="connsiteY39" fmla="*/ 2192543 h 5753325"/>
              <a:gd name="connsiteX40" fmla="*/ 6084946 w 6530408"/>
              <a:gd name="connsiteY40" fmla="*/ 2203694 h 5753325"/>
              <a:gd name="connsiteX41" fmla="*/ 5987861 w 6530408"/>
              <a:gd name="connsiteY41" fmla="*/ 2304868 h 5753325"/>
              <a:gd name="connsiteX42" fmla="*/ 5973439 w 6530408"/>
              <a:gd name="connsiteY42" fmla="*/ 2385635 h 5753325"/>
              <a:gd name="connsiteX43" fmla="*/ 5916727 w 6530408"/>
              <a:gd name="connsiteY43" fmla="*/ 2458777 h 5753325"/>
              <a:gd name="connsiteX44" fmla="*/ 5856524 w 6530408"/>
              <a:gd name="connsiteY44" fmla="*/ 2583281 h 5753325"/>
              <a:gd name="connsiteX45" fmla="*/ 5838091 w 6530408"/>
              <a:gd name="connsiteY45" fmla="*/ 2753474 h 5753325"/>
              <a:gd name="connsiteX46" fmla="*/ 5777471 w 6530408"/>
              <a:gd name="connsiteY46" fmla="*/ 2901570 h 5753325"/>
              <a:gd name="connsiteX47" fmla="*/ 5723992 w 6530408"/>
              <a:gd name="connsiteY47" fmla="*/ 2998752 h 5753325"/>
              <a:gd name="connsiteX48" fmla="*/ 5557886 w 6530408"/>
              <a:gd name="connsiteY48" fmla="*/ 3329735 h 5753325"/>
              <a:gd name="connsiteX49" fmla="*/ 5471501 w 6530408"/>
              <a:gd name="connsiteY49" fmla="*/ 3462221 h 5753325"/>
              <a:gd name="connsiteX50" fmla="*/ 5465154 w 6530408"/>
              <a:gd name="connsiteY50" fmla="*/ 3541065 h 5753325"/>
              <a:gd name="connsiteX51" fmla="*/ 5437889 w 6530408"/>
              <a:gd name="connsiteY51" fmla="*/ 3559927 h 5753325"/>
              <a:gd name="connsiteX52" fmla="*/ 5432770 w 6530408"/>
              <a:gd name="connsiteY52" fmla="*/ 3562948 h 5753325"/>
              <a:gd name="connsiteX53" fmla="*/ 5406795 w 6530408"/>
              <a:gd name="connsiteY53" fmla="*/ 3578594 h 5753325"/>
              <a:gd name="connsiteX54" fmla="*/ 5381495 w 6530408"/>
              <a:gd name="connsiteY54" fmla="*/ 3599883 h 5753325"/>
              <a:gd name="connsiteX55" fmla="*/ 5363689 w 6530408"/>
              <a:gd name="connsiteY55" fmla="*/ 3633299 h 5753325"/>
              <a:gd name="connsiteX56" fmla="*/ 5291870 w 6530408"/>
              <a:gd name="connsiteY56" fmla="*/ 3799039 h 5753325"/>
              <a:gd name="connsiteX57" fmla="*/ 5241600 w 6530408"/>
              <a:gd name="connsiteY57" fmla="*/ 3894238 h 5753325"/>
              <a:gd name="connsiteX58" fmla="*/ 5211041 w 6530408"/>
              <a:gd name="connsiteY58" fmla="*/ 3924184 h 5753325"/>
              <a:gd name="connsiteX59" fmla="*/ 5176073 w 6530408"/>
              <a:gd name="connsiteY59" fmla="*/ 3970179 h 5753325"/>
              <a:gd name="connsiteX60" fmla="*/ 5172826 w 6530408"/>
              <a:gd name="connsiteY60" fmla="*/ 3991773 h 5753325"/>
              <a:gd name="connsiteX61" fmla="*/ 5157053 w 6530408"/>
              <a:gd name="connsiteY61" fmla="*/ 3997708 h 5753325"/>
              <a:gd name="connsiteX62" fmla="*/ 5127922 w 6530408"/>
              <a:gd name="connsiteY62" fmla="*/ 4022660 h 5753325"/>
              <a:gd name="connsiteX63" fmla="*/ 5020872 w 6530408"/>
              <a:gd name="connsiteY63" fmla="*/ 4075951 h 5753325"/>
              <a:gd name="connsiteX64" fmla="*/ 4991410 w 6530408"/>
              <a:gd name="connsiteY64" fmla="*/ 4087598 h 5753325"/>
              <a:gd name="connsiteX65" fmla="*/ 4930112 w 6530408"/>
              <a:gd name="connsiteY65" fmla="*/ 4138459 h 5753325"/>
              <a:gd name="connsiteX66" fmla="*/ 4834224 w 6530408"/>
              <a:gd name="connsiteY66" fmla="*/ 4231643 h 5753325"/>
              <a:gd name="connsiteX67" fmla="*/ 4812599 w 6530408"/>
              <a:gd name="connsiteY67" fmla="*/ 4249449 h 5753325"/>
              <a:gd name="connsiteX68" fmla="*/ 4789188 w 6530408"/>
              <a:gd name="connsiteY68" fmla="*/ 4256678 h 5753325"/>
              <a:gd name="connsiteX69" fmla="*/ 4779554 w 6530408"/>
              <a:gd name="connsiteY69" fmla="*/ 4251313 h 5753325"/>
              <a:gd name="connsiteX70" fmla="*/ 4766885 w 6530408"/>
              <a:gd name="connsiteY70" fmla="*/ 4259812 h 5753325"/>
              <a:gd name="connsiteX71" fmla="*/ 4762510 w 6530408"/>
              <a:gd name="connsiteY71" fmla="*/ 4260383 h 5753325"/>
              <a:gd name="connsiteX72" fmla="*/ 4738416 w 6530408"/>
              <a:gd name="connsiteY72" fmla="*/ 4265355 h 5753325"/>
              <a:gd name="connsiteX73" fmla="*/ 4712007 w 6530408"/>
              <a:gd name="connsiteY73" fmla="*/ 4317892 h 5753325"/>
              <a:gd name="connsiteX74" fmla="*/ 4658930 w 6530408"/>
              <a:gd name="connsiteY74" fmla="*/ 4348041 h 5753325"/>
              <a:gd name="connsiteX75" fmla="*/ 4443526 w 6530408"/>
              <a:gd name="connsiteY75" fmla="*/ 4507851 h 5753325"/>
              <a:gd name="connsiteX76" fmla="*/ 4289766 w 6530408"/>
              <a:gd name="connsiteY76" fmla="*/ 4711450 h 5753325"/>
              <a:gd name="connsiteX77" fmla="*/ 4150870 w 6530408"/>
              <a:gd name="connsiteY77" fmla="*/ 4818480 h 5753325"/>
              <a:gd name="connsiteX78" fmla="*/ 4006639 w 6530408"/>
              <a:gd name="connsiteY78" fmla="*/ 4933815 h 5753325"/>
              <a:gd name="connsiteX79" fmla="*/ 3298210 w 6530408"/>
              <a:gd name="connsiteY79" fmla="*/ 5070790 h 5753325"/>
              <a:gd name="connsiteX80" fmla="*/ 2947678 w 6530408"/>
              <a:gd name="connsiteY80" fmla="*/ 5117869 h 5753325"/>
              <a:gd name="connsiteX81" fmla="*/ 2822169 w 6530408"/>
              <a:gd name="connsiteY81" fmla="*/ 5129396 h 5753325"/>
              <a:gd name="connsiteX82" fmla="*/ 2538773 w 6530408"/>
              <a:gd name="connsiteY82" fmla="*/ 5313397 h 5753325"/>
              <a:gd name="connsiteX83" fmla="*/ 2014500 w 6530408"/>
              <a:gd name="connsiteY83" fmla="*/ 5519744 h 5753325"/>
              <a:gd name="connsiteX84" fmla="*/ 1934391 w 6530408"/>
              <a:gd name="connsiteY84" fmla="*/ 5591335 h 5753325"/>
              <a:gd name="connsiteX85" fmla="*/ 1892550 w 6530408"/>
              <a:gd name="connsiteY85" fmla="*/ 5649708 h 5753325"/>
              <a:gd name="connsiteX86" fmla="*/ 1854769 w 6530408"/>
              <a:gd name="connsiteY86" fmla="*/ 5647691 h 5753325"/>
              <a:gd name="connsiteX87" fmla="*/ 1809461 w 6530408"/>
              <a:gd name="connsiteY87" fmla="*/ 5648628 h 5753325"/>
              <a:gd name="connsiteX88" fmla="*/ 1745150 w 6530408"/>
              <a:gd name="connsiteY88" fmla="*/ 5693879 h 5753325"/>
              <a:gd name="connsiteX89" fmla="*/ 1713375 w 6530408"/>
              <a:gd name="connsiteY89" fmla="*/ 5684672 h 5753325"/>
              <a:gd name="connsiteX90" fmla="*/ 1707808 w 6530408"/>
              <a:gd name="connsiteY90" fmla="*/ 5682611 h 5753325"/>
              <a:gd name="connsiteX91" fmla="*/ 1679313 w 6530408"/>
              <a:gd name="connsiteY91" fmla="*/ 5672360 h 5753325"/>
              <a:gd name="connsiteX92" fmla="*/ 1646933 w 6530408"/>
              <a:gd name="connsiteY92" fmla="*/ 5666227 h 5753325"/>
              <a:gd name="connsiteX93" fmla="*/ 1610055 w 6530408"/>
              <a:gd name="connsiteY93" fmla="*/ 5673643 h 5753325"/>
              <a:gd name="connsiteX94" fmla="*/ 1437641 w 6530408"/>
              <a:gd name="connsiteY94" fmla="*/ 5723266 h 5753325"/>
              <a:gd name="connsiteX95" fmla="*/ 1332869 w 6530408"/>
              <a:gd name="connsiteY95" fmla="*/ 5744752 h 5753325"/>
              <a:gd name="connsiteX96" fmla="*/ 1290525 w 6530408"/>
              <a:gd name="connsiteY96" fmla="*/ 5740036 h 5753325"/>
              <a:gd name="connsiteX97" fmla="*/ 1233107 w 6530408"/>
              <a:gd name="connsiteY97" fmla="*/ 5742106 h 5753325"/>
              <a:gd name="connsiteX98" fmla="*/ 1214532 w 6530408"/>
              <a:gd name="connsiteY98" fmla="*/ 5753325 h 5753325"/>
              <a:gd name="connsiteX99" fmla="*/ 1199955 w 6530408"/>
              <a:gd name="connsiteY99" fmla="*/ 5744831 h 5753325"/>
              <a:gd name="connsiteX100" fmla="*/ 1162337 w 6530408"/>
              <a:gd name="connsiteY100" fmla="*/ 5738048 h 5753325"/>
              <a:gd name="connsiteX101" fmla="*/ 1053457 w 6530408"/>
              <a:gd name="connsiteY101" fmla="*/ 5688676 h 5753325"/>
              <a:gd name="connsiteX102" fmla="*/ 1025798 w 6530408"/>
              <a:gd name="connsiteY102" fmla="*/ 5673166 h 5753325"/>
              <a:gd name="connsiteX103" fmla="*/ 947900 w 6530408"/>
              <a:gd name="connsiteY103" fmla="*/ 5657848 h 5753325"/>
              <a:gd name="connsiteX104" fmla="*/ 815627 w 6530408"/>
              <a:gd name="connsiteY104" fmla="*/ 5642557 h 5753325"/>
              <a:gd name="connsiteX105" fmla="*/ 788251 w 6530408"/>
              <a:gd name="connsiteY105" fmla="*/ 5637065 h 5753325"/>
              <a:gd name="connsiteX106" fmla="*/ 767822 w 6530408"/>
              <a:gd name="connsiteY106" fmla="*/ 5623450 h 5753325"/>
              <a:gd name="connsiteX107" fmla="*/ 765791 w 6530408"/>
              <a:gd name="connsiteY107" fmla="*/ 5612539 h 5753325"/>
              <a:gd name="connsiteX108" fmla="*/ 751230 w 6530408"/>
              <a:gd name="connsiteY108" fmla="*/ 5608092 h 5753325"/>
              <a:gd name="connsiteX109" fmla="*/ 748008 w 6530408"/>
              <a:gd name="connsiteY109" fmla="*/ 5605052 h 5753325"/>
              <a:gd name="connsiteX110" fmla="*/ 728871 w 6530408"/>
              <a:gd name="connsiteY110" fmla="*/ 5589469 h 5753325"/>
              <a:gd name="connsiteX111" fmla="*/ 671898 w 6530408"/>
              <a:gd name="connsiteY111" fmla="*/ 5602363 h 5753325"/>
              <a:gd name="connsiteX112" fmla="*/ 615065 w 6530408"/>
              <a:gd name="connsiteY112" fmla="*/ 5580257 h 5753325"/>
              <a:gd name="connsiteX113" fmla="*/ 355785 w 6530408"/>
              <a:gd name="connsiteY113" fmla="*/ 5514383 h 5753325"/>
              <a:gd name="connsiteX114" fmla="*/ 102269 w 6530408"/>
              <a:gd name="connsiteY114" fmla="*/ 5524347 h 5753325"/>
              <a:gd name="connsiteX115" fmla="*/ 13160 w 6530408"/>
              <a:gd name="connsiteY115" fmla="*/ 5514159 h 5753325"/>
              <a:gd name="connsiteX116" fmla="*/ 0 w 6530408"/>
              <a:gd name="connsiteY116" fmla="*/ 5511735 h 5753325"/>
              <a:gd name="connsiteX0" fmla="*/ 0 w 6530408"/>
              <a:gd name="connsiteY0" fmla="*/ 0 h 5753325"/>
              <a:gd name="connsiteX1" fmla="*/ 6438980 w 6530408"/>
              <a:gd name="connsiteY1" fmla="*/ 0 h 5753325"/>
              <a:gd name="connsiteX2" fmla="*/ 6439047 w 6530408"/>
              <a:gd name="connsiteY2" fmla="*/ 147 h 5753325"/>
              <a:gd name="connsiteX3" fmla="*/ 6443456 w 6530408"/>
              <a:gd name="connsiteY3" fmla="*/ 130105 h 5753325"/>
              <a:gd name="connsiteX4" fmla="*/ 6447632 w 6530408"/>
              <a:gd name="connsiteY4" fmla="*/ 170016 h 5753325"/>
              <a:gd name="connsiteX5" fmla="*/ 6465936 w 6530408"/>
              <a:gd name="connsiteY5" fmla="*/ 274847 h 5753325"/>
              <a:gd name="connsiteX6" fmla="*/ 6506836 w 6530408"/>
              <a:gd name="connsiteY6" fmla="*/ 331778 h 5753325"/>
              <a:gd name="connsiteX7" fmla="*/ 6530408 w 6530408"/>
              <a:gd name="connsiteY7" fmla="*/ 427517 h 5753325"/>
              <a:gd name="connsiteX8" fmla="*/ 6488360 w 6530408"/>
              <a:gd name="connsiteY8" fmla="*/ 535865 h 5753325"/>
              <a:gd name="connsiteX9" fmla="*/ 6492864 w 6530408"/>
              <a:gd name="connsiteY9" fmla="*/ 615799 h 5753325"/>
              <a:gd name="connsiteX10" fmla="*/ 6459988 w 6530408"/>
              <a:gd name="connsiteY10" fmla="*/ 707628 h 5753325"/>
              <a:gd name="connsiteX11" fmla="*/ 6453989 w 6530408"/>
              <a:gd name="connsiteY11" fmla="*/ 711876 h 5753325"/>
              <a:gd name="connsiteX12" fmla="*/ 6453209 w 6530408"/>
              <a:gd name="connsiteY12" fmla="*/ 719127 h 5753325"/>
              <a:gd name="connsiteX13" fmla="*/ 6457662 w 6530408"/>
              <a:gd name="connsiteY13" fmla="*/ 723331 h 5753325"/>
              <a:gd name="connsiteX14" fmla="*/ 6447445 w 6530408"/>
              <a:gd name="connsiteY14" fmla="*/ 780003 h 5753325"/>
              <a:gd name="connsiteX15" fmla="*/ 6426552 w 6530408"/>
              <a:gd name="connsiteY15" fmla="*/ 845805 h 5753325"/>
              <a:gd name="connsiteX16" fmla="*/ 6434072 w 6530408"/>
              <a:gd name="connsiteY16" fmla="*/ 910733 h 5753325"/>
              <a:gd name="connsiteX17" fmla="*/ 6432570 w 6530408"/>
              <a:gd name="connsiteY17" fmla="*/ 983394 h 5753325"/>
              <a:gd name="connsiteX18" fmla="*/ 6431878 w 6530408"/>
              <a:gd name="connsiteY18" fmla="*/ 1026728 h 5753325"/>
              <a:gd name="connsiteX19" fmla="*/ 6414269 w 6530408"/>
              <a:gd name="connsiteY19" fmla="*/ 1151111 h 5753325"/>
              <a:gd name="connsiteX20" fmla="*/ 6371722 w 6530408"/>
              <a:gd name="connsiteY20" fmla="*/ 1318080 h 5753325"/>
              <a:gd name="connsiteX21" fmla="*/ 6356023 w 6530408"/>
              <a:gd name="connsiteY21" fmla="*/ 1356227 h 5753325"/>
              <a:gd name="connsiteX22" fmla="*/ 6356157 w 6530408"/>
              <a:gd name="connsiteY22" fmla="*/ 1361967 h 5753325"/>
              <a:gd name="connsiteX23" fmla="*/ 6350613 w 6530408"/>
              <a:gd name="connsiteY23" fmla="*/ 1393569 h 5753325"/>
              <a:gd name="connsiteX24" fmla="*/ 6357062 w 6530408"/>
              <a:gd name="connsiteY24" fmla="*/ 1444071 h 5753325"/>
              <a:gd name="connsiteX25" fmla="*/ 6364832 w 6530408"/>
              <a:gd name="connsiteY25" fmla="*/ 1478763 h 5753325"/>
              <a:gd name="connsiteX26" fmla="*/ 6369745 w 6530408"/>
              <a:gd name="connsiteY26" fmla="*/ 1495680 h 5753325"/>
              <a:gd name="connsiteX27" fmla="*/ 6370898 w 6530408"/>
              <a:gd name="connsiteY27" fmla="*/ 1513331 h 5753325"/>
              <a:gd name="connsiteX28" fmla="*/ 6368801 w 6530408"/>
              <a:gd name="connsiteY28" fmla="*/ 1527414 h 5753325"/>
              <a:gd name="connsiteX29" fmla="*/ 6359177 w 6530408"/>
              <a:gd name="connsiteY29" fmla="*/ 1639513 h 5753325"/>
              <a:gd name="connsiteX30" fmla="*/ 6299489 w 6530408"/>
              <a:gd name="connsiteY30" fmla="*/ 1784860 h 5753325"/>
              <a:gd name="connsiteX31" fmla="*/ 6267878 w 6530408"/>
              <a:gd name="connsiteY31" fmla="*/ 1858572 h 5753325"/>
              <a:gd name="connsiteX32" fmla="*/ 6251146 w 6530408"/>
              <a:gd name="connsiteY32" fmla="*/ 1926167 h 5753325"/>
              <a:gd name="connsiteX33" fmla="*/ 6210686 w 6530408"/>
              <a:gd name="connsiteY33" fmla="*/ 2014834 h 5753325"/>
              <a:gd name="connsiteX34" fmla="*/ 6106652 w 6530408"/>
              <a:gd name="connsiteY34" fmla="*/ 2150572 h 5753325"/>
              <a:gd name="connsiteX35" fmla="*/ 6097813 w 6530408"/>
              <a:gd name="connsiteY35" fmla="*/ 2172208 h 5753325"/>
              <a:gd name="connsiteX36" fmla="*/ 6095990 w 6530408"/>
              <a:gd name="connsiteY36" fmla="*/ 2181185 h 5753325"/>
              <a:gd name="connsiteX37" fmla="*/ 6090126 w 6530408"/>
              <a:gd name="connsiteY37" fmla="*/ 2192533 h 5753325"/>
              <a:gd name="connsiteX38" fmla="*/ 6089503 w 6530408"/>
              <a:gd name="connsiteY38" fmla="*/ 2192543 h 5753325"/>
              <a:gd name="connsiteX39" fmla="*/ 6084946 w 6530408"/>
              <a:gd name="connsiteY39" fmla="*/ 2203694 h 5753325"/>
              <a:gd name="connsiteX40" fmla="*/ 5987861 w 6530408"/>
              <a:gd name="connsiteY40" fmla="*/ 2304868 h 5753325"/>
              <a:gd name="connsiteX41" fmla="*/ 5973439 w 6530408"/>
              <a:gd name="connsiteY41" fmla="*/ 2385635 h 5753325"/>
              <a:gd name="connsiteX42" fmla="*/ 5916727 w 6530408"/>
              <a:gd name="connsiteY42" fmla="*/ 2458777 h 5753325"/>
              <a:gd name="connsiteX43" fmla="*/ 5856524 w 6530408"/>
              <a:gd name="connsiteY43" fmla="*/ 2583281 h 5753325"/>
              <a:gd name="connsiteX44" fmla="*/ 5838091 w 6530408"/>
              <a:gd name="connsiteY44" fmla="*/ 2753474 h 5753325"/>
              <a:gd name="connsiteX45" fmla="*/ 5777471 w 6530408"/>
              <a:gd name="connsiteY45" fmla="*/ 2901570 h 5753325"/>
              <a:gd name="connsiteX46" fmla="*/ 5723992 w 6530408"/>
              <a:gd name="connsiteY46" fmla="*/ 2998752 h 5753325"/>
              <a:gd name="connsiteX47" fmla="*/ 5557886 w 6530408"/>
              <a:gd name="connsiteY47" fmla="*/ 3329735 h 5753325"/>
              <a:gd name="connsiteX48" fmla="*/ 5471501 w 6530408"/>
              <a:gd name="connsiteY48" fmla="*/ 3462221 h 5753325"/>
              <a:gd name="connsiteX49" fmla="*/ 5465154 w 6530408"/>
              <a:gd name="connsiteY49" fmla="*/ 3541065 h 5753325"/>
              <a:gd name="connsiteX50" fmla="*/ 5437889 w 6530408"/>
              <a:gd name="connsiteY50" fmla="*/ 3559927 h 5753325"/>
              <a:gd name="connsiteX51" fmla="*/ 5432770 w 6530408"/>
              <a:gd name="connsiteY51" fmla="*/ 3562948 h 5753325"/>
              <a:gd name="connsiteX52" fmla="*/ 5406795 w 6530408"/>
              <a:gd name="connsiteY52" fmla="*/ 3578594 h 5753325"/>
              <a:gd name="connsiteX53" fmla="*/ 5381495 w 6530408"/>
              <a:gd name="connsiteY53" fmla="*/ 3599883 h 5753325"/>
              <a:gd name="connsiteX54" fmla="*/ 5363689 w 6530408"/>
              <a:gd name="connsiteY54" fmla="*/ 3633299 h 5753325"/>
              <a:gd name="connsiteX55" fmla="*/ 5291870 w 6530408"/>
              <a:gd name="connsiteY55" fmla="*/ 3799039 h 5753325"/>
              <a:gd name="connsiteX56" fmla="*/ 5241600 w 6530408"/>
              <a:gd name="connsiteY56" fmla="*/ 3894238 h 5753325"/>
              <a:gd name="connsiteX57" fmla="*/ 5211041 w 6530408"/>
              <a:gd name="connsiteY57" fmla="*/ 3924184 h 5753325"/>
              <a:gd name="connsiteX58" fmla="*/ 5176073 w 6530408"/>
              <a:gd name="connsiteY58" fmla="*/ 3970179 h 5753325"/>
              <a:gd name="connsiteX59" fmla="*/ 5172826 w 6530408"/>
              <a:gd name="connsiteY59" fmla="*/ 3991773 h 5753325"/>
              <a:gd name="connsiteX60" fmla="*/ 5157053 w 6530408"/>
              <a:gd name="connsiteY60" fmla="*/ 3997708 h 5753325"/>
              <a:gd name="connsiteX61" fmla="*/ 5127922 w 6530408"/>
              <a:gd name="connsiteY61" fmla="*/ 4022660 h 5753325"/>
              <a:gd name="connsiteX62" fmla="*/ 5020872 w 6530408"/>
              <a:gd name="connsiteY62" fmla="*/ 4075951 h 5753325"/>
              <a:gd name="connsiteX63" fmla="*/ 4991410 w 6530408"/>
              <a:gd name="connsiteY63" fmla="*/ 4087598 h 5753325"/>
              <a:gd name="connsiteX64" fmla="*/ 4930112 w 6530408"/>
              <a:gd name="connsiteY64" fmla="*/ 4138459 h 5753325"/>
              <a:gd name="connsiteX65" fmla="*/ 4834224 w 6530408"/>
              <a:gd name="connsiteY65" fmla="*/ 4231643 h 5753325"/>
              <a:gd name="connsiteX66" fmla="*/ 4812599 w 6530408"/>
              <a:gd name="connsiteY66" fmla="*/ 4249449 h 5753325"/>
              <a:gd name="connsiteX67" fmla="*/ 4789188 w 6530408"/>
              <a:gd name="connsiteY67" fmla="*/ 4256678 h 5753325"/>
              <a:gd name="connsiteX68" fmla="*/ 4779554 w 6530408"/>
              <a:gd name="connsiteY68" fmla="*/ 4251313 h 5753325"/>
              <a:gd name="connsiteX69" fmla="*/ 4766885 w 6530408"/>
              <a:gd name="connsiteY69" fmla="*/ 4259812 h 5753325"/>
              <a:gd name="connsiteX70" fmla="*/ 4762510 w 6530408"/>
              <a:gd name="connsiteY70" fmla="*/ 4260383 h 5753325"/>
              <a:gd name="connsiteX71" fmla="*/ 4738416 w 6530408"/>
              <a:gd name="connsiteY71" fmla="*/ 4265355 h 5753325"/>
              <a:gd name="connsiteX72" fmla="*/ 4712007 w 6530408"/>
              <a:gd name="connsiteY72" fmla="*/ 4317892 h 5753325"/>
              <a:gd name="connsiteX73" fmla="*/ 4658930 w 6530408"/>
              <a:gd name="connsiteY73" fmla="*/ 4348041 h 5753325"/>
              <a:gd name="connsiteX74" fmla="*/ 4443526 w 6530408"/>
              <a:gd name="connsiteY74" fmla="*/ 4507851 h 5753325"/>
              <a:gd name="connsiteX75" fmla="*/ 4289766 w 6530408"/>
              <a:gd name="connsiteY75" fmla="*/ 4711450 h 5753325"/>
              <a:gd name="connsiteX76" fmla="*/ 4150870 w 6530408"/>
              <a:gd name="connsiteY76" fmla="*/ 4818480 h 5753325"/>
              <a:gd name="connsiteX77" fmla="*/ 4006639 w 6530408"/>
              <a:gd name="connsiteY77" fmla="*/ 4933815 h 5753325"/>
              <a:gd name="connsiteX78" fmla="*/ 3298210 w 6530408"/>
              <a:gd name="connsiteY78" fmla="*/ 5070790 h 5753325"/>
              <a:gd name="connsiteX79" fmla="*/ 2947678 w 6530408"/>
              <a:gd name="connsiteY79" fmla="*/ 5117869 h 5753325"/>
              <a:gd name="connsiteX80" fmla="*/ 2822169 w 6530408"/>
              <a:gd name="connsiteY80" fmla="*/ 5129396 h 5753325"/>
              <a:gd name="connsiteX81" fmla="*/ 2538773 w 6530408"/>
              <a:gd name="connsiteY81" fmla="*/ 5313397 h 5753325"/>
              <a:gd name="connsiteX82" fmla="*/ 2014500 w 6530408"/>
              <a:gd name="connsiteY82" fmla="*/ 5519744 h 5753325"/>
              <a:gd name="connsiteX83" fmla="*/ 1934391 w 6530408"/>
              <a:gd name="connsiteY83" fmla="*/ 5591335 h 5753325"/>
              <a:gd name="connsiteX84" fmla="*/ 1892550 w 6530408"/>
              <a:gd name="connsiteY84" fmla="*/ 5649708 h 5753325"/>
              <a:gd name="connsiteX85" fmla="*/ 1854769 w 6530408"/>
              <a:gd name="connsiteY85" fmla="*/ 5647691 h 5753325"/>
              <a:gd name="connsiteX86" fmla="*/ 1809461 w 6530408"/>
              <a:gd name="connsiteY86" fmla="*/ 5648628 h 5753325"/>
              <a:gd name="connsiteX87" fmla="*/ 1745150 w 6530408"/>
              <a:gd name="connsiteY87" fmla="*/ 5693879 h 5753325"/>
              <a:gd name="connsiteX88" fmla="*/ 1713375 w 6530408"/>
              <a:gd name="connsiteY88" fmla="*/ 5684672 h 5753325"/>
              <a:gd name="connsiteX89" fmla="*/ 1707808 w 6530408"/>
              <a:gd name="connsiteY89" fmla="*/ 5682611 h 5753325"/>
              <a:gd name="connsiteX90" fmla="*/ 1679313 w 6530408"/>
              <a:gd name="connsiteY90" fmla="*/ 5672360 h 5753325"/>
              <a:gd name="connsiteX91" fmla="*/ 1646933 w 6530408"/>
              <a:gd name="connsiteY91" fmla="*/ 5666227 h 5753325"/>
              <a:gd name="connsiteX92" fmla="*/ 1610055 w 6530408"/>
              <a:gd name="connsiteY92" fmla="*/ 5673643 h 5753325"/>
              <a:gd name="connsiteX93" fmla="*/ 1437641 w 6530408"/>
              <a:gd name="connsiteY93" fmla="*/ 5723266 h 5753325"/>
              <a:gd name="connsiteX94" fmla="*/ 1332869 w 6530408"/>
              <a:gd name="connsiteY94" fmla="*/ 5744752 h 5753325"/>
              <a:gd name="connsiteX95" fmla="*/ 1290525 w 6530408"/>
              <a:gd name="connsiteY95" fmla="*/ 5740036 h 5753325"/>
              <a:gd name="connsiteX96" fmla="*/ 1233107 w 6530408"/>
              <a:gd name="connsiteY96" fmla="*/ 5742106 h 5753325"/>
              <a:gd name="connsiteX97" fmla="*/ 1214532 w 6530408"/>
              <a:gd name="connsiteY97" fmla="*/ 5753325 h 5753325"/>
              <a:gd name="connsiteX98" fmla="*/ 1199955 w 6530408"/>
              <a:gd name="connsiteY98" fmla="*/ 5744831 h 5753325"/>
              <a:gd name="connsiteX99" fmla="*/ 1162337 w 6530408"/>
              <a:gd name="connsiteY99" fmla="*/ 5738048 h 5753325"/>
              <a:gd name="connsiteX100" fmla="*/ 1053457 w 6530408"/>
              <a:gd name="connsiteY100" fmla="*/ 5688676 h 5753325"/>
              <a:gd name="connsiteX101" fmla="*/ 1025798 w 6530408"/>
              <a:gd name="connsiteY101" fmla="*/ 5673166 h 5753325"/>
              <a:gd name="connsiteX102" fmla="*/ 947900 w 6530408"/>
              <a:gd name="connsiteY102" fmla="*/ 5657848 h 5753325"/>
              <a:gd name="connsiteX103" fmla="*/ 815627 w 6530408"/>
              <a:gd name="connsiteY103" fmla="*/ 5642557 h 5753325"/>
              <a:gd name="connsiteX104" fmla="*/ 788251 w 6530408"/>
              <a:gd name="connsiteY104" fmla="*/ 5637065 h 5753325"/>
              <a:gd name="connsiteX105" fmla="*/ 767822 w 6530408"/>
              <a:gd name="connsiteY105" fmla="*/ 5623450 h 5753325"/>
              <a:gd name="connsiteX106" fmla="*/ 765791 w 6530408"/>
              <a:gd name="connsiteY106" fmla="*/ 5612539 h 5753325"/>
              <a:gd name="connsiteX107" fmla="*/ 751230 w 6530408"/>
              <a:gd name="connsiteY107" fmla="*/ 5608092 h 5753325"/>
              <a:gd name="connsiteX108" fmla="*/ 748008 w 6530408"/>
              <a:gd name="connsiteY108" fmla="*/ 5605052 h 5753325"/>
              <a:gd name="connsiteX109" fmla="*/ 728871 w 6530408"/>
              <a:gd name="connsiteY109" fmla="*/ 5589469 h 5753325"/>
              <a:gd name="connsiteX110" fmla="*/ 671898 w 6530408"/>
              <a:gd name="connsiteY110" fmla="*/ 5602363 h 5753325"/>
              <a:gd name="connsiteX111" fmla="*/ 615065 w 6530408"/>
              <a:gd name="connsiteY111" fmla="*/ 5580257 h 5753325"/>
              <a:gd name="connsiteX112" fmla="*/ 355785 w 6530408"/>
              <a:gd name="connsiteY112" fmla="*/ 5514383 h 5753325"/>
              <a:gd name="connsiteX113" fmla="*/ 102269 w 6530408"/>
              <a:gd name="connsiteY113" fmla="*/ 5524347 h 5753325"/>
              <a:gd name="connsiteX114" fmla="*/ 13160 w 6530408"/>
              <a:gd name="connsiteY114" fmla="*/ 5514159 h 5753325"/>
              <a:gd name="connsiteX115" fmla="*/ 0 w 6530408"/>
              <a:gd name="connsiteY115" fmla="*/ 5511735 h 5753325"/>
              <a:gd name="connsiteX116" fmla="*/ 0 w 6530408"/>
              <a:gd name="connsiteY116" fmla="*/ 0 h 5753325"/>
              <a:gd name="connsiteX0" fmla="*/ 0 w 6506836"/>
              <a:gd name="connsiteY0" fmla="*/ 0 h 5753325"/>
              <a:gd name="connsiteX1" fmla="*/ 6438980 w 6506836"/>
              <a:gd name="connsiteY1" fmla="*/ 0 h 5753325"/>
              <a:gd name="connsiteX2" fmla="*/ 6439047 w 6506836"/>
              <a:gd name="connsiteY2" fmla="*/ 147 h 5753325"/>
              <a:gd name="connsiteX3" fmla="*/ 6443456 w 6506836"/>
              <a:gd name="connsiteY3" fmla="*/ 130105 h 5753325"/>
              <a:gd name="connsiteX4" fmla="*/ 6447632 w 6506836"/>
              <a:gd name="connsiteY4" fmla="*/ 170016 h 5753325"/>
              <a:gd name="connsiteX5" fmla="*/ 6465936 w 6506836"/>
              <a:gd name="connsiteY5" fmla="*/ 274847 h 5753325"/>
              <a:gd name="connsiteX6" fmla="*/ 6506836 w 6506836"/>
              <a:gd name="connsiteY6" fmla="*/ 331778 h 5753325"/>
              <a:gd name="connsiteX7" fmla="*/ 6488360 w 6506836"/>
              <a:gd name="connsiteY7" fmla="*/ 535865 h 5753325"/>
              <a:gd name="connsiteX8" fmla="*/ 6492864 w 6506836"/>
              <a:gd name="connsiteY8" fmla="*/ 615799 h 5753325"/>
              <a:gd name="connsiteX9" fmla="*/ 6459988 w 6506836"/>
              <a:gd name="connsiteY9" fmla="*/ 707628 h 5753325"/>
              <a:gd name="connsiteX10" fmla="*/ 6453989 w 6506836"/>
              <a:gd name="connsiteY10" fmla="*/ 711876 h 5753325"/>
              <a:gd name="connsiteX11" fmla="*/ 6453209 w 6506836"/>
              <a:gd name="connsiteY11" fmla="*/ 719127 h 5753325"/>
              <a:gd name="connsiteX12" fmla="*/ 6457662 w 6506836"/>
              <a:gd name="connsiteY12" fmla="*/ 723331 h 5753325"/>
              <a:gd name="connsiteX13" fmla="*/ 6447445 w 6506836"/>
              <a:gd name="connsiteY13" fmla="*/ 780003 h 5753325"/>
              <a:gd name="connsiteX14" fmla="*/ 6426552 w 6506836"/>
              <a:gd name="connsiteY14" fmla="*/ 845805 h 5753325"/>
              <a:gd name="connsiteX15" fmla="*/ 6434072 w 6506836"/>
              <a:gd name="connsiteY15" fmla="*/ 910733 h 5753325"/>
              <a:gd name="connsiteX16" fmla="*/ 6432570 w 6506836"/>
              <a:gd name="connsiteY16" fmla="*/ 983394 h 5753325"/>
              <a:gd name="connsiteX17" fmla="*/ 6431878 w 6506836"/>
              <a:gd name="connsiteY17" fmla="*/ 1026728 h 5753325"/>
              <a:gd name="connsiteX18" fmla="*/ 6414269 w 6506836"/>
              <a:gd name="connsiteY18" fmla="*/ 1151111 h 5753325"/>
              <a:gd name="connsiteX19" fmla="*/ 6371722 w 6506836"/>
              <a:gd name="connsiteY19" fmla="*/ 1318080 h 5753325"/>
              <a:gd name="connsiteX20" fmla="*/ 6356023 w 6506836"/>
              <a:gd name="connsiteY20" fmla="*/ 1356227 h 5753325"/>
              <a:gd name="connsiteX21" fmla="*/ 6356157 w 6506836"/>
              <a:gd name="connsiteY21" fmla="*/ 1361967 h 5753325"/>
              <a:gd name="connsiteX22" fmla="*/ 6350613 w 6506836"/>
              <a:gd name="connsiteY22" fmla="*/ 1393569 h 5753325"/>
              <a:gd name="connsiteX23" fmla="*/ 6357062 w 6506836"/>
              <a:gd name="connsiteY23" fmla="*/ 1444071 h 5753325"/>
              <a:gd name="connsiteX24" fmla="*/ 6364832 w 6506836"/>
              <a:gd name="connsiteY24" fmla="*/ 1478763 h 5753325"/>
              <a:gd name="connsiteX25" fmla="*/ 6369745 w 6506836"/>
              <a:gd name="connsiteY25" fmla="*/ 1495680 h 5753325"/>
              <a:gd name="connsiteX26" fmla="*/ 6370898 w 6506836"/>
              <a:gd name="connsiteY26" fmla="*/ 1513331 h 5753325"/>
              <a:gd name="connsiteX27" fmla="*/ 6368801 w 6506836"/>
              <a:gd name="connsiteY27" fmla="*/ 1527414 h 5753325"/>
              <a:gd name="connsiteX28" fmla="*/ 6359177 w 6506836"/>
              <a:gd name="connsiteY28" fmla="*/ 1639513 h 5753325"/>
              <a:gd name="connsiteX29" fmla="*/ 6299489 w 6506836"/>
              <a:gd name="connsiteY29" fmla="*/ 1784860 h 5753325"/>
              <a:gd name="connsiteX30" fmla="*/ 6267878 w 6506836"/>
              <a:gd name="connsiteY30" fmla="*/ 1858572 h 5753325"/>
              <a:gd name="connsiteX31" fmla="*/ 6251146 w 6506836"/>
              <a:gd name="connsiteY31" fmla="*/ 1926167 h 5753325"/>
              <a:gd name="connsiteX32" fmla="*/ 6210686 w 6506836"/>
              <a:gd name="connsiteY32" fmla="*/ 2014834 h 5753325"/>
              <a:gd name="connsiteX33" fmla="*/ 6106652 w 6506836"/>
              <a:gd name="connsiteY33" fmla="*/ 2150572 h 5753325"/>
              <a:gd name="connsiteX34" fmla="*/ 6097813 w 6506836"/>
              <a:gd name="connsiteY34" fmla="*/ 2172208 h 5753325"/>
              <a:gd name="connsiteX35" fmla="*/ 6095990 w 6506836"/>
              <a:gd name="connsiteY35" fmla="*/ 2181185 h 5753325"/>
              <a:gd name="connsiteX36" fmla="*/ 6090126 w 6506836"/>
              <a:gd name="connsiteY36" fmla="*/ 2192533 h 5753325"/>
              <a:gd name="connsiteX37" fmla="*/ 6089503 w 6506836"/>
              <a:gd name="connsiteY37" fmla="*/ 2192543 h 5753325"/>
              <a:gd name="connsiteX38" fmla="*/ 6084946 w 6506836"/>
              <a:gd name="connsiteY38" fmla="*/ 2203694 h 5753325"/>
              <a:gd name="connsiteX39" fmla="*/ 5987861 w 6506836"/>
              <a:gd name="connsiteY39" fmla="*/ 2304868 h 5753325"/>
              <a:gd name="connsiteX40" fmla="*/ 5973439 w 6506836"/>
              <a:gd name="connsiteY40" fmla="*/ 2385635 h 5753325"/>
              <a:gd name="connsiteX41" fmla="*/ 5916727 w 6506836"/>
              <a:gd name="connsiteY41" fmla="*/ 2458777 h 5753325"/>
              <a:gd name="connsiteX42" fmla="*/ 5856524 w 6506836"/>
              <a:gd name="connsiteY42" fmla="*/ 2583281 h 5753325"/>
              <a:gd name="connsiteX43" fmla="*/ 5838091 w 6506836"/>
              <a:gd name="connsiteY43" fmla="*/ 2753474 h 5753325"/>
              <a:gd name="connsiteX44" fmla="*/ 5777471 w 6506836"/>
              <a:gd name="connsiteY44" fmla="*/ 2901570 h 5753325"/>
              <a:gd name="connsiteX45" fmla="*/ 5723992 w 6506836"/>
              <a:gd name="connsiteY45" fmla="*/ 2998752 h 5753325"/>
              <a:gd name="connsiteX46" fmla="*/ 5557886 w 6506836"/>
              <a:gd name="connsiteY46" fmla="*/ 3329735 h 5753325"/>
              <a:gd name="connsiteX47" fmla="*/ 5471501 w 6506836"/>
              <a:gd name="connsiteY47" fmla="*/ 3462221 h 5753325"/>
              <a:gd name="connsiteX48" fmla="*/ 5465154 w 6506836"/>
              <a:gd name="connsiteY48" fmla="*/ 3541065 h 5753325"/>
              <a:gd name="connsiteX49" fmla="*/ 5437889 w 6506836"/>
              <a:gd name="connsiteY49" fmla="*/ 3559927 h 5753325"/>
              <a:gd name="connsiteX50" fmla="*/ 5432770 w 6506836"/>
              <a:gd name="connsiteY50" fmla="*/ 3562948 h 5753325"/>
              <a:gd name="connsiteX51" fmla="*/ 5406795 w 6506836"/>
              <a:gd name="connsiteY51" fmla="*/ 3578594 h 5753325"/>
              <a:gd name="connsiteX52" fmla="*/ 5381495 w 6506836"/>
              <a:gd name="connsiteY52" fmla="*/ 3599883 h 5753325"/>
              <a:gd name="connsiteX53" fmla="*/ 5363689 w 6506836"/>
              <a:gd name="connsiteY53" fmla="*/ 3633299 h 5753325"/>
              <a:gd name="connsiteX54" fmla="*/ 5291870 w 6506836"/>
              <a:gd name="connsiteY54" fmla="*/ 3799039 h 5753325"/>
              <a:gd name="connsiteX55" fmla="*/ 5241600 w 6506836"/>
              <a:gd name="connsiteY55" fmla="*/ 3894238 h 5753325"/>
              <a:gd name="connsiteX56" fmla="*/ 5211041 w 6506836"/>
              <a:gd name="connsiteY56" fmla="*/ 3924184 h 5753325"/>
              <a:gd name="connsiteX57" fmla="*/ 5176073 w 6506836"/>
              <a:gd name="connsiteY57" fmla="*/ 3970179 h 5753325"/>
              <a:gd name="connsiteX58" fmla="*/ 5172826 w 6506836"/>
              <a:gd name="connsiteY58" fmla="*/ 3991773 h 5753325"/>
              <a:gd name="connsiteX59" fmla="*/ 5157053 w 6506836"/>
              <a:gd name="connsiteY59" fmla="*/ 3997708 h 5753325"/>
              <a:gd name="connsiteX60" fmla="*/ 5127922 w 6506836"/>
              <a:gd name="connsiteY60" fmla="*/ 4022660 h 5753325"/>
              <a:gd name="connsiteX61" fmla="*/ 5020872 w 6506836"/>
              <a:gd name="connsiteY61" fmla="*/ 4075951 h 5753325"/>
              <a:gd name="connsiteX62" fmla="*/ 4991410 w 6506836"/>
              <a:gd name="connsiteY62" fmla="*/ 4087598 h 5753325"/>
              <a:gd name="connsiteX63" fmla="*/ 4930112 w 6506836"/>
              <a:gd name="connsiteY63" fmla="*/ 4138459 h 5753325"/>
              <a:gd name="connsiteX64" fmla="*/ 4834224 w 6506836"/>
              <a:gd name="connsiteY64" fmla="*/ 4231643 h 5753325"/>
              <a:gd name="connsiteX65" fmla="*/ 4812599 w 6506836"/>
              <a:gd name="connsiteY65" fmla="*/ 4249449 h 5753325"/>
              <a:gd name="connsiteX66" fmla="*/ 4789188 w 6506836"/>
              <a:gd name="connsiteY66" fmla="*/ 4256678 h 5753325"/>
              <a:gd name="connsiteX67" fmla="*/ 4779554 w 6506836"/>
              <a:gd name="connsiteY67" fmla="*/ 4251313 h 5753325"/>
              <a:gd name="connsiteX68" fmla="*/ 4766885 w 6506836"/>
              <a:gd name="connsiteY68" fmla="*/ 4259812 h 5753325"/>
              <a:gd name="connsiteX69" fmla="*/ 4762510 w 6506836"/>
              <a:gd name="connsiteY69" fmla="*/ 4260383 h 5753325"/>
              <a:gd name="connsiteX70" fmla="*/ 4738416 w 6506836"/>
              <a:gd name="connsiteY70" fmla="*/ 4265355 h 5753325"/>
              <a:gd name="connsiteX71" fmla="*/ 4712007 w 6506836"/>
              <a:gd name="connsiteY71" fmla="*/ 4317892 h 5753325"/>
              <a:gd name="connsiteX72" fmla="*/ 4658930 w 6506836"/>
              <a:gd name="connsiteY72" fmla="*/ 4348041 h 5753325"/>
              <a:gd name="connsiteX73" fmla="*/ 4443526 w 6506836"/>
              <a:gd name="connsiteY73" fmla="*/ 4507851 h 5753325"/>
              <a:gd name="connsiteX74" fmla="*/ 4289766 w 6506836"/>
              <a:gd name="connsiteY74" fmla="*/ 4711450 h 5753325"/>
              <a:gd name="connsiteX75" fmla="*/ 4150870 w 6506836"/>
              <a:gd name="connsiteY75" fmla="*/ 4818480 h 5753325"/>
              <a:gd name="connsiteX76" fmla="*/ 4006639 w 6506836"/>
              <a:gd name="connsiteY76" fmla="*/ 4933815 h 5753325"/>
              <a:gd name="connsiteX77" fmla="*/ 3298210 w 6506836"/>
              <a:gd name="connsiteY77" fmla="*/ 5070790 h 5753325"/>
              <a:gd name="connsiteX78" fmla="*/ 2947678 w 6506836"/>
              <a:gd name="connsiteY78" fmla="*/ 5117869 h 5753325"/>
              <a:gd name="connsiteX79" fmla="*/ 2822169 w 6506836"/>
              <a:gd name="connsiteY79" fmla="*/ 5129396 h 5753325"/>
              <a:gd name="connsiteX80" fmla="*/ 2538773 w 6506836"/>
              <a:gd name="connsiteY80" fmla="*/ 5313397 h 5753325"/>
              <a:gd name="connsiteX81" fmla="*/ 2014500 w 6506836"/>
              <a:gd name="connsiteY81" fmla="*/ 5519744 h 5753325"/>
              <a:gd name="connsiteX82" fmla="*/ 1934391 w 6506836"/>
              <a:gd name="connsiteY82" fmla="*/ 5591335 h 5753325"/>
              <a:gd name="connsiteX83" fmla="*/ 1892550 w 6506836"/>
              <a:gd name="connsiteY83" fmla="*/ 5649708 h 5753325"/>
              <a:gd name="connsiteX84" fmla="*/ 1854769 w 6506836"/>
              <a:gd name="connsiteY84" fmla="*/ 5647691 h 5753325"/>
              <a:gd name="connsiteX85" fmla="*/ 1809461 w 6506836"/>
              <a:gd name="connsiteY85" fmla="*/ 5648628 h 5753325"/>
              <a:gd name="connsiteX86" fmla="*/ 1745150 w 6506836"/>
              <a:gd name="connsiteY86" fmla="*/ 5693879 h 5753325"/>
              <a:gd name="connsiteX87" fmla="*/ 1713375 w 6506836"/>
              <a:gd name="connsiteY87" fmla="*/ 5684672 h 5753325"/>
              <a:gd name="connsiteX88" fmla="*/ 1707808 w 6506836"/>
              <a:gd name="connsiteY88" fmla="*/ 5682611 h 5753325"/>
              <a:gd name="connsiteX89" fmla="*/ 1679313 w 6506836"/>
              <a:gd name="connsiteY89" fmla="*/ 5672360 h 5753325"/>
              <a:gd name="connsiteX90" fmla="*/ 1646933 w 6506836"/>
              <a:gd name="connsiteY90" fmla="*/ 5666227 h 5753325"/>
              <a:gd name="connsiteX91" fmla="*/ 1610055 w 6506836"/>
              <a:gd name="connsiteY91" fmla="*/ 5673643 h 5753325"/>
              <a:gd name="connsiteX92" fmla="*/ 1437641 w 6506836"/>
              <a:gd name="connsiteY92" fmla="*/ 5723266 h 5753325"/>
              <a:gd name="connsiteX93" fmla="*/ 1332869 w 6506836"/>
              <a:gd name="connsiteY93" fmla="*/ 5744752 h 5753325"/>
              <a:gd name="connsiteX94" fmla="*/ 1290525 w 6506836"/>
              <a:gd name="connsiteY94" fmla="*/ 5740036 h 5753325"/>
              <a:gd name="connsiteX95" fmla="*/ 1233107 w 6506836"/>
              <a:gd name="connsiteY95" fmla="*/ 5742106 h 5753325"/>
              <a:gd name="connsiteX96" fmla="*/ 1214532 w 6506836"/>
              <a:gd name="connsiteY96" fmla="*/ 5753325 h 5753325"/>
              <a:gd name="connsiteX97" fmla="*/ 1199955 w 6506836"/>
              <a:gd name="connsiteY97" fmla="*/ 5744831 h 5753325"/>
              <a:gd name="connsiteX98" fmla="*/ 1162337 w 6506836"/>
              <a:gd name="connsiteY98" fmla="*/ 5738048 h 5753325"/>
              <a:gd name="connsiteX99" fmla="*/ 1053457 w 6506836"/>
              <a:gd name="connsiteY99" fmla="*/ 5688676 h 5753325"/>
              <a:gd name="connsiteX100" fmla="*/ 1025798 w 6506836"/>
              <a:gd name="connsiteY100" fmla="*/ 5673166 h 5753325"/>
              <a:gd name="connsiteX101" fmla="*/ 947900 w 6506836"/>
              <a:gd name="connsiteY101" fmla="*/ 5657848 h 5753325"/>
              <a:gd name="connsiteX102" fmla="*/ 815627 w 6506836"/>
              <a:gd name="connsiteY102" fmla="*/ 5642557 h 5753325"/>
              <a:gd name="connsiteX103" fmla="*/ 788251 w 6506836"/>
              <a:gd name="connsiteY103" fmla="*/ 5637065 h 5753325"/>
              <a:gd name="connsiteX104" fmla="*/ 767822 w 6506836"/>
              <a:gd name="connsiteY104" fmla="*/ 5623450 h 5753325"/>
              <a:gd name="connsiteX105" fmla="*/ 765791 w 6506836"/>
              <a:gd name="connsiteY105" fmla="*/ 5612539 h 5753325"/>
              <a:gd name="connsiteX106" fmla="*/ 751230 w 6506836"/>
              <a:gd name="connsiteY106" fmla="*/ 5608092 h 5753325"/>
              <a:gd name="connsiteX107" fmla="*/ 748008 w 6506836"/>
              <a:gd name="connsiteY107" fmla="*/ 5605052 h 5753325"/>
              <a:gd name="connsiteX108" fmla="*/ 728871 w 6506836"/>
              <a:gd name="connsiteY108" fmla="*/ 5589469 h 5753325"/>
              <a:gd name="connsiteX109" fmla="*/ 671898 w 6506836"/>
              <a:gd name="connsiteY109" fmla="*/ 5602363 h 5753325"/>
              <a:gd name="connsiteX110" fmla="*/ 615065 w 6506836"/>
              <a:gd name="connsiteY110" fmla="*/ 5580257 h 5753325"/>
              <a:gd name="connsiteX111" fmla="*/ 355785 w 6506836"/>
              <a:gd name="connsiteY111" fmla="*/ 5514383 h 5753325"/>
              <a:gd name="connsiteX112" fmla="*/ 102269 w 6506836"/>
              <a:gd name="connsiteY112" fmla="*/ 5524347 h 5753325"/>
              <a:gd name="connsiteX113" fmla="*/ 13160 w 6506836"/>
              <a:gd name="connsiteY113" fmla="*/ 5514159 h 5753325"/>
              <a:gd name="connsiteX114" fmla="*/ 0 w 6506836"/>
              <a:gd name="connsiteY114" fmla="*/ 5511735 h 5753325"/>
              <a:gd name="connsiteX115" fmla="*/ 0 w 6506836"/>
              <a:gd name="connsiteY115" fmla="*/ 0 h 5753325"/>
              <a:gd name="connsiteX0" fmla="*/ 0 w 6492864"/>
              <a:gd name="connsiteY0" fmla="*/ 0 h 5753325"/>
              <a:gd name="connsiteX1" fmla="*/ 6438980 w 6492864"/>
              <a:gd name="connsiteY1" fmla="*/ 0 h 5753325"/>
              <a:gd name="connsiteX2" fmla="*/ 6439047 w 6492864"/>
              <a:gd name="connsiteY2" fmla="*/ 147 h 5753325"/>
              <a:gd name="connsiteX3" fmla="*/ 6443456 w 6492864"/>
              <a:gd name="connsiteY3" fmla="*/ 130105 h 5753325"/>
              <a:gd name="connsiteX4" fmla="*/ 6447632 w 6492864"/>
              <a:gd name="connsiteY4" fmla="*/ 170016 h 5753325"/>
              <a:gd name="connsiteX5" fmla="*/ 6465936 w 6492864"/>
              <a:gd name="connsiteY5" fmla="*/ 274847 h 5753325"/>
              <a:gd name="connsiteX6" fmla="*/ 6488360 w 6492864"/>
              <a:gd name="connsiteY6" fmla="*/ 535865 h 5753325"/>
              <a:gd name="connsiteX7" fmla="*/ 6492864 w 6492864"/>
              <a:gd name="connsiteY7" fmla="*/ 615799 h 5753325"/>
              <a:gd name="connsiteX8" fmla="*/ 6459988 w 6492864"/>
              <a:gd name="connsiteY8" fmla="*/ 707628 h 5753325"/>
              <a:gd name="connsiteX9" fmla="*/ 6453989 w 6492864"/>
              <a:gd name="connsiteY9" fmla="*/ 711876 h 5753325"/>
              <a:gd name="connsiteX10" fmla="*/ 6453209 w 6492864"/>
              <a:gd name="connsiteY10" fmla="*/ 719127 h 5753325"/>
              <a:gd name="connsiteX11" fmla="*/ 6457662 w 6492864"/>
              <a:gd name="connsiteY11" fmla="*/ 723331 h 5753325"/>
              <a:gd name="connsiteX12" fmla="*/ 6447445 w 6492864"/>
              <a:gd name="connsiteY12" fmla="*/ 780003 h 5753325"/>
              <a:gd name="connsiteX13" fmla="*/ 6426552 w 6492864"/>
              <a:gd name="connsiteY13" fmla="*/ 845805 h 5753325"/>
              <a:gd name="connsiteX14" fmla="*/ 6434072 w 6492864"/>
              <a:gd name="connsiteY14" fmla="*/ 910733 h 5753325"/>
              <a:gd name="connsiteX15" fmla="*/ 6432570 w 6492864"/>
              <a:gd name="connsiteY15" fmla="*/ 983394 h 5753325"/>
              <a:gd name="connsiteX16" fmla="*/ 6431878 w 6492864"/>
              <a:gd name="connsiteY16" fmla="*/ 1026728 h 5753325"/>
              <a:gd name="connsiteX17" fmla="*/ 6414269 w 6492864"/>
              <a:gd name="connsiteY17" fmla="*/ 1151111 h 5753325"/>
              <a:gd name="connsiteX18" fmla="*/ 6371722 w 6492864"/>
              <a:gd name="connsiteY18" fmla="*/ 1318080 h 5753325"/>
              <a:gd name="connsiteX19" fmla="*/ 6356023 w 6492864"/>
              <a:gd name="connsiteY19" fmla="*/ 1356227 h 5753325"/>
              <a:gd name="connsiteX20" fmla="*/ 6356157 w 6492864"/>
              <a:gd name="connsiteY20" fmla="*/ 1361967 h 5753325"/>
              <a:gd name="connsiteX21" fmla="*/ 6350613 w 6492864"/>
              <a:gd name="connsiteY21" fmla="*/ 1393569 h 5753325"/>
              <a:gd name="connsiteX22" fmla="*/ 6357062 w 6492864"/>
              <a:gd name="connsiteY22" fmla="*/ 1444071 h 5753325"/>
              <a:gd name="connsiteX23" fmla="*/ 6364832 w 6492864"/>
              <a:gd name="connsiteY23" fmla="*/ 1478763 h 5753325"/>
              <a:gd name="connsiteX24" fmla="*/ 6369745 w 6492864"/>
              <a:gd name="connsiteY24" fmla="*/ 1495680 h 5753325"/>
              <a:gd name="connsiteX25" fmla="*/ 6370898 w 6492864"/>
              <a:gd name="connsiteY25" fmla="*/ 1513331 h 5753325"/>
              <a:gd name="connsiteX26" fmla="*/ 6368801 w 6492864"/>
              <a:gd name="connsiteY26" fmla="*/ 1527414 h 5753325"/>
              <a:gd name="connsiteX27" fmla="*/ 6359177 w 6492864"/>
              <a:gd name="connsiteY27" fmla="*/ 1639513 h 5753325"/>
              <a:gd name="connsiteX28" fmla="*/ 6299489 w 6492864"/>
              <a:gd name="connsiteY28" fmla="*/ 1784860 h 5753325"/>
              <a:gd name="connsiteX29" fmla="*/ 6267878 w 6492864"/>
              <a:gd name="connsiteY29" fmla="*/ 1858572 h 5753325"/>
              <a:gd name="connsiteX30" fmla="*/ 6251146 w 6492864"/>
              <a:gd name="connsiteY30" fmla="*/ 1926167 h 5753325"/>
              <a:gd name="connsiteX31" fmla="*/ 6210686 w 6492864"/>
              <a:gd name="connsiteY31" fmla="*/ 2014834 h 5753325"/>
              <a:gd name="connsiteX32" fmla="*/ 6106652 w 6492864"/>
              <a:gd name="connsiteY32" fmla="*/ 2150572 h 5753325"/>
              <a:gd name="connsiteX33" fmla="*/ 6097813 w 6492864"/>
              <a:gd name="connsiteY33" fmla="*/ 2172208 h 5753325"/>
              <a:gd name="connsiteX34" fmla="*/ 6095990 w 6492864"/>
              <a:gd name="connsiteY34" fmla="*/ 2181185 h 5753325"/>
              <a:gd name="connsiteX35" fmla="*/ 6090126 w 6492864"/>
              <a:gd name="connsiteY35" fmla="*/ 2192533 h 5753325"/>
              <a:gd name="connsiteX36" fmla="*/ 6089503 w 6492864"/>
              <a:gd name="connsiteY36" fmla="*/ 2192543 h 5753325"/>
              <a:gd name="connsiteX37" fmla="*/ 6084946 w 6492864"/>
              <a:gd name="connsiteY37" fmla="*/ 2203694 h 5753325"/>
              <a:gd name="connsiteX38" fmla="*/ 5987861 w 6492864"/>
              <a:gd name="connsiteY38" fmla="*/ 2304868 h 5753325"/>
              <a:gd name="connsiteX39" fmla="*/ 5973439 w 6492864"/>
              <a:gd name="connsiteY39" fmla="*/ 2385635 h 5753325"/>
              <a:gd name="connsiteX40" fmla="*/ 5916727 w 6492864"/>
              <a:gd name="connsiteY40" fmla="*/ 2458777 h 5753325"/>
              <a:gd name="connsiteX41" fmla="*/ 5856524 w 6492864"/>
              <a:gd name="connsiteY41" fmla="*/ 2583281 h 5753325"/>
              <a:gd name="connsiteX42" fmla="*/ 5838091 w 6492864"/>
              <a:gd name="connsiteY42" fmla="*/ 2753474 h 5753325"/>
              <a:gd name="connsiteX43" fmla="*/ 5777471 w 6492864"/>
              <a:gd name="connsiteY43" fmla="*/ 2901570 h 5753325"/>
              <a:gd name="connsiteX44" fmla="*/ 5723992 w 6492864"/>
              <a:gd name="connsiteY44" fmla="*/ 2998752 h 5753325"/>
              <a:gd name="connsiteX45" fmla="*/ 5557886 w 6492864"/>
              <a:gd name="connsiteY45" fmla="*/ 3329735 h 5753325"/>
              <a:gd name="connsiteX46" fmla="*/ 5471501 w 6492864"/>
              <a:gd name="connsiteY46" fmla="*/ 3462221 h 5753325"/>
              <a:gd name="connsiteX47" fmla="*/ 5465154 w 6492864"/>
              <a:gd name="connsiteY47" fmla="*/ 3541065 h 5753325"/>
              <a:gd name="connsiteX48" fmla="*/ 5437889 w 6492864"/>
              <a:gd name="connsiteY48" fmla="*/ 3559927 h 5753325"/>
              <a:gd name="connsiteX49" fmla="*/ 5432770 w 6492864"/>
              <a:gd name="connsiteY49" fmla="*/ 3562948 h 5753325"/>
              <a:gd name="connsiteX50" fmla="*/ 5406795 w 6492864"/>
              <a:gd name="connsiteY50" fmla="*/ 3578594 h 5753325"/>
              <a:gd name="connsiteX51" fmla="*/ 5381495 w 6492864"/>
              <a:gd name="connsiteY51" fmla="*/ 3599883 h 5753325"/>
              <a:gd name="connsiteX52" fmla="*/ 5363689 w 6492864"/>
              <a:gd name="connsiteY52" fmla="*/ 3633299 h 5753325"/>
              <a:gd name="connsiteX53" fmla="*/ 5291870 w 6492864"/>
              <a:gd name="connsiteY53" fmla="*/ 3799039 h 5753325"/>
              <a:gd name="connsiteX54" fmla="*/ 5241600 w 6492864"/>
              <a:gd name="connsiteY54" fmla="*/ 3894238 h 5753325"/>
              <a:gd name="connsiteX55" fmla="*/ 5211041 w 6492864"/>
              <a:gd name="connsiteY55" fmla="*/ 3924184 h 5753325"/>
              <a:gd name="connsiteX56" fmla="*/ 5176073 w 6492864"/>
              <a:gd name="connsiteY56" fmla="*/ 3970179 h 5753325"/>
              <a:gd name="connsiteX57" fmla="*/ 5172826 w 6492864"/>
              <a:gd name="connsiteY57" fmla="*/ 3991773 h 5753325"/>
              <a:gd name="connsiteX58" fmla="*/ 5157053 w 6492864"/>
              <a:gd name="connsiteY58" fmla="*/ 3997708 h 5753325"/>
              <a:gd name="connsiteX59" fmla="*/ 5127922 w 6492864"/>
              <a:gd name="connsiteY59" fmla="*/ 4022660 h 5753325"/>
              <a:gd name="connsiteX60" fmla="*/ 5020872 w 6492864"/>
              <a:gd name="connsiteY60" fmla="*/ 4075951 h 5753325"/>
              <a:gd name="connsiteX61" fmla="*/ 4991410 w 6492864"/>
              <a:gd name="connsiteY61" fmla="*/ 4087598 h 5753325"/>
              <a:gd name="connsiteX62" fmla="*/ 4930112 w 6492864"/>
              <a:gd name="connsiteY62" fmla="*/ 4138459 h 5753325"/>
              <a:gd name="connsiteX63" fmla="*/ 4834224 w 6492864"/>
              <a:gd name="connsiteY63" fmla="*/ 4231643 h 5753325"/>
              <a:gd name="connsiteX64" fmla="*/ 4812599 w 6492864"/>
              <a:gd name="connsiteY64" fmla="*/ 4249449 h 5753325"/>
              <a:gd name="connsiteX65" fmla="*/ 4789188 w 6492864"/>
              <a:gd name="connsiteY65" fmla="*/ 4256678 h 5753325"/>
              <a:gd name="connsiteX66" fmla="*/ 4779554 w 6492864"/>
              <a:gd name="connsiteY66" fmla="*/ 4251313 h 5753325"/>
              <a:gd name="connsiteX67" fmla="*/ 4766885 w 6492864"/>
              <a:gd name="connsiteY67" fmla="*/ 4259812 h 5753325"/>
              <a:gd name="connsiteX68" fmla="*/ 4762510 w 6492864"/>
              <a:gd name="connsiteY68" fmla="*/ 4260383 h 5753325"/>
              <a:gd name="connsiteX69" fmla="*/ 4738416 w 6492864"/>
              <a:gd name="connsiteY69" fmla="*/ 4265355 h 5753325"/>
              <a:gd name="connsiteX70" fmla="*/ 4712007 w 6492864"/>
              <a:gd name="connsiteY70" fmla="*/ 4317892 h 5753325"/>
              <a:gd name="connsiteX71" fmla="*/ 4658930 w 6492864"/>
              <a:gd name="connsiteY71" fmla="*/ 4348041 h 5753325"/>
              <a:gd name="connsiteX72" fmla="*/ 4443526 w 6492864"/>
              <a:gd name="connsiteY72" fmla="*/ 4507851 h 5753325"/>
              <a:gd name="connsiteX73" fmla="*/ 4289766 w 6492864"/>
              <a:gd name="connsiteY73" fmla="*/ 4711450 h 5753325"/>
              <a:gd name="connsiteX74" fmla="*/ 4150870 w 6492864"/>
              <a:gd name="connsiteY74" fmla="*/ 4818480 h 5753325"/>
              <a:gd name="connsiteX75" fmla="*/ 4006639 w 6492864"/>
              <a:gd name="connsiteY75" fmla="*/ 4933815 h 5753325"/>
              <a:gd name="connsiteX76" fmla="*/ 3298210 w 6492864"/>
              <a:gd name="connsiteY76" fmla="*/ 5070790 h 5753325"/>
              <a:gd name="connsiteX77" fmla="*/ 2947678 w 6492864"/>
              <a:gd name="connsiteY77" fmla="*/ 5117869 h 5753325"/>
              <a:gd name="connsiteX78" fmla="*/ 2822169 w 6492864"/>
              <a:gd name="connsiteY78" fmla="*/ 5129396 h 5753325"/>
              <a:gd name="connsiteX79" fmla="*/ 2538773 w 6492864"/>
              <a:gd name="connsiteY79" fmla="*/ 5313397 h 5753325"/>
              <a:gd name="connsiteX80" fmla="*/ 2014500 w 6492864"/>
              <a:gd name="connsiteY80" fmla="*/ 5519744 h 5753325"/>
              <a:gd name="connsiteX81" fmla="*/ 1934391 w 6492864"/>
              <a:gd name="connsiteY81" fmla="*/ 5591335 h 5753325"/>
              <a:gd name="connsiteX82" fmla="*/ 1892550 w 6492864"/>
              <a:gd name="connsiteY82" fmla="*/ 5649708 h 5753325"/>
              <a:gd name="connsiteX83" fmla="*/ 1854769 w 6492864"/>
              <a:gd name="connsiteY83" fmla="*/ 5647691 h 5753325"/>
              <a:gd name="connsiteX84" fmla="*/ 1809461 w 6492864"/>
              <a:gd name="connsiteY84" fmla="*/ 5648628 h 5753325"/>
              <a:gd name="connsiteX85" fmla="*/ 1745150 w 6492864"/>
              <a:gd name="connsiteY85" fmla="*/ 5693879 h 5753325"/>
              <a:gd name="connsiteX86" fmla="*/ 1713375 w 6492864"/>
              <a:gd name="connsiteY86" fmla="*/ 5684672 h 5753325"/>
              <a:gd name="connsiteX87" fmla="*/ 1707808 w 6492864"/>
              <a:gd name="connsiteY87" fmla="*/ 5682611 h 5753325"/>
              <a:gd name="connsiteX88" fmla="*/ 1679313 w 6492864"/>
              <a:gd name="connsiteY88" fmla="*/ 5672360 h 5753325"/>
              <a:gd name="connsiteX89" fmla="*/ 1646933 w 6492864"/>
              <a:gd name="connsiteY89" fmla="*/ 5666227 h 5753325"/>
              <a:gd name="connsiteX90" fmla="*/ 1610055 w 6492864"/>
              <a:gd name="connsiteY90" fmla="*/ 5673643 h 5753325"/>
              <a:gd name="connsiteX91" fmla="*/ 1437641 w 6492864"/>
              <a:gd name="connsiteY91" fmla="*/ 5723266 h 5753325"/>
              <a:gd name="connsiteX92" fmla="*/ 1332869 w 6492864"/>
              <a:gd name="connsiteY92" fmla="*/ 5744752 h 5753325"/>
              <a:gd name="connsiteX93" fmla="*/ 1290525 w 6492864"/>
              <a:gd name="connsiteY93" fmla="*/ 5740036 h 5753325"/>
              <a:gd name="connsiteX94" fmla="*/ 1233107 w 6492864"/>
              <a:gd name="connsiteY94" fmla="*/ 5742106 h 5753325"/>
              <a:gd name="connsiteX95" fmla="*/ 1214532 w 6492864"/>
              <a:gd name="connsiteY95" fmla="*/ 5753325 h 5753325"/>
              <a:gd name="connsiteX96" fmla="*/ 1199955 w 6492864"/>
              <a:gd name="connsiteY96" fmla="*/ 5744831 h 5753325"/>
              <a:gd name="connsiteX97" fmla="*/ 1162337 w 6492864"/>
              <a:gd name="connsiteY97" fmla="*/ 5738048 h 5753325"/>
              <a:gd name="connsiteX98" fmla="*/ 1053457 w 6492864"/>
              <a:gd name="connsiteY98" fmla="*/ 5688676 h 5753325"/>
              <a:gd name="connsiteX99" fmla="*/ 1025798 w 6492864"/>
              <a:gd name="connsiteY99" fmla="*/ 5673166 h 5753325"/>
              <a:gd name="connsiteX100" fmla="*/ 947900 w 6492864"/>
              <a:gd name="connsiteY100" fmla="*/ 5657848 h 5753325"/>
              <a:gd name="connsiteX101" fmla="*/ 815627 w 6492864"/>
              <a:gd name="connsiteY101" fmla="*/ 5642557 h 5753325"/>
              <a:gd name="connsiteX102" fmla="*/ 788251 w 6492864"/>
              <a:gd name="connsiteY102" fmla="*/ 5637065 h 5753325"/>
              <a:gd name="connsiteX103" fmla="*/ 767822 w 6492864"/>
              <a:gd name="connsiteY103" fmla="*/ 5623450 h 5753325"/>
              <a:gd name="connsiteX104" fmla="*/ 765791 w 6492864"/>
              <a:gd name="connsiteY104" fmla="*/ 5612539 h 5753325"/>
              <a:gd name="connsiteX105" fmla="*/ 751230 w 6492864"/>
              <a:gd name="connsiteY105" fmla="*/ 5608092 h 5753325"/>
              <a:gd name="connsiteX106" fmla="*/ 748008 w 6492864"/>
              <a:gd name="connsiteY106" fmla="*/ 5605052 h 5753325"/>
              <a:gd name="connsiteX107" fmla="*/ 728871 w 6492864"/>
              <a:gd name="connsiteY107" fmla="*/ 5589469 h 5753325"/>
              <a:gd name="connsiteX108" fmla="*/ 671898 w 6492864"/>
              <a:gd name="connsiteY108" fmla="*/ 5602363 h 5753325"/>
              <a:gd name="connsiteX109" fmla="*/ 615065 w 6492864"/>
              <a:gd name="connsiteY109" fmla="*/ 5580257 h 5753325"/>
              <a:gd name="connsiteX110" fmla="*/ 355785 w 6492864"/>
              <a:gd name="connsiteY110" fmla="*/ 5514383 h 5753325"/>
              <a:gd name="connsiteX111" fmla="*/ 102269 w 6492864"/>
              <a:gd name="connsiteY111" fmla="*/ 5524347 h 5753325"/>
              <a:gd name="connsiteX112" fmla="*/ 13160 w 6492864"/>
              <a:gd name="connsiteY112" fmla="*/ 5514159 h 5753325"/>
              <a:gd name="connsiteX113" fmla="*/ 0 w 6492864"/>
              <a:gd name="connsiteY113" fmla="*/ 5511735 h 5753325"/>
              <a:gd name="connsiteX114" fmla="*/ 0 w 6492864"/>
              <a:gd name="connsiteY114" fmla="*/ 0 h 5753325"/>
              <a:gd name="connsiteX0" fmla="*/ 0 w 6492864"/>
              <a:gd name="connsiteY0" fmla="*/ 0 h 5753325"/>
              <a:gd name="connsiteX1" fmla="*/ 6438980 w 6492864"/>
              <a:gd name="connsiteY1" fmla="*/ 0 h 5753325"/>
              <a:gd name="connsiteX2" fmla="*/ 6439047 w 6492864"/>
              <a:gd name="connsiteY2" fmla="*/ 147 h 5753325"/>
              <a:gd name="connsiteX3" fmla="*/ 6443456 w 6492864"/>
              <a:gd name="connsiteY3" fmla="*/ 130105 h 5753325"/>
              <a:gd name="connsiteX4" fmla="*/ 6447632 w 6492864"/>
              <a:gd name="connsiteY4" fmla="*/ 170016 h 5753325"/>
              <a:gd name="connsiteX5" fmla="*/ 6396598 w 6492864"/>
              <a:gd name="connsiteY5" fmla="*/ 274847 h 5753325"/>
              <a:gd name="connsiteX6" fmla="*/ 6488360 w 6492864"/>
              <a:gd name="connsiteY6" fmla="*/ 535865 h 5753325"/>
              <a:gd name="connsiteX7" fmla="*/ 6492864 w 6492864"/>
              <a:gd name="connsiteY7" fmla="*/ 615799 h 5753325"/>
              <a:gd name="connsiteX8" fmla="*/ 6459988 w 6492864"/>
              <a:gd name="connsiteY8" fmla="*/ 707628 h 5753325"/>
              <a:gd name="connsiteX9" fmla="*/ 6453989 w 6492864"/>
              <a:gd name="connsiteY9" fmla="*/ 711876 h 5753325"/>
              <a:gd name="connsiteX10" fmla="*/ 6453209 w 6492864"/>
              <a:gd name="connsiteY10" fmla="*/ 719127 h 5753325"/>
              <a:gd name="connsiteX11" fmla="*/ 6457662 w 6492864"/>
              <a:gd name="connsiteY11" fmla="*/ 723331 h 5753325"/>
              <a:gd name="connsiteX12" fmla="*/ 6447445 w 6492864"/>
              <a:gd name="connsiteY12" fmla="*/ 780003 h 5753325"/>
              <a:gd name="connsiteX13" fmla="*/ 6426552 w 6492864"/>
              <a:gd name="connsiteY13" fmla="*/ 845805 h 5753325"/>
              <a:gd name="connsiteX14" fmla="*/ 6434072 w 6492864"/>
              <a:gd name="connsiteY14" fmla="*/ 910733 h 5753325"/>
              <a:gd name="connsiteX15" fmla="*/ 6432570 w 6492864"/>
              <a:gd name="connsiteY15" fmla="*/ 983394 h 5753325"/>
              <a:gd name="connsiteX16" fmla="*/ 6431878 w 6492864"/>
              <a:gd name="connsiteY16" fmla="*/ 1026728 h 5753325"/>
              <a:gd name="connsiteX17" fmla="*/ 6414269 w 6492864"/>
              <a:gd name="connsiteY17" fmla="*/ 1151111 h 5753325"/>
              <a:gd name="connsiteX18" fmla="*/ 6371722 w 6492864"/>
              <a:gd name="connsiteY18" fmla="*/ 1318080 h 5753325"/>
              <a:gd name="connsiteX19" fmla="*/ 6356023 w 6492864"/>
              <a:gd name="connsiteY19" fmla="*/ 1356227 h 5753325"/>
              <a:gd name="connsiteX20" fmla="*/ 6356157 w 6492864"/>
              <a:gd name="connsiteY20" fmla="*/ 1361967 h 5753325"/>
              <a:gd name="connsiteX21" fmla="*/ 6350613 w 6492864"/>
              <a:gd name="connsiteY21" fmla="*/ 1393569 h 5753325"/>
              <a:gd name="connsiteX22" fmla="*/ 6357062 w 6492864"/>
              <a:gd name="connsiteY22" fmla="*/ 1444071 h 5753325"/>
              <a:gd name="connsiteX23" fmla="*/ 6364832 w 6492864"/>
              <a:gd name="connsiteY23" fmla="*/ 1478763 h 5753325"/>
              <a:gd name="connsiteX24" fmla="*/ 6369745 w 6492864"/>
              <a:gd name="connsiteY24" fmla="*/ 1495680 h 5753325"/>
              <a:gd name="connsiteX25" fmla="*/ 6370898 w 6492864"/>
              <a:gd name="connsiteY25" fmla="*/ 1513331 h 5753325"/>
              <a:gd name="connsiteX26" fmla="*/ 6368801 w 6492864"/>
              <a:gd name="connsiteY26" fmla="*/ 1527414 h 5753325"/>
              <a:gd name="connsiteX27" fmla="*/ 6359177 w 6492864"/>
              <a:gd name="connsiteY27" fmla="*/ 1639513 h 5753325"/>
              <a:gd name="connsiteX28" fmla="*/ 6299489 w 6492864"/>
              <a:gd name="connsiteY28" fmla="*/ 1784860 h 5753325"/>
              <a:gd name="connsiteX29" fmla="*/ 6267878 w 6492864"/>
              <a:gd name="connsiteY29" fmla="*/ 1858572 h 5753325"/>
              <a:gd name="connsiteX30" fmla="*/ 6251146 w 6492864"/>
              <a:gd name="connsiteY30" fmla="*/ 1926167 h 5753325"/>
              <a:gd name="connsiteX31" fmla="*/ 6210686 w 6492864"/>
              <a:gd name="connsiteY31" fmla="*/ 2014834 h 5753325"/>
              <a:gd name="connsiteX32" fmla="*/ 6106652 w 6492864"/>
              <a:gd name="connsiteY32" fmla="*/ 2150572 h 5753325"/>
              <a:gd name="connsiteX33" fmla="*/ 6097813 w 6492864"/>
              <a:gd name="connsiteY33" fmla="*/ 2172208 h 5753325"/>
              <a:gd name="connsiteX34" fmla="*/ 6095990 w 6492864"/>
              <a:gd name="connsiteY34" fmla="*/ 2181185 h 5753325"/>
              <a:gd name="connsiteX35" fmla="*/ 6090126 w 6492864"/>
              <a:gd name="connsiteY35" fmla="*/ 2192533 h 5753325"/>
              <a:gd name="connsiteX36" fmla="*/ 6089503 w 6492864"/>
              <a:gd name="connsiteY36" fmla="*/ 2192543 h 5753325"/>
              <a:gd name="connsiteX37" fmla="*/ 6084946 w 6492864"/>
              <a:gd name="connsiteY37" fmla="*/ 2203694 h 5753325"/>
              <a:gd name="connsiteX38" fmla="*/ 5987861 w 6492864"/>
              <a:gd name="connsiteY38" fmla="*/ 2304868 h 5753325"/>
              <a:gd name="connsiteX39" fmla="*/ 5973439 w 6492864"/>
              <a:gd name="connsiteY39" fmla="*/ 2385635 h 5753325"/>
              <a:gd name="connsiteX40" fmla="*/ 5916727 w 6492864"/>
              <a:gd name="connsiteY40" fmla="*/ 2458777 h 5753325"/>
              <a:gd name="connsiteX41" fmla="*/ 5856524 w 6492864"/>
              <a:gd name="connsiteY41" fmla="*/ 2583281 h 5753325"/>
              <a:gd name="connsiteX42" fmla="*/ 5838091 w 6492864"/>
              <a:gd name="connsiteY42" fmla="*/ 2753474 h 5753325"/>
              <a:gd name="connsiteX43" fmla="*/ 5777471 w 6492864"/>
              <a:gd name="connsiteY43" fmla="*/ 2901570 h 5753325"/>
              <a:gd name="connsiteX44" fmla="*/ 5723992 w 6492864"/>
              <a:gd name="connsiteY44" fmla="*/ 2998752 h 5753325"/>
              <a:gd name="connsiteX45" fmla="*/ 5557886 w 6492864"/>
              <a:gd name="connsiteY45" fmla="*/ 3329735 h 5753325"/>
              <a:gd name="connsiteX46" fmla="*/ 5471501 w 6492864"/>
              <a:gd name="connsiteY46" fmla="*/ 3462221 h 5753325"/>
              <a:gd name="connsiteX47" fmla="*/ 5465154 w 6492864"/>
              <a:gd name="connsiteY47" fmla="*/ 3541065 h 5753325"/>
              <a:gd name="connsiteX48" fmla="*/ 5437889 w 6492864"/>
              <a:gd name="connsiteY48" fmla="*/ 3559927 h 5753325"/>
              <a:gd name="connsiteX49" fmla="*/ 5432770 w 6492864"/>
              <a:gd name="connsiteY49" fmla="*/ 3562948 h 5753325"/>
              <a:gd name="connsiteX50" fmla="*/ 5406795 w 6492864"/>
              <a:gd name="connsiteY50" fmla="*/ 3578594 h 5753325"/>
              <a:gd name="connsiteX51" fmla="*/ 5381495 w 6492864"/>
              <a:gd name="connsiteY51" fmla="*/ 3599883 h 5753325"/>
              <a:gd name="connsiteX52" fmla="*/ 5363689 w 6492864"/>
              <a:gd name="connsiteY52" fmla="*/ 3633299 h 5753325"/>
              <a:gd name="connsiteX53" fmla="*/ 5291870 w 6492864"/>
              <a:gd name="connsiteY53" fmla="*/ 3799039 h 5753325"/>
              <a:gd name="connsiteX54" fmla="*/ 5241600 w 6492864"/>
              <a:gd name="connsiteY54" fmla="*/ 3894238 h 5753325"/>
              <a:gd name="connsiteX55" fmla="*/ 5211041 w 6492864"/>
              <a:gd name="connsiteY55" fmla="*/ 3924184 h 5753325"/>
              <a:gd name="connsiteX56" fmla="*/ 5176073 w 6492864"/>
              <a:gd name="connsiteY56" fmla="*/ 3970179 h 5753325"/>
              <a:gd name="connsiteX57" fmla="*/ 5172826 w 6492864"/>
              <a:gd name="connsiteY57" fmla="*/ 3991773 h 5753325"/>
              <a:gd name="connsiteX58" fmla="*/ 5157053 w 6492864"/>
              <a:gd name="connsiteY58" fmla="*/ 3997708 h 5753325"/>
              <a:gd name="connsiteX59" fmla="*/ 5127922 w 6492864"/>
              <a:gd name="connsiteY59" fmla="*/ 4022660 h 5753325"/>
              <a:gd name="connsiteX60" fmla="*/ 5020872 w 6492864"/>
              <a:gd name="connsiteY60" fmla="*/ 4075951 h 5753325"/>
              <a:gd name="connsiteX61" fmla="*/ 4991410 w 6492864"/>
              <a:gd name="connsiteY61" fmla="*/ 4087598 h 5753325"/>
              <a:gd name="connsiteX62" fmla="*/ 4930112 w 6492864"/>
              <a:gd name="connsiteY62" fmla="*/ 4138459 h 5753325"/>
              <a:gd name="connsiteX63" fmla="*/ 4834224 w 6492864"/>
              <a:gd name="connsiteY63" fmla="*/ 4231643 h 5753325"/>
              <a:gd name="connsiteX64" fmla="*/ 4812599 w 6492864"/>
              <a:gd name="connsiteY64" fmla="*/ 4249449 h 5753325"/>
              <a:gd name="connsiteX65" fmla="*/ 4789188 w 6492864"/>
              <a:gd name="connsiteY65" fmla="*/ 4256678 h 5753325"/>
              <a:gd name="connsiteX66" fmla="*/ 4779554 w 6492864"/>
              <a:gd name="connsiteY66" fmla="*/ 4251313 h 5753325"/>
              <a:gd name="connsiteX67" fmla="*/ 4766885 w 6492864"/>
              <a:gd name="connsiteY67" fmla="*/ 4259812 h 5753325"/>
              <a:gd name="connsiteX68" fmla="*/ 4762510 w 6492864"/>
              <a:gd name="connsiteY68" fmla="*/ 4260383 h 5753325"/>
              <a:gd name="connsiteX69" fmla="*/ 4738416 w 6492864"/>
              <a:gd name="connsiteY69" fmla="*/ 4265355 h 5753325"/>
              <a:gd name="connsiteX70" fmla="*/ 4712007 w 6492864"/>
              <a:gd name="connsiteY70" fmla="*/ 4317892 h 5753325"/>
              <a:gd name="connsiteX71" fmla="*/ 4658930 w 6492864"/>
              <a:gd name="connsiteY71" fmla="*/ 4348041 h 5753325"/>
              <a:gd name="connsiteX72" fmla="*/ 4443526 w 6492864"/>
              <a:gd name="connsiteY72" fmla="*/ 4507851 h 5753325"/>
              <a:gd name="connsiteX73" fmla="*/ 4289766 w 6492864"/>
              <a:gd name="connsiteY73" fmla="*/ 4711450 h 5753325"/>
              <a:gd name="connsiteX74" fmla="*/ 4150870 w 6492864"/>
              <a:gd name="connsiteY74" fmla="*/ 4818480 h 5753325"/>
              <a:gd name="connsiteX75" fmla="*/ 4006639 w 6492864"/>
              <a:gd name="connsiteY75" fmla="*/ 4933815 h 5753325"/>
              <a:gd name="connsiteX76" fmla="*/ 3298210 w 6492864"/>
              <a:gd name="connsiteY76" fmla="*/ 5070790 h 5753325"/>
              <a:gd name="connsiteX77" fmla="*/ 2947678 w 6492864"/>
              <a:gd name="connsiteY77" fmla="*/ 5117869 h 5753325"/>
              <a:gd name="connsiteX78" fmla="*/ 2822169 w 6492864"/>
              <a:gd name="connsiteY78" fmla="*/ 5129396 h 5753325"/>
              <a:gd name="connsiteX79" fmla="*/ 2538773 w 6492864"/>
              <a:gd name="connsiteY79" fmla="*/ 5313397 h 5753325"/>
              <a:gd name="connsiteX80" fmla="*/ 2014500 w 6492864"/>
              <a:gd name="connsiteY80" fmla="*/ 5519744 h 5753325"/>
              <a:gd name="connsiteX81" fmla="*/ 1934391 w 6492864"/>
              <a:gd name="connsiteY81" fmla="*/ 5591335 h 5753325"/>
              <a:gd name="connsiteX82" fmla="*/ 1892550 w 6492864"/>
              <a:gd name="connsiteY82" fmla="*/ 5649708 h 5753325"/>
              <a:gd name="connsiteX83" fmla="*/ 1854769 w 6492864"/>
              <a:gd name="connsiteY83" fmla="*/ 5647691 h 5753325"/>
              <a:gd name="connsiteX84" fmla="*/ 1809461 w 6492864"/>
              <a:gd name="connsiteY84" fmla="*/ 5648628 h 5753325"/>
              <a:gd name="connsiteX85" fmla="*/ 1745150 w 6492864"/>
              <a:gd name="connsiteY85" fmla="*/ 5693879 h 5753325"/>
              <a:gd name="connsiteX86" fmla="*/ 1713375 w 6492864"/>
              <a:gd name="connsiteY86" fmla="*/ 5684672 h 5753325"/>
              <a:gd name="connsiteX87" fmla="*/ 1707808 w 6492864"/>
              <a:gd name="connsiteY87" fmla="*/ 5682611 h 5753325"/>
              <a:gd name="connsiteX88" fmla="*/ 1679313 w 6492864"/>
              <a:gd name="connsiteY88" fmla="*/ 5672360 h 5753325"/>
              <a:gd name="connsiteX89" fmla="*/ 1646933 w 6492864"/>
              <a:gd name="connsiteY89" fmla="*/ 5666227 h 5753325"/>
              <a:gd name="connsiteX90" fmla="*/ 1610055 w 6492864"/>
              <a:gd name="connsiteY90" fmla="*/ 5673643 h 5753325"/>
              <a:gd name="connsiteX91" fmla="*/ 1437641 w 6492864"/>
              <a:gd name="connsiteY91" fmla="*/ 5723266 h 5753325"/>
              <a:gd name="connsiteX92" fmla="*/ 1332869 w 6492864"/>
              <a:gd name="connsiteY92" fmla="*/ 5744752 h 5753325"/>
              <a:gd name="connsiteX93" fmla="*/ 1290525 w 6492864"/>
              <a:gd name="connsiteY93" fmla="*/ 5740036 h 5753325"/>
              <a:gd name="connsiteX94" fmla="*/ 1233107 w 6492864"/>
              <a:gd name="connsiteY94" fmla="*/ 5742106 h 5753325"/>
              <a:gd name="connsiteX95" fmla="*/ 1214532 w 6492864"/>
              <a:gd name="connsiteY95" fmla="*/ 5753325 h 5753325"/>
              <a:gd name="connsiteX96" fmla="*/ 1199955 w 6492864"/>
              <a:gd name="connsiteY96" fmla="*/ 5744831 h 5753325"/>
              <a:gd name="connsiteX97" fmla="*/ 1162337 w 6492864"/>
              <a:gd name="connsiteY97" fmla="*/ 5738048 h 5753325"/>
              <a:gd name="connsiteX98" fmla="*/ 1053457 w 6492864"/>
              <a:gd name="connsiteY98" fmla="*/ 5688676 h 5753325"/>
              <a:gd name="connsiteX99" fmla="*/ 1025798 w 6492864"/>
              <a:gd name="connsiteY99" fmla="*/ 5673166 h 5753325"/>
              <a:gd name="connsiteX100" fmla="*/ 947900 w 6492864"/>
              <a:gd name="connsiteY100" fmla="*/ 5657848 h 5753325"/>
              <a:gd name="connsiteX101" fmla="*/ 815627 w 6492864"/>
              <a:gd name="connsiteY101" fmla="*/ 5642557 h 5753325"/>
              <a:gd name="connsiteX102" fmla="*/ 788251 w 6492864"/>
              <a:gd name="connsiteY102" fmla="*/ 5637065 h 5753325"/>
              <a:gd name="connsiteX103" fmla="*/ 767822 w 6492864"/>
              <a:gd name="connsiteY103" fmla="*/ 5623450 h 5753325"/>
              <a:gd name="connsiteX104" fmla="*/ 765791 w 6492864"/>
              <a:gd name="connsiteY104" fmla="*/ 5612539 h 5753325"/>
              <a:gd name="connsiteX105" fmla="*/ 751230 w 6492864"/>
              <a:gd name="connsiteY105" fmla="*/ 5608092 h 5753325"/>
              <a:gd name="connsiteX106" fmla="*/ 748008 w 6492864"/>
              <a:gd name="connsiteY106" fmla="*/ 5605052 h 5753325"/>
              <a:gd name="connsiteX107" fmla="*/ 728871 w 6492864"/>
              <a:gd name="connsiteY107" fmla="*/ 5589469 h 5753325"/>
              <a:gd name="connsiteX108" fmla="*/ 671898 w 6492864"/>
              <a:gd name="connsiteY108" fmla="*/ 5602363 h 5753325"/>
              <a:gd name="connsiteX109" fmla="*/ 615065 w 6492864"/>
              <a:gd name="connsiteY109" fmla="*/ 5580257 h 5753325"/>
              <a:gd name="connsiteX110" fmla="*/ 355785 w 6492864"/>
              <a:gd name="connsiteY110" fmla="*/ 5514383 h 5753325"/>
              <a:gd name="connsiteX111" fmla="*/ 102269 w 6492864"/>
              <a:gd name="connsiteY111" fmla="*/ 5524347 h 5753325"/>
              <a:gd name="connsiteX112" fmla="*/ 13160 w 6492864"/>
              <a:gd name="connsiteY112" fmla="*/ 5514159 h 5753325"/>
              <a:gd name="connsiteX113" fmla="*/ 0 w 6492864"/>
              <a:gd name="connsiteY113" fmla="*/ 5511735 h 5753325"/>
              <a:gd name="connsiteX114" fmla="*/ 0 w 6492864"/>
              <a:gd name="connsiteY114" fmla="*/ 0 h 5753325"/>
              <a:gd name="connsiteX0" fmla="*/ 0 w 6492864"/>
              <a:gd name="connsiteY0" fmla="*/ 0 h 5753325"/>
              <a:gd name="connsiteX1" fmla="*/ 6438980 w 6492864"/>
              <a:gd name="connsiteY1" fmla="*/ 0 h 5753325"/>
              <a:gd name="connsiteX2" fmla="*/ 6439047 w 6492864"/>
              <a:gd name="connsiteY2" fmla="*/ 147 h 5753325"/>
              <a:gd name="connsiteX3" fmla="*/ 6443456 w 6492864"/>
              <a:gd name="connsiteY3" fmla="*/ 130105 h 5753325"/>
              <a:gd name="connsiteX4" fmla="*/ 6447632 w 6492864"/>
              <a:gd name="connsiteY4" fmla="*/ 170016 h 5753325"/>
              <a:gd name="connsiteX5" fmla="*/ 6396598 w 6492864"/>
              <a:gd name="connsiteY5" fmla="*/ 274847 h 5753325"/>
              <a:gd name="connsiteX6" fmla="*/ 6375685 w 6492864"/>
              <a:gd name="connsiteY6" fmla="*/ 535865 h 5753325"/>
              <a:gd name="connsiteX7" fmla="*/ 6492864 w 6492864"/>
              <a:gd name="connsiteY7" fmla="*/ 615799 h 5753325"/>
              <a:gd name="connsiteX8" fmla="*/ 6459988 w 6492864"/>
              <a:gd name="connsiteY8" fmla="*/ 707628 h 5753325"/>
              <a:gd name="connsiteX9" fmla="*/ 6453989 w 6492864"/>
              <a:gd name="connsiteY9" fmla="*/ 711876 h 5753325"/>
              <a:gd name="connsiteX10" fmla="*/ 6453209 w 6492864"/>
              <a:gd name="connsiteY10" fmla="*/ 719127 h 5753325"/>
              <a:gd name="connsiteX11" fmla="*/ 6457662 w 6492864"/>
              <a:gd name="connsiteY11" fmla="*/ 723331 h 5753325"/>
              <a:gd name="connsiteX12" fmla="*/ 6447445 w 6492864"/>
              <a:gd name="connsiteY12" fmla="*/ 780003 h 5753325"/>
              <a:gd name="connsiteX13" fmla="*/ 6426552 w 6492864"/>
              <a:gd name="connsiteY13" fmla="*/ 845805 h 5753325"/>
              <a:gd name="connsiteX14" fmla="*/ 6434072 w 6492864"/>
              <a:gd name="connsiteY14" fmla="*/ 910733 h 5753325"/>
              <a:gd name="connsiteX15" fmla="*/ 6432570 w 6492864"/>
              <a:gd name="connsiteY15" fmla="*/ 983394 h 5753325"/>
              <a:gd name="connsiteX16" fmla="*/ 6431878 w 6492864"/>
              <a:gd name="connsiteY16" fmla="*/ 1026728 h 5753325"/>
              <a:gd name="connsiteX17" fmla="*/ 6414269 w 6492864"/>
              <a:gd name="connsiteY17" fmla="*/ 1151111 h 5753325"/>
              <a:gd name="connsiteX18" fmla="*/ 6371722 w 6492864"/>
              <a:gd name="connsiteY18" fmla="*/ 1318080 h 5753325"/>
              <a:gd name="connsiteX19" fmla="*/ 6356023 w 6492864"/>
              <a:gd name="connsiteY19" fmla="*/ 1356227 h 5753325"/>
              <a:gd name="connsiteX20" fmla="*/ 6356157 w 6492864"/>
              <a:gd name="connsiteY20" fmla="*/ 1361967 h 5753325"/>
              <a:gd name="connsiteX21" fmla="*/ 6350613 w 6492864"/>
              <a:gd name="connsiteY21" fmla="*/ 1393569 h 5753325"/>
              <a:gd name="connsiteX22" fmla="*/ 6357062 w 6492864"/>
              <a:gd name="connsiteY22" fmla="*/ 1444071 h 5753325"/>
              <a:gd name="connsiteX23" fmla="*/ 6364832 w 6492864"/>
              <a:gd name="connsiteY23" fmla="*/ 1478763 h 5753325"/>
              <a:gd name="connsiteX24" fmla="*/ 6369745 w 6492864"/>
              <a:gd name="connsiteY24" fmla="*/ 1495680 h 5753325"/>
              <a:gd name="connsiteX25" fmla="*/ 6370898 w 6492864"/>
              <a:gd name="connsiteY25" fmla="*/ 1513331 h 5753325"/>
              <a:gd name="connsiteX26" fmla="*/ 6368801 w 6492864"/>
              <a:gd name="connsiteY26" fmla="*/ 1527414 h 5753325"/>
              <a:gd name="connsiteX27" fmla="*/ 6359177 w 6492864"/>
              <a:gd name="connsiteY27" fmla="*/ 1639513 h 5753325"/>
              <a:gd name="connsiteX28" fmla="*/ 6299489 w 6492864"/>
              <a:gd name="connsiteY28" fmla="*/ 1784860 h 5753325"/>
              <a:gd name="connsiteX29" fmla="*/ 6267878 w 6492864"/>
              <a:gd name="connsiteY29" fmla="*/ 1858572 h 5753325"/>
              <a:gd name="connsiteX30" fmla="*/ 6251146 w 6492864"/>
              <a:gd name="connsiteY30" fmla="*/ 1926167 h 5753325"/>
              <a:gd name="connsiteX31" fmla="*/ 6210686 w 6492864"/>
              <a:gd name="connsiteY31" fmla="*/ 2014834 h 5753325"/>
              <a:gd name="connsiteX32" fmla="*/ 6106652 w 6492864"/>
              <a:gd name="connsiteY32" fmla="*/ 2150572 h 5753325"/>
              <a:gd name="connsiteX33" fmla="*/ 6097813 w 6492864"/>
              <a:gd name="connsiteY33" fmla="*/ 2172208 h 5753325"/>
              <a:gd name="connsiteX34" fmla="*/ 6095990 w 6492864"/>
              <a:gd name="connsiteY34" fmla="*/ 2181185 h 5753325"/>
              <a:gd name="connsiteX35" fmla="*/ 6090126 w 6492864"/>
              <a:gd name="connsiteY35" fmla="*/ 2192533 h 5753325"/>
              <a:gd name="connsiteX36" fmla="*/ 6089503 w 6492864"/>
              <a:gd name="connsiteY36" fmla="*/ 2192543 h 5753325"/>
              <a:gd name="connsiteX37" fmla="*/ 6084946 w 6492864"/>
              <a:gd name="connsiteY37" fmla="*/ 2203694 h 5753325"/>
              <a:gd name="connsiteX38" fmla="*/ 5987861 w 6492864"/>
              <a:gd name="connsiteY38" fmla="*/ 2304868 h 5753325"/>
              <a:gd name="connsiteX39" fmla="*/ 5973439 w 6492864"/>
              <a:gd name="connsiteY39" fmla="*/ 2385635 h 5753325"/>
              <a:gd name="connsiteX40" fmla="*/ 5916727 w 6492864"/>
              <a:gd name="connsiteY40" fmla="*/ 2458777 h 5753325"/>
              <a:gd name="connsiteX41" fmla="*/ 5856524 w 6492864"/>
              <a:gd name="connsiteY41" fmla="*/ 2583281 h 5753325"/>
              <a:gd name="connsiteX42" fmla="*/ 5838091 w 6492864"/>
              <a:gd name="connsiteY42" fmla="*/ 2753474 h 5753325"/>
              <a:gd name="connsiteX43" fmla="*/ 5777471 w 6492864"/>
              <a:gd name="connsiteY43" fmla="*/ 2901570 h 5753325"/>
              <a:gd name="connsiteX44" fmla="*/ 5723992 w 6492864"/>
              <a:gd name="connsiteY44" fmla="*/ 2998752 h 5753325"/>
              <a:gd name="connsiteX45" fmla="*/ 5557886 w 6492864"/>
              <a:gd name="connsiteY45" fmla="*/ 3329735 h 5753325"/>
              <a:gd name="connsiteX46" fmla="*/ 5471501 w 6492864"/>
              <a:gd name="connsiteY46" fmla="*/ 3462221 h 5753325"/>
              <a:gd name="connsiteX47" fmla="*/ 5465154 w 6492864"/>
              <a:gd name="connsiteY47" fmla="*/ 3541065 h 5753325"/>
              <a:gd name="connsiteX48" fmla="*/ 5437889 w 6492864"/>
              <a:gd name="connsiteY48" fmla="*/ 3559927 h 5753325"/>
              <a:gd name="connsiteX49" fmla="*/ 5432770 w 6492864"/>
              <a:gd name="connsiteY49" fmla="*/ 3562948 h 5753325"/>
              <a:gd name="connsiteX50" fmla="*/ 5406795 w 6492864"/>
              <a:gd name="connsiteY50" fmla="*/ 3578594 h 5753325"/>
              <a:gd name="connsiteX51" fmla="*/ 5381495 w 6492864"/>
              <a:gd name="connsiteY51" fmla="*/ 3599883 h 5753325"/>
              <a:gd name="connsiteX52" fmla="*/ 5363689 w 6492864"/>
              <a:gd name="connsiteY52" fmla="*/ 3633299 h 5753325"/>
              <a:gd name="connsiteX53" fmla="*/ 5291870 w 6492864"/>
              <a:gd name="connsiteY53" fmla="*/ 3799039 h 5753325"/>
              <a:gd name="connsiteX54" fmla="*/ 5241600 w 6492864"/>
              <a:gd name="connsiteY54" fmla="*/ 3894238 h 5753325"/>
              <a:gd name="connsiteX55" fmla="*/ 5211041 w 6492864"/>
              <a:gd name="connsiteY55" fmla="*/ 3924184 h 5753325"/>
              <a:gd name="connsiteX56" fmla="*/ 5176073 w 6492864"/>
              <a:gd name="connsiteY56" fmla="*/ 3970179 h 5753325"/>
              <a:gd name="connsiteX57" fmla="*/ 5172826 w 6492864"/>
              <a:gd name="connsiteY57" fmla="*/ 3991773 h 5753325"/>
              <a:gd name="connsiteX58" fmla="*/ 5157053 w 6492864"/>
              <a:gd name="connsiteY58" fmla="*/ 3997708 h 5753325"/>
              <a:gd name="connsiteX59" fmla="*/ 5127922 w 6492864"/>
              <a:gd name="connsiteY59" fmla="*/ 4022660 h 5753325"/>
              <a:gd name="connsiteX60" fmla="*/ 5020872 w 6492864"/>
              <a:gd name="connsiteY60" fmla="*/ 4075951 h 5753325"/>
              <a:gd name="connsiteX61" fmla="*/ 4991410 w 6492864"/>
              <a:gd name="connsiteY61" fmla="*/ 4087598 h 5753325"/>
              <a:gd name="connsiteX62" fmla="*/ 4930112 w 6492864"/>
              <a:gd name="connsiteY62" fmla="*/ 4138459 h 5753325"/>
              <a:gd name="connsiteX63" fmla="*/ 4834224 w 6492864"/>
              <a:gd name="connsiteY63" fmla="*/ 4231643 h 5753325"/>
              <a:gd name="connsiteX64" fmla="*/ 4812599 w 6492864"/>
              <a:gd name="connsiteY64" fmla="*/ 4249449 h 5753325"/>
              <a:gd name="connsiteX65" fmla="*/ 4789188 w 6492864"/>
              <a:gd name="connsiteY65" fmla="*/ 4256678 h 5753325"/>
              <a:gd name="connsiteX66" fmla="*/ 4779554 w 6492864"/>
              <a:gd name="connsiteY66" fmla="*/ 4251313 h 5753325"/>
              <a:gd name="connsiteX67" fmla="*/ 4766885 w 6492864"/>
              <a:gd name="connsiteY67" fmla="*/ 4259812 h 5753325"/>
              <a:gd name="connsiteX68" fmla="*/ 4762510 w 6492864"/>
              <a:gd name="connsiteY68" fmla="*/ 4260383 h 5753325"/>
              <a:gd name="connsiteX69" fmla="*/ 4738416 w 6492864"/>
              <a:gd name="connsiteY69" fmla="*/ 4265355 h 5753325"/>
              <a:gd name="connsiteX70" fmla="*/ 4712007 w 6492864"/>
              <a:gd name="connsiteY70" fmla="*/ 4317892 h 5753325"/>
              <a:gd name="connsiteX71" fmla="*/ 4658930 w 6492864"/>
              <a:gd name="connsiteY71" fmla="*/ 4348041 h 5753325"/>
              <a:gd name="connsiteX72" fmla="*/ 4443526 w 6492864"/>
              <a:gd name="connsiteY72" fmla="*/ 4507851 h 5753325"/>
              <a:gd name="connsiteX73" fmla="*/ 4289766 w 6492864"/>
              <a:gd name="connsiteY73" fmla="*/ 4711450 h 5753325"/>
              <a:gd name="connsiteX74" fmla="*/ 4150870 w 6492864"/>
              <a:gd name="connsiteY74" fmla="*/ 4818480 h 5753325"/>
              <a:gd name="connsiteX75" fmla="*/ 4006639 w 6492864"/>
              <a:gd name="connsiteY75" fmla="*/ 4933815 h 5753325"/>
              <a:gd name="connsiteX76" fmla="*/ 3298210 w 6492864"/>
              <a:gd name="connsiteY76" fmla="*/ 5070790 h 5753325"/>
              <a:gd name="connsiteX77" fmla="*/ 2947678 w 6492864"/>
              <a:gd name="connsiteY77" fmla="*/ 5117869 h 5753325"/>
              <a:gd name="connsiteX78" fmla="*/ 2822169 w 6492864"/>
              <a:gd name="connsiteY78" fmla="*/ 5129396 h 5753325"/>
              <a:gd name="connsiteX79" fmla="*/ 2538773 w 6492864"/>
              <a:gd name="connsiteY79" fmla="*/ 5313397 h 5753325"/>
              <a:gd name="connsiteX80" fmla="*/ 2014500 w 6492864"/>
              <a:gd name="connsiteY80" fmla="*/ 5519744 h 5753325"/>
              <a:gd name="connsiteX81" fmla="*/ 1934391 w 6492864"/>
              <a:gd name="connsiteY81" fmla="*/ 5591335 h 5753325"/>
              <a:gd name="connsiteX82" fmla="*/ 1892550 w 6492864"/>
              <a:gd name="connsiteY82" fmla="*/ 5649708 h 5753325"/>
              <a:gd name="connsiteX83" fmla="*/ 1854769 w 6492864"/>
              <a:gd name="connsiteY83" fmla="*/ 5647691 h 5753325"/>
              <a:gd name="connsiteX84" fmla="*/ 1809461 w 6492864"/>
              <a:gd name="connsiteY84" fmla="*/ 5648628 h 5753325"/>
              <a:gd name="connsiteX85" fmla="*/ 1745150 w 6492864"/>
              <a:gd name="connsiteY85" fmla="*/ 5693879 h 5753325"/>
              <a:gd name="connsiteX86" fmla="*/ 1713375 w 6492864"/>
              <a:gd name="connsiteY86" fmla="*/ 5684672 h 5753325"/>
              <a:gd name="connsiteX87" fmla="*/ 1707808 w 6492864"/>
              <a:gd name="connsiteY87" fmla="*/ 5682611 h 5753325"/>
              <a:gd name="connsiteX88" fmla="*/ 1679313 w 6492864"/>
              <a:gd name="connsiteY88" fmla="*/ 5672360 h 5753325"/>
              <a:gd name="connsiteX89" fmla="*/ 1646933 w 6492864"/>
              <a:gd name="connsiteY89" fmla="*/ 5666227 h 5753325"/>
              <a:gd name="connsiteX90" fmla="*/ 1610055 w 6492864"/>
              <a:gd name="connsiteY90" fmla="*/ 5673643 h 5753325"/>
              <a:gd name="connsiteX91" fmla="*/ 1437641 w 6492864"/>
              <a:gd name="connsiteY91" fmla="*/ 5723266 h 5753325"/>
              <a:gd name="connsiteX92" fmla="*/ 1332869 w 6492864"/>
              <a:gd name="connsiteY92" fmla="*/ 5744752 h 5753325"/>
              <a:gd name="connsiteX93" fmla="*/ 1290525 w 6492864"/>
              <a:gd name="connsiteY93" fmla="*/ 5740036 h 5753325"/>
              <a:gd name="connsiteX94" fmla="*/ 1233107 w 6492864"/>
              <a:gd name="connsiteY94" fmla="*/ 5742106 h 5753325"/>
              <a:gd name="connsiteX95" fmla="*/ 1214532 w 6492864"/>
              <a:gd name="connsiteY95" fmla="*/ 5753325 h 5753325"/>
              <a:gd name="connsiteX96" fmla="*/ 1199955 w 6492864"/>
              <a:gd name="connsiteY96" fmla="*/ 5744831 h 5753325"/>
              <a:gd name="connsiteX97" fmla="*/ 1162337 w 6492864"/>
              <a:gd name="connsiteY97" fmla="*/ 5738048 h 5753325"/>
              <a:gd name="connsiteX98" fmla="*/ 1053457 w 6492864"/>
              <a:gd name="connsiteY98" fmla="*/ 5688676 h 5753325"/>
              <a:gd name="connsiteX99" fmla="*/ 1025798 w 6492864"/>
              <a:gd name="connsiteY99" fmla="*/ 5673166 h 5753325"/>
              <a:gd name="connsiteX100" fmla="*/ 947900 w 6492864"/>
              <a:gd name="connsiteY100" fmla="*/ 5657848 h 5753325"/>
              <a:gd name="connsiteX101" fmla="*/ 815627 w 6492864"/>
              <a:gd name="connsiteY101" fmla="*/ 5642557 h 5753325"/>
              <a:gd name="connsiteX102" fmla="*/ 788251 w 6492864"/>
              <a:gd name="connsiteY102" fmla="*/ 5637065 h 5753325"/>
              <a:gd name="connsiteX103" fmla="*/ 767822 w 6492864"/>
              <a:gd name="connsiteY103" fmla="*/ 5623450 h 5753325"/>
              <a:gd name="connsiteX104" fmla="*/ 765791 w 6492864"/>
              <a:gd name="connsiteY104" fmla="*/ 5612539 h 5753325"/>
              <a:gd name="connsiteX105" fmla="*/ 751230 w 6492864"/>
              <a:gd name="connsiteY105" fmla="*/ 5608092 h 5753325"/>
              <a:gd name="connsiteX106" fmla="*/ 748008 w 6492864"/>
              <a:gd name="connsiteY106" fmla="*/ 5605052 h 5753325"/>
              <a:gd name="connsiteX107" fmla="*/ 728871 w 6492864"/>
              <a:gd name="connsiteY107" fmla="*/ 5589469 h 5753325"/>
              <a:gd name="connsiteX108" fmla="*/ 671898 w 6492864"/>
              <a:gd name="connsiteY108" fmla="*/ 5602363 h 5753325"/>
              <a:gd name="connsiteX109" fmla="*/ 615065 w 6492864"/>
              <a:gd name="connsiteY109" fmla="*/ 5580257 h 5753325"/>
              <a:gd name="connsiteX110" fmla="*/ 355785 w 6492864"/>
              <a:gd name="connsiteY110" fmla="*/ 5514383 h 5753325"/>
              <a:gd name="connsiteX111" fmla="*/ 102269 w 6492864"/>
              <a:gd name="connsiteY111" fmla="*/ 5524347 h 5753325"/>
              <a:gd name="connsiteX112" fmla="*/ 13160 w 6492864"/>
              <a:gd name="connsiteY112" fmla="*/ 5514159 h 5753325"/>
              <a:gd name="connsiteX113" fmla="*/ 0 w 6492864"/>
              <a:gd name="connsiteY113" fmla="*/ 5511735 h 5753325"/>
              <a:gd name="connsiteX114" fmla="*/ 0 w 6492864"/>
              <a:gd name="connsiteY114" fmla="*/ 0 h 5753325"/>
              <a:gd name="connsiteX0" fmla="*/ 0 w 6462955"/>
              <a:gd name="connsiteY0" fmla="*/ 0 h 5753325"/>
              <a:gd name="connsiteX1" fmla="*/ 6438980 w 6462955"/>
              <a:gd name="connsiteY1" fmla="*/ 0 h 5753325"/>
              <a:gd name="connsiteX2" fmla="*/ 6439047 w 6462955"/>
              <a:gd name="connsiteY2" fmla="*/ 147 h 5753325"/>
              <a:gd name="connsiteX3" fmla="*/ 6443456 w 6462955"/>
              <a:gd name="connsiteY3" fmla="*/ 130105 h 5753325"/>
              <a:gd name="connsiteX4" fmla="*/ 6447632 w 6462955"/>
              <a:gd name="connsiteY4" fmla="*/ 170016 h 5753325"/>
              <a:gd name="connsiteX5" fmla="*/ 6396598 w 6462955"/>
              <a:gd name="connsiteY5" fmla="*/ 274847 h 5753325"/>
              <a:gd name="connsiteX6" fmla="*/ 6375685 w 6462955"/>
              <a:gd name="connsiteY6" fmla="*/ 535865 h 5753325"/>
              <a:gd name="connsiteX7" fmla="*/ 6354187 w 6462955"/>
              <a:gd name="connsiteY7" fmla="*/ 615799 h 5753325"/>
              <a:gd name="connsiteX8" fmla="*/ 6459988 w 6462955"/>
              <a:gd name="connsiteY8" fmla="*/ 707628 h 5753325"/>
              <a:gd name="connsiteX9" fmla="*/ 6453989 w 6462955"/>
              <a:gd name="connsiteY9" fmla="*/ 711876 h 5753325"/>
              <a:gd name="connsiteX10" fmla="*/ 6453209 w 6462955"/>
              <a:gd name="connsiteY10" fmla="*/ 719127 h 5753325"/>
              <a:gd name="connsiteX11" fmla="*/ 6457662 w 6462955"/>
              <a:gd name="connsiteY11" fmla="*/ 723331 h 5753325"/>
              <a:gd name="connsiteX12" fmla="*/ 6447445 w 6462955"/>
              <a:gd name="connsiteY12" fmla="*/ 780003 h 5753325"/>
              <a:gd name="connsiteX13" fmla="*/ 6426552 w 6462955"/>
              <a:gd name="connsiteY13" fmla="*/ 845805 h 5753325"/>
              <a:gd name="connsiteX14" fmla="*/ 6434072 w 6462955"/>
              <a:gd name="connsiteY14" fmla="*/ 910733 h 5753325"/>
              <a:gd name="connsiteX15" fmla="*/ 6432570 w 6462955"/>
              <a:gd name="connsiteY15" fmla="*/ 983394 h 5753325"/>
              <a:gd name="connsiteX16" fmla="*/ 6431878 w 6462955"/>
              <a:gd name="connsiteY16" fmla="*/ 1026728 h 5753325"/>
              <a:gd name="connsiteX17" fmla="*/ 6414269 w 6462955"/>
              <a:gd name="connsiteY17" fmla="*/ 1151111 h 5753325"/>
              <a:gd name="connsiteX18" fmla="*/ 6371722 w 6462955"/>
              <a:gd name="connsiteY18" fmla="*/ 1318080 h 5753325"/>
              <a:gd name="connsiteX19" fmla="*/ 6356023 w 6462955"/>
              <a:gd name="connsiteY19" fmla="*/ 1356227 h 5753325"/>
              <a:gd name="connsiteX20" fmla="*/ 6356157 w 6462955"/>
              <a:gd name="connsiteY20" fmla="*/ 1361967 h 5753325"/>
              <a:gd name="connsiteX21" fmla="*/ 6350613 w 6462955"/>
              <a:gd name="connsiteY21" fmla="*/ 1393569 h 5753325"/>
              <a:gd name="connsiteX22" fmla="*/ 6357062 w 6462955"/>
              <a:gd name="connsiteY22" fmla="*/ 1444071 h 5753325"/>
              <a:gd name="connsiteX23" fmla="*/ 6364832 w 6462955"/>
              <a:gd name="connsiteY23" fmla="*/ 1478763 h 5753325"/>
              <a:gd name="connsiteX24" fmla="*/ 6369745 w 6462955"/>
              <a:gd name="connsiteY24" fmla="*/ 1495680 h 5753325"/>
              <a:gd name="connsiteX25" fmla="*/ 6370898 w 6462955"/>
              <a:gd name="connsiteY25" fmla="*/ 1513331 h 5753325"/>
              <a:gd name="connsiteX26" fmla="*/ 6368801 w 6462955"/>
              <a:gd name="connsiteY26" fmla="*/ 1527414 h 5753325"/>
              <a:gd name="connsiteX27" fmla="*/ 6359177 w 6462955"/>
              <a:gd name="connsiteY27" fmla="*/ 1639513 h 5753325"/>
              <a:gd name="connsiteX28" fmla="*/ 6299489 w 6462955"/>
              <a:gd name="connsiteY28" fmla="*/ 1784860 h 5753325"/>
              <a:gd name="connsiteX29" fmla="*/ 6267878 w 6462955"/>
              <a:gd name="connsiteY29" fmla="*/ 1858572 h 5753325"/>
              <a:gd name="connsiteX30" fmla="*/ 6251146 w 6462955"/>
              <a:gd name="connsiteY30" fmla="*/ 1926167 h 5753325"/>
              <a:gd name="connsiteX31" fmla="*/ 6210686 w 6462955"/>
              <a:gd name="connsiteY31" fmla="*/ 2014834 h 5753325"/>
              <a:gd name="connsiteX32" fmla="*/ 6106652 w 6462955"/>
              <a:gd name="connsiteY32" fmla="*/ 2150572 h 5753325"/>
              <a:gd name="connsiteX33" fmla="*/ 6097813 w 6462955"/>
              <a:gd name="connsiteY33" fmla="*/ 2172208 h 5753325"/>
              <a:gd name="connsiteX34" fmla="*/ 6095990 w 6462955"/>
              <a:gd name="connsiteY34" fmla="*/ 2181185 h 5753325"/>
              <a:gd name="connsiteX35" fmla="*/ 6090126 w 6462955"/>
              <a:gd name="connsiteY35" fmla="*/ 2192533 h 5753325"/>
              <a:gd name="connsiteX36" fmla="*/ 6089503 w 6462955"/>
              <a:gd name="connsiteY36" fmla="*/ 2192543 h 5753325"/>
              <a:gd name="connsiteX37" fmla="*/ 6084946 w 6462955"/>
              <a:gd name="connsiteY37" fmla="*/ 2203694 h 5753325"/>
              <a:gd name="connsiteX38" fmla="*/ 5987861 w 6462955"/>
              <a:gd name="connsiteY38" fmla="*/ 2304868 h 5753325"/>
              <a:gd name="connsiteX39" fmla="*/ 5973439 w 6462955"/>
              <a:gd name="connsiteY39" fmla="*/ 2385635 h 5753325"/>
              <a:gd name="connsiteX40" fmla="*/ 5916727 w 6462955"/>
              <a:gd name="connsiteY40" fmla="*/ 2458777 h 5753325"/>
              <a:gd name="connsiteX41" fmla="*/ 5856524 w 6462955"/>
              <a:gd name="connsiteY41" fmla="*/ 2583281 h 5753325"/>
              <a:gd name="connsiteX42" fmla="*/ 5838091 w 6462955"/>
              <a:gd name="connsiteY42" fmla="*/ 2753474 h 5753325"/>
              <a:gd name="connsiteX43" fmla="*/ 5777471 w 6462955"/>
              <a:gd name="connsiteY43" fmla="*/ 2901570 h 5753325"/>
              <a:gd name="connsiteX44" fmla="*/ 5723992 w 6462955"/>
              <a:gd name="connsiteY44" fmla="*/ 2998752 h 5753325"/>
              <a:gd name="connsiteX45" fmla="*/ 5557886 w 6462955"/>
              <a:gd name="connsiteY45" fmla="*/ 3329735 h 5753325"/>
              <a:gd name="connsiteX46" fmla="*/ 5471501 w 6462955"/>
              <a:gd name="connsiteY46" fmla="*/ 3462221 h 5753325"/>
              <a:gd name="connsiteX47" fmla="*/ 5465154 w 6462955"/>
              <a:gd name="connsiteY47" fmla="*/ 3541065 h 5753325"/>
              <a:gd name="connsiteX48" fmla="*/ 5437889 w 6462955"/>
              <a:gd name="connsiteY48" fmla="*/ 3559927 h 5753325"/>
              <a:gd name="connsiteX49" fmla="*/ 5432770 w 6462955"/>
              <a:gd name="connsiteY49" fmla="*/ 3562948 h 5753325"/>
              <a:gd name="connsiteX50" fmla="*/ 5406795 w 6462955"/>
              <a:gd name="connsiteY50" fmla="*/ 3578594 h 5753325"/>
              <a:gd name="connsiteX51" fmla="*/ 5381495 w 6462955"/>
              <a:gd name="connsiteY51" fmla="*/ 3599883 h 5753325"/>
              <a:gd name="connsiteX52" fmla="*/ 5363689 w 6462955"/>
              <a:gd name="connsiteY52" fmla="*/ 3633299 h 5753325"/>
              <a:gd name="connsiteX53" fmla="*/ 5291870 w 6462955"/>
              <a:gd name="connsiteY53" fmla="*/ 3799039 h 5753325"/>
              <a:gd name="connsiteX54" fmla="*/ 5241600 w 6462955"/>
              <a:gd name="connsiteY54" fmla="*/ 3894238 h 5753325"/>
              <a:gd name="connsiteX55" fmla="*/ 5211041 w 6462955"/>
              <a:gd name="connsiteY55" fmla="*/ 3924184 h 5753325"/>
              <a:gd name="connsiteX56" fmla="*/ 5176073 w 6462955"/>
              <a:gd name="connsiteY56" fmla="*/ 3970179 h 5753325"/>
              <a:gd name="connsiteX57" fmla="*/ 5172826 w 6462955"/>
              <a:gd name="connsiteY57" fmla="*/ 3991773 h 5753325"/>
              <a:gd name="connsiteX58" fmla="*/ 5157053 w 6462955"/>
              <a:gd name="connsiteY58" fmla="*/ 3997708 h 5753325"/>
              <a:gd name="connsiteX59" fmla="*/ 5127922 w 6462955"/>
              <a:gd name="connsiteY59" fmla="*/ 4022660 h 5753325"/>
              <a:gd name="connsiteX60" fmla="*/ 5020872 w 6462955"/>
              <a:gd name="connsiteY60" fmla="*/ 4075951 h 5753325"/>
              <a:gd name="connsiteX61" fmla="*/ 4991410 w 6462955"/>
              <a:gd name="connsiteY61" fmla="*/ 4087598 h 5753325"/>
              <a:gd name="connsiteX62" fmla="*/ 4930112 w 6462955"/>
              <a:gd name="connsiteY62" fmla="*/ 4138459 h 5753325"/>
              <a:gd name="connsiteX63" fmla="*/ 4834224 w 6462955"/>
              <a:gd name="connsiteY63" fmla="*/ 4231643 h 5753325"/>
              <a:gd name="connsiteX64" fmla="*/ 4812599 w 6462955"/>
              <a:gd name="connsiteY64" fmla="*/ 4249449 h 5753325"/>
              <a:gd name="connsiteX65" fmla="*/ 4789188 w 6462955"/>
              <a:gd name="connsiteY65" fmla="*/ 4256678 h 5753325"/>
              <a:gd name="connsiteX66" fmla="*/ 4779554 w 6462955"/>
              <a:gd name="connsiteY66" fmla="*/ 4251313 h 5753325"/>
              <a:gd name="connsiteX67" fmla="*/ 4766885 w 6462955"/>
              <a:gd name="connsiteY67" fmla="*/ 4259812 h 5753325"/>
              <a:gd name="connsiteX68" fmla="*/ 4762510 w 6462955"/>
              <a:gd name="connsiteY68" fmla="*/ 4260383 h 5753325"/>
              <a:gd name="connsiteX69" fmla="*/ 4738416 w 6462955"/>
              <a:gd name="connsiteY69" fmla="*/ 4265355 h 5753325"/>
              <a:gd name="connsiteX70" fmla="*/ 4712007 w 6462955"/>
              <a:gd name="connsiteY70" fmla="*/ 4317892 h 5753325"/>
              <a:gd name="connsiteX71" fmla="*/ 4658930 w 6462955"/>
              <a:gd name="connsiteY71" fmla="*/ 4348041 h 5753325"/>
              <a:gd name="connsiteX72" fmla="*/ 4443526 w 6462955"/>
              <a:gd name="connsiteY72" fmla="*/ 4507851 h 5753325"/>
              <a:gd name="connsiteX73" fmla="*/ 4289766 w 6462955"/>
              <a:gd name="connsiteY73" fmla="*/ 4711450 h 5753325"/>
              <a:gd name="connsiteX74" fmla="*/ 4150870 w 6462955"/>
              <a:gd name="connsiteY74" fmla="*/ 4818480 h 5753325"/>
              <a:gd name="connsiteX75" fmla="*/ 4006639 w 6462955"/>
              <a:gd name="connsiteY75" fmla="*/ 4933815 h 5753325"/>
              <a:gd name="connsiteX76" fmla="*/ 3298210 w 6462955"/>
              <a:gd name="connsiteY76" fmla="*/ 5070790 h 5753325"/>
              <a:gd name="connsiteX77" fmla="*/ 2947678 w 6462955"/>
              <a:gd name="connsiteY77" fmla="*/ 5117869 h 5753325"/>
              <a:gd name="connsiteX78" fmla="*/ 2822169 w 6462955"/>
              <a:gd name="connsiteY78" fmla="*/ 5129396 h 5753325"/>
              <a:gd name="connsiteX79" fmla="*/ 2538773 w 6462955"/>
              <a:gd name="connsiteY79" fmla="*/ 5313397 h 5753325"/>
              <a:gd name="connsiteX80" fmla="*/ 2014500 w 6462955"/>
              <a:gd name="connsiteY80" fmla="*/ 5519744 h 5753325"/>
              <a:gd name="connsiteX81" fmla="*/ 1934391 w 6462955"/>
              <a:gd name="connsiteY81" fmla="*/ 5591335 h 5753325"/>
              <a:gd name="connsiteX82" fmla="*/ 1892550 w 6462955"/>
              <a:gd name="connsiteY82" fmla="*/ 5649708 h 5753325"/>
              <a:gd name="connsiteX83" fmla="*/ 1854769 w 6462955"/>
              <a:gd name="connsiteY83" fmla="*/ 5647691 h 5753325"/>
              <a:gd name="connsiteX84" fmla="*/ 1809461 w 6462955"/>
              <a:gd name="connsiteY84" fmla="*/ 5648628 h 5753325"/>
              <a:gd name="connsiteX85" fmla="*/ 1745150 w 6462955"/>
              <a:gd name="connsiteY85" fmla="*/ 5693879 h 5753325"/>
              <a:gd name="connsiteX86" fmla="*/ 1713375 w 6462955"/>
              <a:gd name="connsiteY86" fmla="*/ 5684672 h 5753325"/>
              <a:gd name="connsiteX87" fmla="*/ 1707808 w 6462955"/>
              <a:gd name="connsiteY87" fmla="*/ 5682611 h 5753325"/>
              <a:gd name="connsiteX88" fmla="*/ 1679313 w 6462955"/>
              <a:gd name="connsiteY88" fmla="*/ 5672360 h 5753325"/>
              <a:gd name="connsiteX89" fmla="*/ 1646933 w 6462955"/>
              <a:gd name="connsiteY89" fmla="*/ 5666227 h 5753325"/>
              <a:gd name="connsiteX90" fmla="*/ 1610055 w 6462955"/>
              <a:gd name="connsiteY90" fmla="*/ 5673643 h 5753325"/>
              <a:gd name="connsiteX91" fmla="*/ 1437641 w 6462955"/>
              <a:gd name="connsiteY91" fmla="*/ 5723266 h 5753325"/>
              <a:gd name="connsiteX92" fmla="*/ 1332869 w 6462955"/>
              <a:gd name="connsiteY92" fmla="*/ 5744752 h 5753325"/>
              <a:gd name="connsiteX93" fmla="*/ 1290525 w 6462955"/>
              <a:gd name="connsiteY93" fmla="*/ 5740036 h 5753325"/>
              <a:gd name="connsiteX94" fmla="*/ 1233107 w 6462955"/>
              <a:gd name="connsiteY94" fmla="*/ 5742106 h 5753325"/>
              <a:gd name="connsiteX95" fmla="*/ 1214532 w 6462955"/>
              <a:gd name="connsiteY95" fmla="*/ 5753325 h 5753325"/>
              <a:gd name="connsiteX96" fmla="*/ 1199955 w 6462955"/>
              <a:gd name="connsiteY96" fmla="*/ 5744831 h 5753325"/>
              <a:gd name="connsiteX97" fmla="*/ 1162337 w 6462955"/>
              <a:gd name="connsiteY97" fmla="*/ 5738048 h 5753325"/>
              <a:gd name="connsiteX98" fmla="*/ 1053457 w 6462955"/>
              <a:gd name="connsiteY98" fmla="*/ 5688676 h 5753325"/>
              <a:gd name="connsiteX99" fmla="*/ 1025798 w 6462955"/>
              <a:gd name="connsiteY99" fmla="*/ 5673166 h 5753325"/>
              <a:gd name="connsiteX100" fmla="*/ 947900 w 6462955"/>
              <a:gd name="connsiteY100" fmla="*/ 5657848 h 5753325"/>
              <a:gd name="connsiteX101" fmla="*/ 815627 w 6462955"/>
              <a:gd name="connsiteY101" fmla="*/ 5642557 h 5753325"/>
              <a:gd name="connsiteX102" fmla="*/ 788251 w 6462955"/>
              <a:gd name="connsiteY102" fmla="*/ 5637065 h 5753325"/>
              <a:gd name="connsiteX103" fmla="*/ 767822 w 6462955"/>
              <a:gd name="connsiteY103" fmla="*/ 5623450 h 5753325"/>
              <a:gd name="connsiteX104" fmla="*/ 765791 w 6462955"/>
              <a:gd name="connsiteY104" fmla="*/ 5612539 h 5753325"/>
              <a:gd name="connsiteX105" fmla="*/ 751230 w 6462955"/>
              <a:gd name="connsiteY105" fmla="*/ 5608092 h 5753325"/>
              <a:gd name="connsiteX106" fmla="*/ 748008 w 6462955"/>
              <a:gd name="connsiteY106" fmla="*/ 5605052 h 5753325"/>
              <a:gd name="connsiteX107" fmla="*/ 728871 w 6462955"/>
              <a:gd name="connsiteY107" fmla="*/ 5589469 h 5753325"/>
              <a:gd name="connsiteX108" fmla="*/ 671898 w 6462955"/>
              <a:gd name="connsiteY108" fmla="*/ 5602363 h 5753325"/>
              <a:gd name="connsiteX109" fmla="*/ 615065 w 6462955"/>
              <a:gd name="connsiteY109" fmla="*/ 5580257 h 5753325"/>
              <a:gd name="connsiteX110" fmla="*/ 355785 w 6462955"/>
              <a:gd name="connsiteY110" fmla="*/ 5514383 h 5753325"/>
              <a:gd name="connsiteX111" fmla="*/ 102269 w 6462955"/>
              <a:gd name="connsiteY111" fmla="*/ 5524347 h 5753325"/>
              <a:gd name="connsiteX112" fmla="*/ 13160 w 6462955"/>
              <a:gd name="connsiteY112" fmla="*/ 5514159 h 5753325"/>
              <a:gd name="connsiteX113" fmla="*/ 0 w 6462955"/>
              <a:gd name="connsiteY113" fmla="*/ 5511735 h 5753325"/>
              <a:gd name="connsiteX114" fmla="*/ 0 w 6462955"/>
              <a:gd name="connsiteY114" fmla="*/ 0 h 5753325"/>
              <a:gd name="connsiteX0" fmla="*/ 0 w 6459988"/>
              <a:gd name="connsiteY0" fmla="*/ 0 h 5753325"/>
              <a:gd name="connsiteX1" fmla="*/ 6438980 w 6459988"/>
              <a:gd name="connsiteY1" fmla="*/ 0 h 5753325"/>
              <a:gd name="connsiteX2" fmla="*/ 6439047 w 6459988"/>
              <a:gd name="connsiteY2" fmla="*/ 147 h 5753325"/>
              <a:gd name="connsiteX3" fmla="*/ 6443456 w 6459988"/>
              <a:gd name="connsiteY3" fmla="*/ 130105 h 5753325"/>
              <a:gd name="connsiteX4" fmla="*/ 6447632 w 6459988"/>
              <a:gd name="connsiteY4" fmla="*/ 170016 h 5753325"/>
              <a:gd name="connsiteX5" fmla="*/ 6396598 w 6459988"/>
              <a:gd name="connsiteY5" fmla="*/ 274847 h 5753325"/>
              <a:gd name="connsiteX6" fmla="*/ 6375685 w 6459988"/>
              <a:gd name="connsiteY6" fmla="*/ 535865 h 5753325"/>
              <a:gd name="connsiteX7" fmla="*/ 6354187 w 6459988"/>
              <a:gd name="connsiteY7" fmla="*/ 615799 h 5753325"/>
              <a:gd name="connsiteX8" fmla="*/ 6459988 w 6459988"/>
              <a:gd name="connsiteY8" fmla="*/ 707628 h 5753325"/>
              <a:gd name="connsiteX9" fmla="*/ 6453989 w 6459988"/>
              <a:gd name="connsiteY9" fmla="*/ 711876 h 5753325"/>
              <a:gd name="connsiteX10" fmla="*/ 6453209 w 6459988"/>
              <a:gd name="connsiteY10" fmla="*/ 719127 h 5753325"/>
              <a:gd name="connsiteX11" fmla="*/ 6344988 w 6459988"/>
              <a:gd name="connsiteY11" fmla="*/ 697330 h 5753325"/>
              <a:gd name="connsiteX12" fmla="*/ 6447445 w 6459988"/>
              <a:gd name="connsiteY12" fmla="*/ 780003 h 5753325"/>
              <a:gd name="connsiteX13" fmla="*/ 6426552 w 6459988"/>
              <a:gd name="connsiteY13" fmla="*/ 845805 h 5753325"/>
              <a:gd name="connsiteX14" fmla="*/ 6434072 w 6459988"/>
              <a:gd name="connsiteY14" fmla="*/ 910733 h 5753325"/>
              <a:gd name="connsiteX15" fmla="*/ 6432570 w 6459988"/>
              <a:gd name="connsiteY15" fmla="*/ 983394 h 5753325"/>
              <a:gd name="connsiteX16" fmla="*/ 6431878 w 6459988"/>
              <a:gd name="connsiteY16" fmla="*/ 1026728 h 5753325"/>
              <a:gd name="connsiteX17" fmla="*/ 6414269 w 6459988"/>
              <a:gd name="connsiteY17" fmla="*/ 1151111 h 5753325"/>
              <a:gd name="connsiteX18" fmla="*/ 6371722 w 6459988"/>
              <a:gd name="connsiteY18" fmla="*/ 1318080 h 5753325"/>
              <a:gd name="connsiteX19" fmla="*/ 6356023 w 6459988"/>
              <a:gd name="connsiteY19" fmla="*/ 1356227 h 5753325"/>
              <a:gd name="connsiteX20" fmla="*/ 6356157 w 6459988"/>
              <a:gd name="connsiteY20" fmla="*/ 1361967 h 5753325"/>
              <a:gd name="connsiteX21" fmla="*/ 6350613 w 6459988"/>
              <a:gd name="connsiteY21" fmla="*/ 1393569 h 5753325"/>
              <a:gd name="connsiteX22" fmla="*/ 6357062 w 6459988"/>
              <a:gd name="connsiteY22" fmla="*/ 1444071 h 5753325"/>
              <a:gd name="connsiteX23" fmla="*/ 6364832 w 6459988"/>
              <a:gd name="connsiteY23" fmla="*/ 1478763 h 5753325"/>
              <a:gd name="connsiteX24" fmla="*/ 6369745 w 6459988"/>
              <a:gd name="connsiteY24" fmla="*/ 1495680 h 5753325"/>
              <a:gd name="connsiteX25" fmla="*/ 6370898 w 6459988"/>
              <a:gd name="connsiteY25" fmla="*/ 1513331 h 5753325"/>
              <a:gd name="connsiteX26" fmla="*/ 6368801 w 6459988"/>
              <a:gd name="connsiteY26" fmla="*/ 1527414 h 5753325"/>
              <a:gd name="connsiteX27" fmla="*/ 6359177 w 6459988"/>
              <a:gd name="connsiteY27" fmla="*/ 1639513 h 5753325"/>
              <a:gd name="connsiteX28" fmla="*/ 6299489 w 6459988"/>
              <a:gd name="connsiteY28" fmla="*/ 1784860 h 5753325"/>
              <a:gd name="connsiteX29" fmla="*/ 6267878 w 6459988"/>
              <a:gd name="connsiteY29" fmla="*/ 1858572 h 5753325"/>
              <a:gd name="connsiteX30" fmla="*/ 6251146 w 6459988"/>
              <a:gd name="connsiteY30" fmla="*/ 1926167 h 5753325"/>
              <a:gd name="connsiteX31" fmla="*/ 6210686 w 6459988"/>
              <a:gd name="connsiteY31" fmla="*/ 2014834 h 5753325"/>
              <a:gd name="connsiteX32" fmla="*/ 6106652 w 6459988"/>
              <a:gd name="connsiteY32" fmla="*/ 2150572 h 5753325"/>
              <a:gd name="connsiteX33" fmla="*/ 6097813 w 6459988"/>
              <a:gd name="connsiteY33" fmla="*/ 2172208 h 5753325"/>
              <a:gd name="connsiteX34" fmla="*/ 6095990 w 6459988"/>
              <a:gd name="connsiteY34" fmla="*/ 2181185 h 5753325"/>
              <a:gd name="connsiteX35" fmla="*/ 6090126 w 6459988"/>
              <a:gd name="connsiteY35" fmla="*/ 2192533 h 5753325"/>
              <a:gd name="connsiteX36" fmla="*/ 6089503 w 6459988"/>
              <a:gd name="connsiteY36" fmla="*/ 2192543 h 5753325"/>
              <a:gd name="connsiteX37" fmla="*/ 6084946 w 6459988"/>
              <a:gd name="connsiteY37" fmla="*/ 2203694 h 5753325"/>
              <a:gd name="connsiteX38" fmla="*/ 5987861 w 6459988"/>
              <a:gd name="connsiteY38" fmla="*/ 2304868 h 5753325"/>
              <a:gd name="connsiteX39" fmla="*/ 5973439 w 6459988"/>
              <a:gd name="connsiteY39" fmla="*/ 2385635 h 5753325"/>
              <a:gd name="connsiteX40" fmla="*/ 5916727 w 6459988"/>
              <a:gd name="connsiteY40" fmla="*/ 2458777 h 5753325"/>
              <a:gd name="connsiteX41" fmla="*/ 5856524 w 6459988"/>
              <a:gd name="connsiteY41" fmla="*/ 2583281 h 5753325"/>
              <a:gd name="connsiteX42" fmla="*/ 5838091 w 6459988"/>
              <a:gd name="connsiteY42" fmla="*/ 2753474 h 5753325"/>
              <a:gd name="connsiteX43" fmla="*/ 5777471 w 6459988"/>
              <a:gd name="connsiteY43" fmla="*/ 2901570 h 5753325"/>
              <a:gd name="connsiteX44" fmla="*/ 5723992 w 6459988"/>
              <a:gd name="connsiteY44" fmla="*/ 2998752 h 5753325"/>
              <a:gd name="connsiteX45" fmla="*/ 5557886 w 6459988"/>
              <a:gd name="connsiteY45" fmla="*/ 3329735 h 5753325"/>
              <a:gd name="connsiteX46" fmla="*/ 5471501 w 6459988"/>
              <a:gd name="connsiteY46" fmla="*/ 3462221 h 5753325"/>
              <a:gd name="connsiteX47" fmla="*/ 5465154 w 6459988"/>
              <a:gd name="connsiteY47" fmla="*/ 3541065 h 5753325"/>
              <a:gd name="connsiteX48" fmla="*/ 5437889 w 6459988"/>
              <a:gd name="connsiteY48" fmla="*/ 3559927 h 5753325"/>
              <a:gd name="connsiteX49" fmla="*/ 5432770 w 6459988"/>
              <a:gd name="connsiteY49" fmla="*/ 3562948 h 5753325"/>
              <a:gd name="connsiteX50" fmla="*/ 5406795 w 6459988"/>
              <a:gd name="connsiteY50" fmla="*/ 3578594 h 5753325"/>
              <a:gd name="connsiteX51" fmla="*/ 5381495 w 6459988"/>
              <a:gd name="connsiteY51" fmla="*/ 3599883 h 5753325"/>
              <a:gd name="connsiteX52" fmla="*/ 5363689 w 6459988"/>
              <a:gd name="connsiteY52" fmla="*/ 3633299 h 5753325"/>
              <a:gd name="connsiteX53" fmla="*/ 5291870 w 6459988"/>
              <a:gd name="connsiteY53" fmla="*/ 3799039 h 5753325"/>
              <a:gd name="connsiteX54" fmla="*/ 5241600 w 6459988"/>
              <a:gd name="connsiteY54" fmla="*/ 3894238 h 5753325"/>
              <a:gd name="connsiteX55" fmla="*/ 5211041 w 6459988"/>
              <a:gd name="connsiteY55" fmla="*/ 3924184 h 5753325"/>
              <a:gd name="connsiteX56" fmla="*/ 5176073 w 6459988"/>
              <a:gd name="connsiteY56" fmla="*/ 3970179 h 5753325"/>
              <a:gd name="connsiteX57" fmla="*/ 5172826 w 6459988"/>
              <a:gd name="connsiteY57" fmla="*/ 3991773 h 5753325"/>
              <a:gd name="connsiteX58" fmla="*/ 5157053 w 6459988"/>
              <a:gd name="connsiteY58" fmla="*/ 3997708 h 5753325"/>
              <a:gd name="connsiteX59" fmla="*/ 5127922 w 6459988"/>
              <a:gd name="connsiteY59" fmla="*/ 4022660 h 5753325"/>
              <a:gd name="connsiteX60" fmla="*/ 5020872 w 6459988"/>
              <a:gd name="connsiteY60" fmla="*/ 4075951 h 5753325"/>
              <a:gd name="connsiteX61" fmla="*/ 4991410 w 6459988"/>
              <a:gd name="connsiteY61" fmla="*/ 4087598 h 5753325"/>
              <a:gd name="connsiteX62" fmla="*/ 4930112 w 6459988"/>
              <a:gd name="connsiteY62" fmla="*/ 4138459 h 5753325"/>
              <a:gd name="connsiteX63" fmla="*/ 4834224 w 6459988"/>
              <a:gd name="connsiteY63" fmla="*/ 4231643 h 5753325"/>
              <a:gd name="connsiteX64" fmla="*/ 4812599 w 6459988"/>
              <a:gd name="connsiteY64" fmla="*/ 4249449 h 5753325"/>
              <a:gd name="connsiteX65" fmla="*/ 4789188 w 6459988"/>
              <a:gd name="connsiteY65" fmla="*/ 4256678 h 5753325"/>
              <a:gd name="connsiteX66" fmla="*/ 4779554 w 6459988"/>
              <a:gd name="connsiteY66" fmla="*/ 4251313 h 5753325"/>
              <a:gd name="connsiteX67" fmla="*/ 4766885 w 6459988"/>
              <a:gd name="connsiteY67" fmla="*/ 4259812 h 5753325"/>
              <a:gd name="connsiteX68" fmla="*/ 4762510 w 6459988"/>
              <a:gd name="connsiteY68" fmla="*/ 4260383 h 5753325"/>
              <a:gd name="connsiteX69" fmla="*/ 4738416 w 6459988"/>
              <a:gd name="connsiteY69" fmla="*/ 4265355 h 5753325"/>
              <a:gd name="connsiteX70" fmla="*/ 4712007 w 6459988"/>
              <a:gd name="connsiteY70" fmla="*/ 4317892 h 5753325"/>
              <a:gd name="connsiteX71" fmla="*/ 4658930 w 6459988"/>
              <a:gd name="connsiteY71" fmla="*/ 4348041 h 5753325"/>
              <a:gd name="connsiteX72" fmla="*/ 4443526 w 6459988"/>
              <a:gd name="connsiteY72" fmla="*/ 4507851 h 5753325"/>
              <a:gd name="connsiteX73" fmla="*/ 4289766 w 6459988"/>
              <a:gd name="connsiteY73" fmla="*/ 4711450 h 5753325"/>
              <a:gd name="connsiteX74" fmla="*/ 4150870 w 6459988"/>
              <a:gd name="connsiteY74" fmla="*/ 4818480 h 5753325"/>
              <a:gd name="connsiteX75" fmla="*/ 4006639 w 6459988"/>
              <a:gd name="connsiteY75" fmla="*/ 4933815 h 5753325"/>
              <a:gd name="connsiteX76" fmla="*/ 3298210 w 6459988"/>
              <a:gd name="connsiteY76" fmla="*/ 5070790 h 5753325"/>
              <a:gd name="connsiteX77" fmla="*/ 2947678 w 6459988"/>
              <a:gd name="connsiteY77" fmla="*/ 5117869 h 5753325"/>
              <a:gd name="connsiteX78" fmla="*/ 2822169 w 6459988"/>
              <a:gd name="connsiteY78" fmla="*/ 5129396 h 5753325"/>
              <a:gd name="connsiteX79" fmla="*/ 2538773 w 6459988"/>
              <a:gd name="connsiteY79" fmla="*/ 5313397 h 5753325"/>
              <a:gd name="connsiteX80" fmla="*/ 2014500 w 6459988"/>
              <a:gd name="connsiteY80" fmla="*/ 5519744 h 5753325"/>
              <a:gd name="connsiteX81" fmla="*/ 1934391 w 6459988"/>
              <a:gd name="connsiteY81" fmla="*/ 5591335 h 5753325"/>
              <a:gd name="connsiteX82" fmla="*/ 1892550 w 6459988"/>
              <a:gd name="connsiteY82" fmla="*/ 5649708 h 5753325"/>
              <a:gd name="connsiteX83" fmla="*/ 1854769 w 6459988"/>
              <a:gd name="connsiteY83" fmla="*/ 5647691 h 5753325"/>
              <a:gd name="connsiteX84" fmla="*/ 1809461 w 6459988"/>
              <a:gd name="connsiteY84" fmla="*/ 5648628 h 5753325"/>
              <a:gd name="connsiteX85" fmla="*/ 1745150 w 6459988"/>
              <a:gd name="connsiteY85" fmla="*/ 5693879 h 5753325"/>
              <a:gd name="connsiteX86" fmla="*/ 1713375 w 6459988"/>
              <a:gd name="connsiteY86" fmla="*/ 5684672 h 5753325"/>
              <a:gd name="connsiteX87" fmla="*/ 1707808 w 6459988"/>
              <a:gd name="connsiteY87" fmla="*/ 5682611 h 5753325"/>
              <a:gd name="connsiteX88" fmla="*/ 1679313 w 6459988"/>
              <a:gd name="connsiteY88" fmla="*/ 5672360 h 5753325"/>
              <a:gd name="connsiteX89" fmla="*/ 1646933 w 6459988"/>
              <a:gd name="connsiteY89" fmla="*/ 5666227 h 5753325"/>
              <a:gd name="connsiteX90" fmla="*/ 1610055 w 6459988"/>
              <a:gd name="connsiteY90" fmla="*/ 5673643 h 5753325"/>
              <a:gd name="connsiteX91" fmla="*/ 1437641 w 6459988"/>
              <a:gd name="connsiteY91" fmla="*/ 5723266 h 5753325"/>
              <a:gd name="connsiteX92" fmla="*/ 1332869 w 6459988"/>
              <a:gd name="connsiteY92" fmla="*/ 5744752 h 5753325"/>
              <a:gd name="connsiteX93" fmla="*/ 1290525 w 6459988"/>
              <a:gd name="connsiteY93" fmla="*/ 5740036 h 5753325"/>
              <a:gd name="connsiteX94" fmla="*/ 1233107 w 6459988"/>
              <a:gd name="connsiteY94" fmla="*/ 5742106 h 5753325"/>
              <a:gd name="connsiteX95" fmla="*/ 1214532 w 6459988"/>
              <a:gd name="connsiteY95" fmla="*/ 5753325 h 5753325"/>
              <a:gd name="connsiteX96" fmla="*/ 1199955 w 6459988"/>
              <a:gd name="connsiteY96" fmla="*/ 5744831 h 5753325"/>
              <a:gd name="connsiteX97" fmla="*/ 1162337 w 6459988"/>
              <a:gd name="connsiteY97" fmla="*/ 5738048 h 5753325"/>
              <a:gd name="connsiteX98" fmla="*/ 1053457 w 6459988"/>
              <a:gd name="connsiteY98" fmla="*/ 5688676 h 5753325"/>
              <a:gd name="connsiteX99" fmla="*/ 1025798 w 6459988"/>
              <a:gd name="connsiteY99" fmla="*/ 5673166 h 5753325"/>
              <a:gd name="connsiteX100" fmla="*/ 947900 w 6459988"/>
              <a:gd name="connsiteY100" fmla="*/ 5657848 h 5753325"/>
              <a:gd name="connsiteX101" fmla="*/ 815627 w 6459988"/>
              <a:gd name="connsiteY101" fmla="*/ 5642557 h 5753325"/>
              <a:gd name="connsiteX102" fmla="*/ 788251 w 6459988"/>
              <a:gd name="connsiteY102" fmla="*/ 5637065 h 5753325"/>
              <a:gd name="connsiteX103" fmla="*/ 767822 w 6459988"/>
              <a:gd name="connsiteY103" fmla="*/ 5623450 h 5753325"/>
              <a:gd name="connsiteX104" fmla="*/ 765791 w 6459988"/>
              <a:gd name="connsiteY104" fmla="*/ 5612539 h 5753325"/>
              <a:gd name="connsiteX105" fmla="*/ 751230 w 6459988"/>
              <a:gd name="connsiteY105" fmla="*/ 5608092 h 5753325"/>
              <a:gd name="connsiteX106" fmla="*/ 748008 w 6459988"/>
              <a:gd name="connsiteY106" fmla="*/ 5605052 h 5753325"/>
              <a:gd name="connsiteX107" fmla="*/ 728871 w 6459988"/>
              <a:gd name="connsiteY107" fmla="*/ 5589469 h 5753325"/>
              <a:gd name="connsiteX108" fmla="*/ 671898 w 6459988"/>
              <a:gd name="connsiteY108" fmla="*/ 5602363 h 5753325"/>
              <a:gd name="connsiteX109" fmla="*/ 615065 w 6459988"/>
              <a:gd name="connsiteY109" fmla="*/ 5580257 h 5753325"/>
              <a:gd name="connsiteX110" fmla="*/ 355785 w 6459988"/>
              <a:gd name="connsiteY110" fmla="*/ 5514383 h 5753325"/>
              <a:gd name="connsiteX111" fmla="*/ 102269 w 6459988"/>
              <a:gd name="connsiteY111" fmla="*/ 5524347 h 5753325"/>
              <a:gd name="connsiteX112" fmla="*/ 13160 w 6459988"/>
              <a:gd name="connsiteY112" fmla="*/ 5514159 h 5753325"/>
              <a:gd name="connsiteX113" fmla="*/ 0 w 6459988"/>
              <a:gd name="connsiteY113" fmla="*/ 5511735 h 5753325"/>
              <a:gd name="connsiteX114" fmla="*/ 0 w 6459988"/>
              <a:gd name="connsiteY114" fmla="*/ 0 h 5753325"/>
              <a:gd name="connsiteX0" fmla="*/ 0 w 6459988"/>
              <a:gd name="connsiteY0" fmla="*/ 0 h 5753325"/>
              <a:gd name="connsiteX1" fmla="*/ 6438980 w 6459988"/>
              <a:gd name="connsiteY1" fmla="*/ 0 h 5753325"/>
              <a:gd name="connsiteX2" fmla="*/ 6439047 w 6459988"/>
              <a:gd name="connsiteY2" fmla="*/ 147 h 5753325"/>
              <a:gd name="connsiteX3" fmla="*/ 6443456 w 6459988"/>
              <a:gd name="connsiteY3" fmla="*/ 130105 h 5753325"/>
              <a:gd name="connsiteX4" fmla="*/ 6447632 w 6459988"/>
              <a:gd name="connsiteY4" fmla="*/ 170016 h 5753325"/>
              <a:gd name="connsiteX5" fmla="*/ 6396598 w 6459988"/>
              <a:gd name="connsiteY5" fmla="*/ 274847 h 5753325"/>
              <a:gd name="connsiteX6" fmla="*/ 6375685 w 6459988"/>
              <a:gd name="connsiteY6" fmla="*/ 535865 h 5753325"/>
              <a:gd name="connsiteX7" fmla="*/ 6354187 w 6459988"/>
              <a:gd name="connsiteY7" fmla="*/ 615799 h 5753325"/>
              <a:gd name="connsiteX8" fmla="*/ 6459988 w 6459988"/>
              <a:gd name="connsiteY8" fmla="*/ 707628 h 5753325"/>
              <a:gd name="connsiteX9" fmla="*/ 6453989 w 6459988"/>
              <a:gd name="connsiteY9" fmla="*/ 711876 h 5753325"/>
              <a:gd name="connsiteX10" fmla="*/ 6344988 w 6459988"/>
              <a:gd name="connsiteY10" fmla="*/ 697330 h 5753325"/>
              <a:gd name="connsiteX11" fmla="*/ 6447445 w 6459988"/>
              <a:gd name="connsiteY11" fmla="*/ 780003 h 5753325"/>
              <a:gd name="connsiteX12" fmla="*/ 6426552 w 6459988"/>
              <a:gd name="connsiteY12" fmla="*/ 845805 h 5753325"/>
              <a:gd name="connsiteX13" fmla="*/ 6434072 w 6459988"/>
              <a:gd name="connsiteY13" fmla="*/ 910733 h 5753325"/>
              <a:gd name="connsiteX14" fmla="*/ 6432570 w 6459988"/>
              <a:gd name="connsiteY14" fmla="*/ 983394 h 5753325"/>
              <a:gd name="connsiteX15" fmla="*/ 6431878 w 6459988"/>
              <a:gd name="connsiteY15" fmla="*/ 1026728 h 5753325"/>
              <a:gd name="connsiteX16" fmla="*/ 6414269 w 6459988"/>
              <a:gd name="connsiteY16" fmla="*/ 1151111 h 5753325"/>
              <a:gd name="connsiteX17" fmla="*/ 6371722 w 6459988"/>
              <a:gd name="connsiteY17" fmla="*/ 1318080 h 5753325"/>
              <a:gd name="connsiteX18" fmla="*/ 6356023 w 6459988"/>
              <a:gd name="connsiteY18" fmla="*/ 1356227 h 5753325"/>
              <a:gd name="connsiteX19" fmla="*/ 6356157 w 6459988"/>
              <a:gd name="connsiteY19" fmla="*/ 1361967 h 5753325"/>
              <a:gd name="connsiteX20" fmla="*/ 6350613 w 6459988"/>
              <a:gd name="connsiteY20" fmla="*/ 1393569 h 5753325"/>
              <a:gd name="connsiteX21" fmla="*/ 6357062 w 6459988"/>
              <a:gd name="connsiteY21" fmla="*/ 1444071 h 5753325"/>
              <a:gd name="connsiteX22" fmla="*/ 6364832 w 6459988"/>
              <a:gd name="connsiteY22" fmla="*/ 1478763 h 5753325"/>
              <a:gd name="connsiteX23" fmla="*/ 6369745 w 6459988"/>
              <a:gd name="connsiteY23" fmla="*/ 1495680 h 5753325"/>
              <a:gd name="connsiteX24" fmla="*/ 6370898 w 6459988"/>
              <a:gd name="connsiteY24" fmla="*/ 1513331 h 5753325"/>
              <a:gd name="connsiteX25" fmla="*/ 6368801 w 6459988"/>
              <a:gd name="connsiteY25" fmla="*/ 1527414 h 5753325"/>
              <a:gd name="connsiteX26" fmla="*/ 6359177 w 6459988"/>
              <a:gd name="connsiteY26" fmla="*/ 1639513 h 5753325"/>
              <a:gd name="connsiteX27" fmla="*/ 6299489 w 6459988"/>
              <a:gd name="connsiteY27" fmla="*/ 1784860 h 5753325"/>
              <a:gd name="connsiteX28" fmla="*/ 6267878 w 6459988"/>
              <a:gd name="connsiteY28" fmla="*/ 1858572 h 5753325"/>
              <a:gd name="connsiteX29" fmla="*/ 6251146 w 6459988"/>
              <a:gd name="connsiteY29" fmla="*/ 1926167 h 5753325"/>
              <a:gd name="connsiteX30" fmla="*/ 6210686 w 6459988"/>
              <a:gd name="connsiteY30" fmla="*/ 2014834 h 5753325"/>
              <a:gd name="connsiteX31" fmla="*/ 6106652 w 6459988"/>
              <a:gd name="connsiteY31" fmla="*/ 2150572 h 5753325"/>
              <a:gd name="connsiteX32" fmla="*/ 6097813 w 6459988"/>
              <a:gd name="connsiteY32" fmla="*/ 2172208 h 5753325"/>
              <a:gd name="connsiteX33" fmla="*/ 6095990 w 6459988"/>
              <a:gd name="connsiteY33" fmla="*/ 2181185 h 5753325"/>
              <a:gd name="connsiteX34" fmla="*/ 6090126 w 6459988"/>
              <a:gd name="connsiteY34" fmla="*/ 2192533 h 5753325"/>
              <a:gd name="connsiteX35" fmla="*/ 6089503 w 6459988"/>
              <a:gd name="connsiteY35" fmla="*/ 2192543 h 5753325"/>
              <a:gd name="connsiteX36" fmla="*/ 6084946 w 6459988"/>
              <a:gd name="connsiteY36" fmla="*/ 2203694 h 5753325"/>
              <a:gd name="connsiteX37" fmla="*/ 5987861 w 6459988"/>
              <a:gd name="connsiteY37" fmla="*/ 2304868 h 5753325"/>
              <a:gd name="connsiteX38" fmla="*/ 5973439 w 6459988"/>
              <a:gd name="connsiteY38" fmla="*/ 2385635 h 5753325"/>
              <a:gd name="connsiteX39" fmla="*/ 5916727 w 6459988"/>
              <a:gd name="connsiteY39" fmla="*/ 2458777 h 5753325"/>
              <a:gd name="connsiteX40" fmla="*/ 5856524 w 6459988"/>
              <a:gd name="connsiteY40" fmla="*/ 2583281 h 5753325"/>
              <a:gd name="connsiteX41" fmla="*/ 5838091 w 6459988"/>
              <a:gd name="connsiteY41" fmla="*/ 2753474 h 5753325"/>
              <a:gd name="connsiteX42" fmla="*/ 5777471 w 6459988"/>
              <a:gd name="connsiteY42" fmla="*/ 2901570 h 5753325"/>
              <a:gd name="connsiteX43" fmla="*/ 5723992 w 6459988"/>
              <a:gd name="connsiteY43" fmla="*/ 2998752 h 5753325"/>
              <a:gd name="connsiteX44" fmla="*/ 5557886 w 6459988"/>
              <a:gd name="connsiteY44" fmla="*/ 3329735 h 5753325"/>
              <a:gd name="connsiteX45" fmla="*/ 5471501 w 6459988"/>
              <a:gd name="connsiteY45" fmla="*/ 3462221 h 5753325"/>
              <a:gd name="connsiteX46" fmla="*/ 5465154 w 6459988"/>
              <a:gd name="connsiteY46" fmla="*/ 3541065 h 5753325"/>
              <a:gd name="connsiteX47" fmla="*/ 5437889 w 6459988"/>
              <a:gd name="connsiteY47" fmla="*/ 3559927 h 5753325"/>
              <a:gd name="connsiteX48" fmla="*/ 5432770 w 6459988"/>
              <a:gd name="connsiteY48" fmla="*/ 3562948 h 5753325"/>
              <a:gd name="connsiteX49" fmla="*/ 5406795 w 6459988"/>
              <a:gd name="connsiteY49" fmla="*/ 3578594 h 5753325"/>
              <a:gd name="connsiteX50" fmla="*/ 5381495 w 6459988"/>
              <a:gd name="connsiteY50" fmla="*/ 3599883 h 5753325"/>
              <a:gd name="connsiteX51" fmla="*/ 5363689 w 6459988"/>
              <a:gd name="connsiteY51" fmla="*/ 3633299 h 5753325"/>
              <a:gd name="connsiteX52" fmla="*/ 5291870 w 6459988"/>
              <a:gd name="connsiteY52" fmla="*/ 3799039 h 5753325"/>
              <a:gd name="connsiteX53" fmla="*/ 5241600 w 6459988"/>
              <a:gd name="connsiteY53" fmla="*/ 3894238 h 5753325"/>
              <a:gd name="connsiteX54" fmla="*/ 5211041 w 6459988"/>
              <a:gd name="connsiteY54" fmla="*/ 3924184 h 5753325"/>
              <a:gd name="connsiteX55" fmla="*/ 5176073 w 6459988"/>
              <a:gd name="connsiteY55" fmla="*/ 3970179 h 5753325"/>
              <a:gd name="connsiteX56" fmla="*/ 5172826 w 6459988"/>
              <a:gd name="connsiteY56" fmla="*/ 3991773 h 5753325"/>
              <a:gd name="connsiteX57" fmla="*/ 5157053 w 6459988"/>
              <a:gd name="connsiteY57" fmla="*/ 3997708 h 5753325"/>
              <a:gd name="connsiteX58" fmla="*/ 5127922 w 6459988"/>
              <a:gd name="connsiteY58" fmla="*/ 4022660 h 5753325"/>
              <a:gd name="connsiteX59" fmla="*/ 5020872 w 6459988"/>
              <a:gd name="connsiteY59" fmla="*/ 4075951 h 5753325"/>
              <a:gd name="connsiteX60" fmla="*/ 4991410 w 6459988"/>
              <a:gd name="connsiteY60" fmla="*/ 4087598 h 5753325"/>
              <a:gd name="connsiteX61" fmla="*/ 4930112 w 6459988"/>
              <a:gd name="connsiteY61" fmla="*/ 4138459 h 5753325"/>
              <a:gd name="connsiteX62" fmla="*/ 4834224 w 6459988"/>
              <a:gd name="connsiteY62" fmla="*/ 4231643 h 5753325"/>
              <a:gd name="connsiteX63" fmla="*/ 4812599 w 6459988"/>
              <a:gd name="connsiteY63" fmla="*/ 4249449 h 5753325"/>
              <a:gd name="connsiteX64" fmla="*/ 4789188 w 6459988"/>
              <a:gd name="connsiteY64" fmla="*/ 4256678 h 5753325"/>
              <a:gd name="connsiteX65" fmla="*/ 4779554 w 6459988"/>
              <a:gd name="connsiteY65" fmla="*/ 4251313 h 5753325"/>
              <a:gd name="connsiteX66" fmla="*/ 4766885 w 6459988"/>
              <a:gd name="connsiteY66" fmla="*/ 4259812 h 5753325"/>
              <a:gd name="connsiteX67" fmla="*/ 4762510 w 6459988"/>
              <a:gd name="connsiteY67" fmla="*/ 4260383 h 5753325"/>
              <a:gd name="connsiteX68" fmla="*/ 4738416 w 6459988"/>
              <a:gd name="connsiteY68" fmla="*/ 4265355 h 5753325"/>
              <a:gd name="connsiteX69" fmla="*/ 4712007 w 6459988"/>
              <a:gd name="connsiteY69" fmla="*/ 4317892 h 5753325"/>
              <a:gd name="connsiteX70" fmla="*/ 4658930 w 6459988"/>
              <a:gd name="connsiteY70" fmla="*/ 4348041 h 5753325"/>
              <a:gd name="connsiteX71" fmla="*/ 4443526 w 6459988"/>
              <a:gd name="connsiteY71" fmla="*/ 4507851 h 5753325"/>
              <a:gd name="connsiteX72" fmla="*/ 4289766 w 6459988"/>
              <a:gd name="connsiteY72" fmla="*/ 4711450 h 5753325"/>
              <a:gd name="connsiteX73" fmla="*/ 4150870 w 6459988"/>
              <a:gd name="connsiteY73" fmla="*/ 4818480 h 5753325"/>
              <a:gd name="connsiteX74" fmla="*/ 4006639 w 6459988"/>
              <a:gd name="connsiteY74" fmla="*/ 4933815 h 5753325"/>
              <a:gd name="connsiteX75" fmla="*/ 3298210 w 6459988"/>
              <a:gd name="connsiteY75" fmla="*/ 5070790 h 5753325"/>
              <a:gd name="connsiteX76" fmla="*/ 2947678 w 6459988"/>
              <a:gd name="connsiteY76" fmla="*/ 5117869 h 5753325"/>
              <a:gd name="connsiteX77" fmla="*/ 2822169 w 6459988"/>
              <a:gd name="connsiteY77" fmla="*/ 5129396 h 5753325"/>
              <a:gd name="connsiteX78" fmla="*/ 2538773 w 6459988"/>
              <a:gd name="connsiteY78" fmla="*/ 5313397 h 5753325"/>
              <a:gd name="connsiteX79" fmla="*/ 2014500 w 6459988"/>
              <a:gd name="connsiteY79" fmla="*/ 5519744 h 5753325"/>
              <a:gd name="connsiteX80" fmla="*/ 1934391 w 6459988"/>
              <a:gd name="connsiteY80" fmla="*/ 5591335 h 5753325"/>
              <a:gd name="connsiteX81" fmla="*/ 1892550 w 6459988"/>
              <a:gd name="connsiteY81" fmla="*/ 5649708 h 5753325"/>
              <a:gd name="connsiteX82" fmla="*/ 1854769 w 6459988"/>
              <a:gd name="connsiteY82" fmla="*/ 5647691 h 5753325"/>
              <a:gd name="connsiteX83" fmla="*/ 1809461 w 6459988"/>
              <a:gd name="connsiteY83" fmla="*/ 5648628 h 5753325"/>
              <a:gd name="connsiteX84" fmla="*/ 1745150 w 6459988"/>
              <a:gd name="connsiteY84" fmla="*/ 5693879 h 5753325"/>
              <a:gd name="connsiteX85" fmla="*/ 1713375 w 6459988"/>
              <a:gd name="connsiteY85" fmla="*/ 5684672 h 5753325"/>
              <a:gd name="connsiteX86" fmla="*/ 1707808 w 6459988"/>
              <a:gd name="connsiteY86" fmla="*/ 5682611 h 5753325"/>
              <a:gd name="connsiteX87" fmla="*/ 1679313 w 6459988"/>
              <a:gd name="connsiteY87" fmla="*/ 5672360 h 5753325"/>
              <a:gd name="connsiteX88" fmla="*/ 1646933 w 6459988"/>
              <a:gd name="connsiteY88" fmla="*/ 5666227 h 5753325"/>
              <a:gd name="connsiteX89" fmla="*/ 1610055 w 6459988"/>
              <a:gd name="connsiteY89" fmla="*/ 5673643 h 5753325"/>
              <a:gd name="connsiteX90" fmla="*/ 1437641 w 6459988"/>
              <a:gd name="connsiteY90" fmla="*/ 5723266 h 5753325"/>
              <a:gd name="connsiteX91" fmla="*/ 1332869 w 6459988"/>
              <a:gd name="connsiteY91" fmla="*/ 5744752 h 5753325"/>
              <a:gd name="connsiteX92" fmla="*/ 1290525 w 6459988"/>
              <a:gd name="connsiteY92" fmla="*/ 5740036 h 5753325"/>
              <a:gd name="connsiteX93" fmla="*/ 1233107 w 6459988"/>
              <a:gd name="connsiteY93" fmla="*/ 5742106 h 5753325"/>
              <a:gd name="connsiteX94" fmla="*/ 1214532 w 6459988"/>
              <a:gd name="connsiteY94" fmla="*/ 5753325 h 5753325"/>
              <a:gd name="connsiteX95" fmla="*/ 1199955 w 6459988"/>
              <a:gd name="connsiteY95" fmla="*/ 5744831 h 5753325"/>
              <a:gd name="connsiteX96" fmla="*/ 1162337 w 6459988"/>
              <a:gd name="connsiteY96" fmla="*/ 5738048 h 5753325"/>
              <a:gd name="connsiteX97" fmla="*/ 1053457 w 6459988"/>
              <a:gd name="connsiteY97" fmla="*/ 5688676 h 5753325"/>
              <a:gd name="connsiteX98" fmla="*/ 1025798 w 6459988"/>
              <a:gd name="connsiteY98" fmla="*/ 5673166 h 5753325"/>
              <a:gd name="connsiteX99" fmla="*/ 947900 w 6459988"/>
              <a:gd name="connsiteY99" fmla="*/ 5657848 h 5753325"/>
              <a:gd name="connsiteX100" fmla="*/ 815627 w 6459988"/>
              <a:gd name="connsiteY100" fmla="*/ 5642557 h 5753325"/>
              <a:gd name="connsiteX101" fmla="*/ 788251 w 6459988"/>
              <a:gd name="connsiteY101" fmla="*/ 5637065 h 5753325"/>
              <a:gd name="connsiteX102" fmla="*/ 767822 w 6459988"/>
              <a:gd name="connsiteY102" fmla="*/ 5623450 h 5753325"/>
              <a:gd name="connsiteX103" fmla="*/ 765791 w 6459988"/>
              <a:gd name="connsiteY103" fmla="*/ 5612539 h 5753325"/>
              <a:gd name="connsiteX104" fmla="*/ 751230 w 6459988"/>
              <a:gd name="connsiteY104" fmla="*/ 5608092 h 5753325"/>
              <a:gd name="connsiteX105" fmla="*/ 748008 w 6459988"/>
              <a:gd name="connsiteY105" fmla="*/ 5605052 h 5753325"/>
              <a:gd name="connsiteX106" fmla="*/ 728871 w 6459988"/>
              <a:gd name="connsiteY106" fmla="*/ 5589469 h 5753325"/>
              <a:gd name="connsiteX107" fmla="*/ 671898 w 6459988"/>
              <a:gd name="connsiteY107" fmla="*/ 5602363 h 5753325"/>
              <a:gd name="connsiteX108" fmla="*/ 615065 w 6459988"/>
              <a:gd name="connsiteY108" fmla="*/ 5580257 h 5753325"/>
              <a:gd name="connsiteX109" fmla="*/ 355785 w 6459988"/>
              <a:gd name="connsiteY109" fmla="*/ 5514383 h 5753325"/>
              <a:gd name="connsiteX110" fmla="*/ 102269 w 6459988"/>
              <a:gd name="connsiteY110" fmla="*/ 5524347 h 5753325"/>
              <a:gd name="connsiteX111" fmla="*/ 13160 w 6459988"/>
              <a:gd name="connsiteY111" fmla="*/ 5514159 h 5753325"/>
              <a:gd name="connsiteX112" fmla="*/ 0 w 6459988"/>
              <a:gd name="connsiteY112" fmla="*/ 5511735 h 5753325"/>
              <a:gd name="connsiteX113" fmla="*/ 0 w 6459988"/>
              <a:gd name="connsiteY113" fmla="*/ 0 h 5753325"/>
              <a:gd name="connsiteX0" fmla="*/ 0 w 6459988"/>
              <a:gd name="connsiteY0" fmla="*/ 0 h 5753325"/>
              <a:gd name="connsiteX1" fmla="*/ 6438980 w 6459988"/>
              <a:gd name="connsiteY1" fmla="*/ 0 h 5753325"/>
              <a:gd name="connsiteX2" fmla="*/ 6439047 w 6459988"/>
              <a:gd name="connsiteY2" fmla="*/ 147 h 5753325"/>
              <a:gd name="connsiteX3" fmla="*/ 6443456 w 6459988"/>
              <a:gd name="connsiteY3" fmla="*/ 130105 h 5753325"/>
              <a:gd name="connsiteX4" fmla="*/ 6447632 w 6459988"/>
              <a:gd name="connsiteY4" fmla="*/ 170016 h 5753325"/>
              <a:gd name="connsiteX5" fmla="*/ 6396598 w 6459988"/>
              <a:gd name="connsiteY5" fmla="*/ 274847 h 5753325"/>
              <a:gd name="connsiteX6" fmla="*/ 6375685 w 6459988"/>
              <a:gd name="connsiteY6" fmla="*/ 535865 h 5753325"/>
              <a:gd name="connsiteX7" fmla="*/ 6354187 w 6459988"/>
              <a:gd name="connsiteY7" fmla="*/ 615799 h 5753325"/>
              <a:gd name="connsiteX8" fmla="*/ 6459988 w 6459988"/>
              <a:gd name="connsiteY8" fmla="*/ 707628 h 5753325"/>
              <a:gd name="connsiteX9" fmla="*/ 6344988 w 6459988"/>
              <a:gd name="connsiteY9" fmla="*/ 697330 h 5753325"/>
              <a:gd name="connsiteX10" fmla="*/ 6447445 w 6459988"/>
              <a:gd name="connsiteY10" fmla="*/ 780003 h 5753325"/>
              <a:gd name="connsiteX11" fmla="*/ 6426552 w 6459988"/>
              <a:gd name="connsiteY11" fmla="*/ 845805 h 5753325"/>
              <a:gd name="connsiteX12" fmla="*/ 6434072 w 6459988"/>
              <a:gd name="connsiteY12" fmla="*/ 910733 h 5753325"/>
              <a:gd name="connsiteX13" fmla="*/ 6432570 w 6459988"/>
              <a:gd name="connsiteY13" fmla="*/ 983394 h 5753325"/>
              <a:gd name="connsiteX14" fmla="*/ 6431878 w 6459988"/>
              <a:gd name="connsiteY14" fmla="*/ 1026728 h 5753325"/>
              <a:gd name="connsiteX15" fmla="*/ 6414269 w 6459988"/>
              <a:gd name="connsiteY15" fmla="*/ 1151111 h 5753325"/>
              <a:gd name="connsiteX16" fmla="*/ 6371722 w 6459988"/>
              <a:gd name="connsiteY16" fmla="*/ 1318080 h 5753325"/>
              <a:gd name="connsiteX17" fmla="*/ 6356023 w 6459988"/>
              <a:gd name="connsiteY17" fmla="*/ 1356227 h 5753325"/>
              <a:gd name="connsiteX18" fmla="*/ 6356157 w 6459988"/>
              <a:gd name="connsiteY18" fmla="*/ 1361967 h 5753325"/>
              <a:gd name="connsiteX19" fmla="*/ 6350613 w 6459988"/>
              <a:gd name="connsiteY19" fmla="*/ 1393569 h 5753325"/>
              <a:gd name="connsiteX20" fmla="*/ 6357062 w 6459988"/>
              <a:gd name="connsiteY20" fmla="*/ 1444071 h 5753325"/>
              <a:gd name="connsiteX21" fmla="*/ 6364832 w 6459988"/>
              <a:gd name="connsiteY21" fmla="*/ 1478763 h 5753325"/>
              <a:gd name="connsiteX22" fmla="*/ 6369745 w 6459988"/>
              <a:gd name="connsiteY22" fmla="*/ 1495680 h 5753325"/>
              <a:gd name="connsiteX23" fmla="*/ 6370898 w 6459988"/>
              <a:gd name="connsiteY23" fmla="*/ 1513331 h 5753325"/>
              <a:gd name="connsiteX24" fmla="*/ 6368801 w 6459988"/>
              <a:gd name="connsiteY24" fmla="*/ 1527414 h 5753325"/>
              <a:gd name="connsiteX25" fmla="*/ 6359177 w 6459988"/>
              <a:gd name="connsiteY25" fmla="*/ 1639513 h 5753325"/>
              <a:gd name="connsiteX26" fmla="*/ 6299489 w 6459988"/>
              <a:gd name="connsiteY26" fmla="*/ 1784860 h 5753325"/>
              <a:gd name="connsiteX27" fmla="*/ 6267878 w 6459988"/>
              <a:gd name="connsiteY27" fmla="*/ 1858572 h 5753325"/>
              <a:gd name="connsiteX28" fmla="*/ 6251146 w 6459988"/>
              <a:gd name="connsiteY28" fmla="*/ 1926167 h 5753325"/>
              <a:gd name="connsiteX29" fmla="*/ 6210686 w 6459988"/>
              <a:gd name="connsiteY29" fmla="*/ 2014834 h 5753325"/>
              <a:gd name="connsiteX30" fmla="*/ 6106652 w 6459988"/>
              <a:gd name="connsiteY30" fmla="*/ 2150572 h 5753325"/>
              <a:gd name="connsiteX31" fmla="*/ 6097813 w 6459988"/>
              <a:gd name="connsiteY31" fmla="*/ 2172208 h 5753325"/>
              <a:gd name="connsiteX32" fmla="*/ 6095990 w 6459988"/>
              <a:gd name="connsiteY32" fmla="*/ 2181185 h 5753325"/>
              <a:gd name="connsiteX33" fmla="*/ 6090126 w 6459988"/>
              <a:gd name="connsiteY33" fmla="*/ 2192533 h 5753325"/>
              <a:gd name="connsiteX34" fmla="*/ 6089503 w 6459988"/>
              <a:gd name="connsiteY34" fmla="*/ 2192543 h 5753325"/>
              <a:gd name="connsiteX35" fmla="*/ 6084946 w 6459988"/>
              <a:gd name="connsiteY35" fmla="*/ 2203694 h 5753325"/>
              <a:gd name="connsiteX36" fmla="*/ 5987861 w 6459988"/>
              <a:gd name="connsiteY36" fmla="*/ 2304868 h 5753325"/>
              <a:gd name="connsiteX37" fmla="*/ 5973439 w 6459988"/>
              <a:gd name="connsiteY37" fmla="*/ 2385635 h 5753325"/>
              <a:gd name="connsiteX38" fmla="*/ 5916727 w 6459988"/>
              <a:gd name="connsiteY38" fmla="*/ 2458777 h 5753325"/>
              <a:gd name="connsiteX39" fmla="*/ 5856524 w 6459988"/>
              <a:gd name="connsiteY39" fmla="*/ 2583281 h 5753325"/>
              <a:gd name="connsiteX40" fmla="*/ 5838091 w 6459988"/>
              <a:gd name="connsiteY40" fmla="*/ 2753474 h 5753325"/>
              <a:gd name="connsiteX41" fmla="*/ 5777471 w 6459988"/>
              <a:gd name="connsiteY41" fmla="*/ 2901570 h 5753325"/>
              <a:gd name="connsiteX42" fmla="*/ 5723992 w 6459988"/>
              <a:gd name="connsiteY42" fmla="*/ 2998752 h 5753325"/>
              <a:gd name="connsiteX43" fmla="*/ 5557886 w 6459988"/>
              <a:gd name="connsiteY43" fmla="*/ 3329735 h 5753325"/>
              <a:gd name="connsiteX44" fmla="*/ 5471501 w 6459988"/>
              <a:gd name="connsiteY44" fmla="*/ 3462221 h 5753325"/>
              <a:gd name="connsiteX45" fmla="*/ 5465154 w 6459988"/>
              <a:gd name="connsiteY45" fmla="*/ 3541065 h 5753325"/>
              <a:gd name="connsiteX46" fmla="*/ 5437889 w 6459988"/>
              <a:gd name="connsiteY46" fmla="*/ 3559927 h 5753325"/>
              <a:gd name="connsiteX47" fmla="*/ 5432770 w 6459988"/>
              <a:gd name="connsiteY47" fmla="*/ 3562948 h 5753325"/>
              <a:gd name="connsiteX48" fmla="*/ 5406795 w 6459988"/>
              <a:gd name="connsiteY48" fmla="*/ 3578594 h 5753325"/>
              <a:gd name="connsiteX49" fmla="*/ 5381495 w 6459988"/>
              <a:gd name="connsiteY49" fmla="*/ 3599883 h 5753325"/>
              <a:gd name="connsiteX50" fmla="*/ 5363689 w 6459988"/>
              <a:gd name="connsiteY50" fmla="*/ 3633299 h 5753325"/>
              <a:gd name="connsiteX51" fmla="*/ 5291870 w 6459988"/>
              <a:gd name="connsiteY51" fmla="*/ 3799039 h 5753325"/>
              <a:gd name="connsiteX52" fmla="*/ 5241600 w 6459988"/>
              <a:gd name="connsiteY52" fmla="*/ 3894238 h 5753325"/>
              <a:gd name="connsiteX53" fmla="*/ 5211041 w 6459988"/>
              <a:gd name="connsiteY53" fmla="*/ 3924184 h 5753325"/>
              <a:gd name="connsiteX54" fmla="*/ 5176073 w 6459988"/>
              <a:gd name="connsiteY54" fmla="*/ 3970179 h 5753325"/>
              <a:gd name="connsiteX55" fmla="*/ 5172826 w 6459988"/>
              <a:gd name="connsiteY55" fmla="*/ 3991773 h 5753325"/>
              <a:gd name="connsiteX56" fmla="*/ 5157053 w 6459988"/>
              <a:gd name="connsiteY56" fmla="*/ 3997708 h 5753325"/>
              <a:gd name="connsiteX57" fmla="*/ 5127922 w 6459988"/>
              <a:gd name="connsiteY57" fmla="*/ 4022660 h 5753325"/>
              <a:gd name="connsiteX58" fmla="*/ 5020872 w 6459988"/>
              <a:gd name="connsiteY58" fmla="*/ 4075951 h 5753325"/>
              <a:gd name="connsiteX59" fmla="*/ 4991410 w 6459988"/>
              <a:gd name="connsiteY59" fmla="*/ 4087598 h 5753325"/>
              <a:gd name="connsiteX60" fmla="*/ 4930112 w 6459988"/>
              <a:gd name="connsiteY60" fmla="*/ 4138459 h 5753325"/>
              <a:gd name="connsiteX61" fmla="*/ 4834224 w 6459988"/>
              <a:gd name="connsiteY61" fmla="*/ 4231643 h 5753325"/>
              <a:gd name="connsiteX62" fmla="*/ 4812599 w 6459988"/>
              <a:gd name="connsiteY62" fmla="*/ 4249449 h 5753325"/>
              <a:gd name="connsiteX63" fmla="*/ 4789188 w 6459988"/>
              <a:gd name="connsiteY63" fmla="*/ 4256678 h 5753325"/>
              <a:gd name="connsiteX64" fmla="*/ 4779554 w 6459988"/>
              <a:gd name="connsiteY64" fmla="*/ 4251313 h 5753325"/>
              <a:gd name="connsiteX65" fmla="*/ 4766885 w 6459988"/>
              <a:gd name="connsiteY65" fmla="*/ 4259812 h 5753325"/>
              <a:gd name="connsiteX66" fmla="*/ 4762510 w 6459988"/>
              <a:gd name="connsiteY66" fmla="*/ 4260383 h 5753325"/>
              <a:gd name="connsiteX67" fmla="*/ 4738416 w 6459988"/>
              <a:gd name="connsiteY67" fmla="*/ 4265355 h 5753325"/>
              <a:gd name="connsiteX68" fmla="*/ 4712007 w 6459988"/>
              <a:gd name="connsiteY68" fmla="*/ 4317892 h 5753325"/>
              <a:gd name="connsiteX69" fmla="*/ 4658930 w 6459988"/>
              <a:gd name="connsiteY69" fmla="*/ 4348041 h 5753325"/>
              <a:gd name="connsiteX70" fmla="*/ 4443526 w 6459988"/>
              <a:gd name="connsiteY70" fmla="*/ 4507851 h 5753325"/>
              <a:gd name="connsiteX71" fmla="*/ 4289766 w 6459988"/>
              <a:gd name="connsiteY71" fmla="*/ 4711450 h 5753325"/>
              <a:gd name="connsiteX72" fmla="*/ 4150870 w 6459988"/>
              <a:gd name="connsiteY72" fmla="*/ 4818480 h 5753325"/>
              <a:gd name="connsiteX73" fmla="*/ 4006639 w 6459988"/>
              <a:gd name="connsiteY73" fmla="*/ 4933815 h 5753325"/>
              <a:gd name="connsiteX74" fmla="*/ 3298210 w 6459988"/>
              <a:gd name="connsiteY74" fmla="*/ 5070790 h 5753325"/>
              <a:gd name="connsiteX75" fmla="*/ 2947678 w 6459988"/>
              <a:gd name="connsiteY75" fmla="*/ 5117869 h 5753325"/>
              <a:gd name="connsiteX76" fmla="*/ 2822169 w 6459988"/>
              <a:gd name="connsiteY76" fmla="*/ 5129396 h 5753325"/>
              <a:gd name="connsiteX77" fmla="*/ 2538773 w 6459988"/>
              <a:gd name="connsiteY77" fmla="*/ 5313397 h 5753325"/>
              <a:gd name="connsiteX78" fmla="*/ 2014500 w 6459988"/>
              <a:gd name="connsiteY78" fmla="*/ 5519744 h 5753325"/>
              <a:gd name="connsiteX79" fmla="*/ 1934391 w 6459988"/>
              <a:gd name="connsiteY79" fmla="*/ 5591335 h 5753325"/>
              <a:gd name="connsiteX80" fmla="*/ 1892550 w 6459988"/>
              <a:gd name="connsiteY80" fmla="*/ 5649708 h 5753325"/>
              <a:gd name="connsiteX81" fmla="*/ 1854769 w 6459988"/>
              <a:gd name="connsiteY81" fmla="*/ 5647691 h 5753325"/>
              <a:gd name="connsiteX82" fmla="*/ 1809461 w 6459988"/>
              <a:gd name="connsiteY82" fmla="*/ 5648628 h 5753325"/>
              <a:gd name="connsiteX83" fmla="*/ 1745150 w 6459988"/>
              <a:gd name="connsiteY83" fmla="*/ 5693879 h 5753325"/>
              <a:gd name="connsiteX84" fmla="*/ 1713375 w 6459988"/>
              <a:gd name="connsiteY84" fmla="*/ 5684672 h 5753325"/>
              <a:gd name="connsiteX85" fmla="*/ 1707808 w 6459988"/>
              <a:gd name="connsiteY85" fmla="*/ 5682611 h 5753325"/>
              <a:gd name="connsiteX86" fmla="*/ 1679313 w 6459988"/>
              <a:gd name="connsiteY86" fmla="*/ 5672360 h 5753325"/>
              <a:gd name="connsiteX87" fmla="*/ 1646933 w 6459988"/>
              <a:gd name="connsiteY87" fmla="*/ 5666227 h 5753325"/>
              <a:gd name="connsiteX88" fmla="*/ 1610055 w 6459988"/>
              <a:gd name="connsiteY88" fmla="*/ 5673643 h 5753325"/>
              <a:gd name="connsiteX89" fmla="*/ 1437641 w 6459988"/>
              <a:gd name="connsiteY89" fmla="*/ 5723266 h 5753325"/>
              <a:gd name="connsiteX90" fmla="*/ 1332869 w 6459988"/>
              <a:gd name="connsiteY90" fmla="*/ 5744752 h 5753325"/>
              <a:gd name="connsiteX91" fmla="*/ 1290525 w 6459988"/>
              <a:gd name="connsiteY91" fmla="*/ 5740036 h 5753325"/>
              <a:gd name="connsiteX92" fmla="*/ 1233107 w 6459988"/>
              <a:gd name="connsiteY92" fmla="*/ 5742106 h 5753325"/>
              <a:gd name="connsiteX93" fmla="*/ 1214532 w 6459988"/>
              <a:gd name="connsiteY93" fmla="*/ 5753325 h 5753325"/>
              <a:gd name="connsiteX94" fmla="*/ 1199955 w 6459988"/>
              <a:gd name="connsiteY94" fmla="*/ 5744831 h 5753325"/>
              <a:gd name="connsiteX95" fmla="*/ 1162337 w 6459988"/>
              <a:gd name="connsiteY95" fmla="*/ 5738048 h 5753325"/>
              <a:gd name="connsiteX96" fmla="*/ 1053457 w 6459988"/>
              <a:gd name="connsiteY96" fmla="*/ 5688676 h 5753325"/>
              <a:gd name="connsiteX97" fmla="*/ 1025798 w 6459988"/>
              <a:gd name="connsiteY97" fmla="*/ 5673166 h 5753325"/>
              <a:gd name="connsiteX98" fmla="*/ 947900 w 6459988"/>
              <a:gd name="connsiteY98" fmla="*/ 5657848 h 5753325"/>
              <a:gd name="connsiteX99" fmla="*/ 815627 w 6459988"/>
              <a:gd name="connsiteY99" fmla="*/ 5642557 h 5753325"/>
              <a:gd name="connsiteX100" fmla="*/ 788251 w 6459988"/>
              <a:gd name="connsiteY100" fmla="*/ 5637065 h 5753325"/>
              <a:gd name="connsiteX101" fmla="*/ 767822 w 6459988"/>
              <a:gd name="connsiteY101" fmla="*/ 5623450 h 5753325"/>
              <a:gd name="connsiteX102" fmla="*/ 765791 w 6459988"/>
              <a:gd name="connsiteY102" fmla="*/ 5612539 h 5753325"/>
              <a:gd name="connsiteX103" fmla="*/ 751230 w 6459988"/>
              <a:gd name="connsiteY103" fmla="*/ 5608092 h 5753325"/>
              <a:gd name="connsiteX104" fmla="*/ 748008 w 6459988"/>
              <a:gd name="connsiteY104" fmla="*/ 5605052 h 5753325"/>
              <a:gd name="connsiteX105" fmla="*/ 728871 w 6459988"/>
              <a:gd name="connsiteY105" fmla="*/ 5589469 h 5753325"/>
              <a:gd name="connsiteX106" fmla="*/ 671898 w 6459988"/>
              <a:gd name="connsiteY106" fmla="*/ 5602363 h 5753325"/>
              <a:gd name="connsiteX107" fmla="*/ 615065 w 6459988"/>
              <a:gd name="connsiteY107" fmla="*/ 5580257 h 5753325"/>
              <a:gd name="connsiteX108" fmla="*/ 355785 w 6459988"/>
              <a:gd name="connsiteY108" fmla="*/ 5514383 h 5753325"/>
              <a:gd name="connsiteX109" fmla="*/ 102269 w 6459988"/>
              <a:gd name="connsiteY109" fmla="*/ 5524347 h 5753325"/>
              <a:gd name="connsiteX110" fmla="*/ 13160 w 6459988"/>
              <a:gd name="connsiteY110" fmla="*/ 5514159 h 5753325"/>
              <a:gd name="connsiteX111" fmla="*/ 0 w 6459988"/>
              <a:gd name="connsiteY111" fmla="*/ 5511735 h 5753325"/>
              <a:gd name="connsiteX112" fmla="*/ 0 w 6459988"/>
              <a:gd name="connsiteY112" fmla="*/ 0 h 5753325"/>
              <a:gd name="connsiteX0" fmla="*/ 0 w 6447632"/>
              <a:gd name="connsiteY0" fmla="*/ 0 h 5753325"/>
              <a:gd name="connsiteX1" fmla="*/ 6438980 w 6447632"/>
              <a:gd name="connsiteY1" fmla="*/ 0 h 5753325"/>
              <a:gd name="connsiteX2" fmla="*/ 6439047 w 6447632"/>
              <a:gd name="connsiteY2" fmla="*/ 147 h 5753325"/>
              <a:gd name="connsiteX3" fmla="*/ 6443456 w 6447632"/>
              <a:gd name="connsiteY3" fmla="*/ 130105 h 5753325"/>
              <a:gd name="connsiteX4" fmla="*/ 6447632 w 6447632"/>
              <a:gd name="connsiteY4" fmla="*/ 170016 h 5753325"/>
              <a:gd name="connsiteX5" fmla="*/ 6396598 w 6447632"/>
              <a:gd name="connsiteY5" fmla="*/ 274847 h 5753325"/>
              <a:gd name="connsiteX6" fmla="*/ 6375685 w 6447632"/>
              <a:gd name="connsiteY6" fmla="*/ 535865 h 5753325"/>
              <a:gd name="connsiteX7" fmla="*/ 6354187 w 6447632"/>
              <a:gd name="connsiteY7" fmla="*/ 615799 h 5753325"/>
              <a:gd name="connsiteX8" fmla="*/ 6303977 w 6447632"/>
              <a:gd name="connsiteY8" fmla="*/ 664291 h 5753325"/>
              <a:gd name="connsiteX9" fmla="*/ 6344988 w 6447632"/>
              <a:gd name="connsiteY9" fmla="*/ 697330 h 5753325"/>
              <a:gd name="connsiteX10" fmla="*/ 6447445 w 6447632"/>
              <a:gd name="connsiteY10" fmla="*/ 780003 h 5753325"/>
              <a:gd name="connsiteX11" fmla="*/ 6426552 w 6447632"/>
              <a:gd name="connsiteY11" fmla="*/ 845805 h 5753325"/>
              <a:gd name="connsiteX12" fmla="*/ 6434072 w 6447632"/>
              <a:gd name="connsiteY12" fmla="*/ 910733 h 5753325"/>
              <a:gd name="connsiteX13" fmla="*/ 6432570 w 6447632"/>
              <a:gd name="connsiteY13" fmla="*/ 983394 h 5753325"/>
              <a:gd name="connsiteX14" fmla="*/ 6431878 w 6447632"/>
              <a:gd name="connsiteY14" fmla="*/ 1026728 h 5753325"/>
              <a:gd name="connsiteX15" fmla="*/ 6414269 w 6447632"/>
              <a:gd name="connsiteY15" fmla="*/ 1151111 h 5753325"/>
              <a:gd name="connsiteX16" fmla="*/ 6371722 w 6447632"/>
              <a:gd name="connsiteY16" fmla="*/ 1318080 h 5753325"/>
              <a:gd name="connsiteX17" fmla="*/ 6356023 w 6447632"/>
              <a:gd name="connsiteY17" fmla="*/ 1356227 h 5753325"/>
              <a:gd name="connsiteX18" fmla="*/ 6356157 w 6447632"/>
              <a:gd name="connsiteY18" fmla="*/ 1361967 h 5753325"/>
              <a:gd name="connsiteX19" fmla="*/ 6350613 w 6447632"/>
              <a:gd name="connsiteY19" fmla="*/ 1393569 h 5753325"/>
              <a:gd name="connsiteX20" fmla="*/ 6357062 w 6447632"/>
              <a:gd name="connsiteY20" fmla="*/ 1444071 h 5753325"/>
              <a:gd name="connsiteX21" fmla="*/ 6364832 w 6447632"/>
              <a:gd name="connsiteY21" fmla="*/ 1478763 h 5753325"/>
              <a:gd name="connsiteX22" fmla="*/ 6369745 w 6447632"/>
              <a:gd name="connsiteY22" fmla="*/ 1495680 h 5753325"/>
              <a:gd name="connsiteX23" fmla="*/ 6370898 w 6447632"/>
              <a:gd name="connsiteY23" fmla="*/ 1513331 h 5753325"/>
              <a:gd name="connsiteX24" fmla="*/ 6368801 w 6447632"/>
              <a:gd name="connsiteY24" fmla="*/ 1527414 h 5753325"/>
              <a:gd name="connsiteX25" fmla="*/ 6359177 w 6447632"/>
              <a:gd name="connsiteY25" fmla="*/ 1639513 h 5753325"/>
              <a:gd name="connsiteX26" fmla="*/ 6299489 w 6447632"/>
              <a:gd name="connsiteY26" fmla="*/ 1784860 h 5753325"/>
              <a:gd name="connsiteX27" fmla="*/ 6267878 w 6447632"/>
              <a:gd name="connsiteY27" fmla="*/ 1858572 h 5753325"/>
              <a:gd name="connsiteX28" fmla="*/ 6251146 w 6447632"/>
              <a:gd name="connsiteY28" fmla="*/ 1926167 h 5753325"/>
              <a:gd name="connsiteX29" fmla="*/ 6210686 w 6447632"/>
              <a:gd name="connsiteY29" fmla="*/ 2014834 h 5753325"/>
              <a:gd name="connsiteX30" fmla="*/ 6106652 w 6447632"/>
              <a:gd name="connsiteY30" fmla="*/ 2150572 h 5753325"/>
              <a:gd name="connsiteX31" fmla="*/ 6097813 w 6447632"/>
              <a:gd name="connsiteY31" fmla="*/ 2172208 h 5753325"/>
              <a:gd name="connsiteX32" fmla="*/ 6095990 w 6447632"/>
              <a:gd name="connsiteY32" fmla="*/ 2181185 h 5753325"/>
              <a:gd name="connsiteX33" fmla="*/ 6090126 w 6447632"/>
              <a:gd name="connsiteY33" fmla="*/ 2192533 h 5753325"/>
              <a:gd name="connsiteX34" fmla="*/ 6089503 w 6447632"/>
              <a:gd name="connsiteY34" fmla="*/ 2192543 h 5753325"/>
              <a:gd name="connsiteX35" fmla="*/ 6084946 w 6447632"/>
              <a:gd name="connsiteY35" fmla="*/ 2203694 h 5753325"/>
              <a:gd name="connsiteX36" fmla="*/ 5987861 w 6447632"/>
              <a:gd name="connsiteY36" fmla="*/ 2304868 h 5753325"/>
              <a:gd name="connsiteX37" fmla="*/ 5973439 w 6447632"/>
              <a:gd name="connsiteY37" fmla="*/ 2385635 h 5753325"/>
              <a:gd name="connsiteX38" fmla="*/ 5916727 w 6447632"/>
              <a:gd name="connsiteY38" fmla="*/ 2458777 h 5753325"/>
              <a:gd name="connsiteX39" fmla="*/ 5856524 w 6447632"/>
              <a:gd name="connsiteY39" fmla="*/ 2583281 h 5753325"/>
              <a:gd name="connsiteX40" fmla="*/ 5838091 w 6447632"/>
              <a:gd name="connsiteY40" fmla="*/ 2753474 h 5753325"/>
              <a:gd name="connsiteX41" fmla="*/ 5777471 w 6447632"/>
              <a:gd name="connsiteY41" fmla="*/ 2901570 h 5753325"/>
              <a:gd name="connsiteX42" fmla="*/ 5723992 w 6447632"/>
              <a:gd name="connsiteY42" fmla="*/ 2998752 h 5753325"/>
              <a:gd name="connsiteX43" fmla="*/ 5557886 w 6447632"/>
              <a:gd name="connsiteY43" fmla="*/ 3329735 h 5753325"/>
              <a:gd name="connsiteX44" fmla="*/ 5471501 w 6447632"/>
              <a:gd name="connsiteY44" fmla="*/ 3462221 h 5753325"/>
              <a:gd name="connsiteX45" fmla="*/ 5465154 w 6447632"/>
              <a:gd name="connsiteY45" fmla="*/ 3541065 h 5753325"/>
              <a:gd name="connsiteX46" fmla="*/ 5437889 w 6447632"/>
              <a:gd name="connsiteY46" fmla="*/ 3559927 h 5753325"/>
              <a:gd name="connsiteX47" fmla="*/ 5432770 w 6447632"/>
              <a:gd name="connsiteY47" fmla="*/ 3562948 h 5753325"/>
              <a:gd name="connsiteX48" fmla="*/ 5406795 w 6447632"/>
              <a:gd name="connsiteY48" fmla="*/ 3578594 h 5753325"/>
              <a:gd name="connsiteX49" fmla="*/ 5381495 w 6447632"/>
              <a:gd name="connsiteY49" fmla="*/ 3599883 h 5753325"/>
              <a:gd name="connsiteX50" fmla="*/ 5363689 w 6447632"/>
              <a:gd name="connsiteY50" fmla="*/ 3633299 h 5753325"/>
              <a:gd name="connsiteX51" fmla="*/ 5291870 w 6447632"/>
              <a:gd name="connsiteY51" fmla="*/ 3799039 h 5753325"/>
              <a:gd name="connsiteX52" fmla="*/ 5241600 w 6447632"/>
              <a:gd name="connsiteY52" fmla="*/ 3894238 h 5753325"/>
              <a:gd name="connsiteX53" fmla="*/ 5211041 w 6447632"/>
              <a:gd name="connsiteY53" fmla="*/ 3924184 h 5753325"/>
              <a:gd name="connsiteX54" fmla="*/ 5176073 w 6447632"/>
              <a:gd name="connsiteY54" fmla="*/ 3970179 h 5753325"/>
              <a:gd name="connsiteX55" fmla="*/ 5172826 w 6447632"/>
              <a:gd name="connsiteY55" fmla="*/ 3991773 h 5753325"/>
              <a:gd name="connsiteX56" fmla="*/ 5157053 w 6447632"/>
              <a:gd name="connsiteY56" fmla="*/ 3997708 h 5753325"/>
              <a:gd name="connsiteX57" fmla="*/ 5127922 w 6447632"/>
              <a:gd name="connsiteY57" fmla="*/ 4022660 h 5753325"/>
              <a:gd name="connsiteX58" fmla="*/ 5020872 w 6447632"/>
              <a:gd name="connsiteY58" fmla="*/ 4075951 h 5753325"/>
              <a:gd name="connsiteX59" fmla="*/ 4991410 w 6447632"/>
              <a:gd name="connsiteY59" fmla="*/ 4087598 h 5753325"/>
              <a:gd name="connsiteX60" fmla="*/ 4930112 w 6447632"/>
              <a:gd name="connsiteY60" fmla="*/ 4138459 h 5753325"/>
              <a:gd name="connsiteX61" fmla="*/ 4834224 w 6447632"/>
              <a:gd name="connsiteY61" fmla="*/ 4231643 h 5753325"/>
              <a:gd name="connsiteX62" fmla="*/ 4812599 w 6447632"/>
              <a:gd name="connsiteY62" fmla="*/ 4249449 h 5753325"/>
              <a:gd name="connsiteX63" fmla="*/ 4789188 w 6447632"/>
              <a:gd name="connsiteY63" fmla="*/ 4256678 h 5753325"/>
              <a:gd name="connsiteX64" fmla="*/ 4779554 w 6447632"/>
              <a:gd name="connsiteY64" fmla="*/ 4251313 h 5753325"/>
              <a:gd name="connsiteX65" fmla="*/ 4766885 w 6447632"/>
              <a:gd name="connsiteY65" fmla="*/ 4259812 h 5753325"/>
              <a:gd name="connsiteX66" fmla="*/ 4762510 w 6447632"/>
              <a:gd name="connsiteY66" fmla="*/ 4260383 h 5753325"/>
              <a:gd name="connsiteX67" fmla="*/ 4738416 w 6447632"/>
              <a:gd name="connsiteY67" fmla="*/ 4265355 h 5753325"/>
              <a:gd name="connsiteX68" fmla="*/ 4712007 w 6447632"/>
              <a:gd name="connsiteY68" fmla="*/ 4317892 h 5753325"/>
              <a:gd name="connsiteX69" fmla="*/ 4658930 w 6447632"/>
              <a:gd name="connsiteY69" fmla="*/ 4348041 h 5753325"/>
              <a:gd name="connsiteX70" fmla="*/ 4443526 w 6447632"/>
              <a:gd name="connsiteY70" fmla="*/ 4507851 h 5753325"/>
              <a:gd name="connsiteX71" fmla="*/ 4289766 w 6447632"/>
              <a:gd name="connsiteY71" fmla="*/ 4711450 h 5753325"/>
              <a:gd name="connsiteX72" fmla="*/ 4150870 w 6447632"/>
              <a:gd name="connsiteY72" fmla="*/ 4818480 h 5753325"/>
              <a:gd name="connsiteX73" fmla="*/ 4006639 w 6447632"/>
              <a:gd name="connsiteY73" fmla="*/ 4933815 h 5753325"/>
              <a:gd name="connsiteX74" fmla="*/ 3298210 w 6447632"/>
              <a:gd name="connsiteY74" fmla="*/ 5070790 h 5753325"/>
              <a:gd name="connsiteX75" fmla="*/ 2947678 w 6447632"/>
              <a:gd name="connsiteY75" fmla="*/ 5117869 h 5753325"/>
              <a:gd name="connsiteX76" fmla="*/ 2822169 w 6447632"/>
              <a:gd name="connsiteY76" fmla="*/ 5129396 h 5753325"/>
              <a:gd name="connsiteX77" fmla="*/ 2538773 w 6447632"/>
              <a:gd name="connsiteY77" fmla="*/ 5313397 h 5753325"/>
              <a:gd name="connsiteX78" fmla="*/ 2014500 w 6447632"/>
              <a:gd name="connsiteY78" fmla="*/ 5519744 h 5753325"/>
              <a:gd name="connsiteX79" fmla="*/ 1934391 w 6447632"/>
              <a:gd name="connsiteY79" fmla="*/ 5591335 h 5753325"/>
              <a:gd name="connsiteX80" fmla="*/ 1892550 w 6447632"/>
              <a:gd name="connsiteY80" fmla="*/ 5649708 h 5753325"/>
              <a:gd name="connsiteX81" fmla="*/ 1854769 w 6447632"/>
              <a:gd name="connsiteY81" fmla="*/ 5647691 h 5753325"/>
              <a:gd name="connsiteX82" fmla="*/ 1809461 w 6447632"/>
              <a:gd name="connsiteY82" fmla="*/ 5648628 h 5753325"/>
              <a:gd name="connsiteX83" fmla="*/ 1745150 w 6447632"/>
              <a:gd name="connsiteY83" fmla="*/ 5693879 h 5753325"/>
              <a:gd name="connsiteX84" fmla="*/ 1713375 w 6447632"/>
              <a:gd name="connsiteY84" fmla="*/ 5684672 h 5753325"/>
              <a:gd name="connsiteX85" fmla="*/ 1707808 w 6447632"/>
              <a:gd name="connsiteY85" fmla="*/ 5682611 h 5753325"/>
              <a:gd name="connsiteX86" fmla="*/ 1679313 w 6447632"/>
              <a:gd name="connsiteY86" fmla="*/ 5672360 h 5753325"/>
              <a:gd name="connsiteX87" fmla="*/ 1646933 w 6447632"/>
              <a:gd name="connsiteY87" fmla="*/ 5666227 h 5753325"/>
              <a:gd name="connsiteX88" fmla="*/ 1610055 w 6447632"/>
              <a:gd name="connsiteY88" fmla="*/ 5673643 h 5753325"/>
              <a:gd name="connsiteX89" fmla="*/ 1437641 w 6447632"/>
              <a:gd name="connsiteY89" fmla="*/ 5723266 h 5753325"/>
              <a:gd name="connsiteX90" fmla="*/ 1332869 w 6447632"/>
              <a:gd name="connsiteY90" fmla="*/ 5744752 h 5753325"/>
              <a:gd name="connsiteX91" fmla="*/ 1290525 w 6447632"/>
              <a:gd name="connsiteY91" fmla="*/ 5740036 h 5753325"/>
              <a:gd name="connsiteX92" fmla="*/ 1233107 w 6447632"/>
              <a:gd name="connsiteY92" fmla="*/ 5742106 h 5753325"/>
              <a:gd name="connsiteX93" fmla="*/ 1214532 w 6447632"/>
              <a:gd name="connsiteY93" fmla="*/ 5753325 h 5753325"/>
              <a:gd name="connsiteX94" fmla="*/ 1199955 w 6447632"/>
              <a:gd name="connsiteY94" fmla="*/ 5744831 h 5753325"/>
              <a:gd name="connsiteX95" fmla="*/ 1162337 w 6447632"/>
              <a:gd name="connsiteY95" fmla="*/ 5738048 h 5753325"/>
              <a:gd name="connsiteX96" fmla="*/ 1053457 w 6447632"/>
              <a:gd name="connsiteY96" fmla="*/ 5688676 h 5753325"/>
              <a:gd name="connsiteX97" fmla="*/ 1025798 w 6447632"/>
              <a:gd name="connsiteY97" fmla="*/ 5673166 h 5753325"/>
              <a:gd name="connsiteX98" fmla="*/ 947900 w 6447632"/>
              <a:gd name="connsiteY98" fmla="*/ 5657848 h 5753325"/>
              <a:gd name="connsiteX99" fmla="*/ 815627 w 6447632"/>
              <a:gd name="connsiteY99" fmla="*/ 5642557 h 5753325"/>
              <a:gd name="connsiteX100" fmla="*/ 788251 w 6447632"/>
              <a:gd name="connsiteY100" fmla="*/ 5637065 h 5753325"/>
              <a:gd name="connsiteX101" fmla="*/ 767822 w 6447632"/>
              <a:gd name="connsiteY101" fmla="*/ 5623450 h 5753325"/>
              <a:gd name="connsiteX102" fmla="*/ 765791 w 6447632"/>
              <a:gd name="connsiteY102" fmla="*/ 5612539 h 5753325"/>
              <a:gd name="connsiteX103" fmla="*/ 751230 w 6447632"/>
              <a:gd name="connsiteY103" fmla="*/ 5608092 h 5753325"/>
              <a:gd name="connsiteX104" fmla="*/ 748008 w 6447632"/>
              <a:gd name="connsiteY104" fmla="*/ 5605052 h 5753325"/>
              <a:gd name="connsiteX105" fmla="*/ 728871 w 6447632"/>
              <a:gd name="connsiteY105" fmla="*/ 5589469 h 5753325"/>
              <a:gd name="connsiteX106" fmla="*/ 671898 w 6447632"/>
              <a:gd name="connsiteY106" fmla="*/ 5602363 h 5753325"/>
              <a:gd name="connsiteX107" fmla="*/ 615065 w 6447632"/>
              <a:gd name="connsiteY107" fmla="*/ 5580257 h 5753325"/>
              <a:gd name="connsiteX108" fmla="*/ 355785 w 6447632"/>
              <a:gd name="connsiteY108" fmla="*/ 5514383 h 5753325"/>
              <a:gd name="connsiteX109" fmla="*/ 102269 w 6447632"/>
              <a:gd name="connsiteY109" fmla="*/ 5524347 h 5753325"/>
              <a:gd name="connsiteX110" fmla="*/ 13160 w 6447632"/>
              <a:gd name="connsiteY110" fmla="*/ 5514159 h 5753325"/>
              <a:gd name="connsiteX111" fmla="*/ 0 w 6447632"/>
              <a:gd name="connsiteY111" fmla="*/ 5511735 h 5753325"/>
              <a:gd name="connsiteX112" fmla="*/ 0 w 6447632"/>
              <a:gd name="connsiteY112" fmla="*/ 0 h 5753325"/>
              <a:gd name="connsiteX0" fmla="*/ 0 w 6447632"/>
              <a:gd name="connsiteY0" fmla="*/ 0 h 5753325"/>
              <a:gd name="connsiteX1" fmla="*/ 6438980 w 6447632"/>
              <a:gd name="connsiteY1" fmla="*/ 0 h 5753325"/>
              <a:gd name="connsiteX2" fmla="*/ 6439047 w 6447632"/>
              <a:gd name="connsiteY2" fmla="*/ 147 h 5753325"/>
              <a:gd name="connsiteX3" fmla="*/ 6443456 w 6447632"/>
              <a:gd name="connsiteY3" fmla="*/ 130105 h 5753325"/>
              <a:gd name="connsiteX4" fmla="*/ 6447632 w 6447632"/>
              <a:gd name="connsiteY4" fmla="*/ 170016 h 5753325"/>
              <a:gd name="connsiteX5" fmla="*/ 6396598 w 6447632"/>
              <a:gd name="connsiteY5" fmla="*/ 274847 h 5753325"/>
              <a:gd name="connsiteX6" fmla="*/ 6375685 w 6447632"/>
              <a:gd name="connsiteY6" fmla="*/ 535865 h 5753325"/>
              <a:gd name="connsiteX7" fmla="*/ 6354187 w 6447632"/>
              <a:gd name="connsiteY7" fmla="*/ 615799 h 5753325"/>
              <a:gd name="connsiteX8" fmla="*/ 6303977 w 6447632"/>
              <a:gd name="connsiteY8" fmla="*/ 664291 h 5753325"/>
              <a:gd name="connsiteX9" fmla="*/ 6344988 w 6447632"/>
              <a:gd name="connsiteY9" fmla="*/ 697330 h 5753325"/>
              <a:gd name="connsiteX10" fmla="*/ 6334770 w 6447632"/>
              <a:gd name="connsiteY10" fmla="*/ 754001 h 5753325"/>
              <a:gd name="connsiteX11" fmla="*/ 6426552 w 6447632"/>
              <a:gd name="connsiteY11" fmla="*/ 845805 h 5753325"/>
              <a:gd name="connsiteX12" fmla="*/ 6434072 w 6447632"/>
              <a:gd name="connsiteY12" fmla="*/ 910733 h 5753325"/>
              <a:gd name="connsiteX13" fmla="*/ 6432570 w 6447632"/>
              <a:gd name="connsiteY13" fmla="*/ 983394 h 5753325"/>
              <a:gd name="connsiteX14" fmla="*/ 6431878 w 6447632"/>
              <a:gd name="connsiteY14" fmla="*/ 1026728 h 5753325"/>
              <a:gd name="connsiteX15" fmla="*/ 6414269 w 6447632"/>
              <a:gd name="connsiteY15" fmla="*/ 1151111 h 5753325"/>
              <a:gd name="connsiteX16" fmla="*/ 6371722 w 6447632"/>
              <a:gd name="connsiteY16" fmla="*/ 1318080 h 5753325"/>
              <a:gd name="connsiteX17" fmla="*/ 6356023 w 6447632"/>
              <a:gd name="connsiteY17" fmla="*/ 1356227 h 5753325"/>
              <a:gd name="connsiteX18" fmla="*/ 6356157 w 6447632"/>
              <a:gd name="connsiteY18" fmla="*/ 1361967 h 5753325"/>
              <a:gd name="connsiteX19" fmla="*/ 6350613 w 6447632"/>
              <a:gd name="connsiteY19" fmla="*/ 1393569 h 5753325"/>
              <a:gd name="connsiteX20" fmla="*/ 6357062 w 6447632"/>
              <a:gd name="connsiteY20" fmla="*/ 1444071 h 5753325"/>
              <a:gd name="connsiteX21" fmla="*/ 6364832 w 6447632"/>
              <a:gd name="connsiteY21" fmla="*/ 1478763 h 5753325"/>
              <a:gd name="connsiteX22" fmla="*/ 6369745 w 6447632"/>
              <a:gd name="connsiteY22" fmla="*/ 1495680 h 5753325"/>
              <a:gd name="connsiteX23" fmla="*/ 6370898 w 6447632"/>
              <a:gd name="connsiteY23" fmla="*/ 1513331 h 5753325"/>
              <a:gd name="connsiteX24" fmla="*/ 6368801 w 6447632"/>
              <a:gd name="connsiteY24" fmla="*/ 1527414 h 5753325"/>
              <a:gd name="connsiteX25" fmla="*/ 6359177 w 6447632"/>
              <a:gd name="connsiteY25" fmla="*/ 1639513 h 5753325"/>
              <a:gd name="connsiteX26" fmla="*/ 6299489 w 6447632"/>
              <a:gd name="connsiteY26" fmla="*/ 1784860 h 5753325"/>
              <a:gd name="connsiteX27" fmla="*/ 6267878 w 6447632"/>
              <a:gd name="connsiteY27" fmla="*/ 1858572 h 5753325"/>
              <a:gd name="connsiteX28" fmla="*/ 6251146 w 6447632"/>
              <a:gd name="connsiteY28" fmla="*/ 1926167 h 5753325"/>
              <a:gd name="connsiteX29" fmla="*/ 6210686 w 6447632"/>
              <a:gd name="connsiteY29" fmla="*/ 2014834 h 5753325"/>
              <a:gd name="connsiteX30" fmla="*/ 6106652 w 6447632"/>
              <a:gd name="connsiteY30" fmla="*/ 2150572 h 5753325"/>
              <a:gd name="connsiteX31" fmla="*/ 6097813 w 6447632"/>
              <a:gd name="connsiteY31" fmla="*/ 2172208 h 5753325"/>
              <a:gd name="connsiteX32" fmla="*/ 6095990 w 6447632"/>
              <a:gd name="connsiteY32" fmla="*/ 2181185 h 5753325"/>
              <a:gd name="connsiteX33" fmla="*/ 6090126 w 6447632"/>
              <a:gd name="connsiteY33" fmla="*/ 2192533 h 5753325"/>
              <a:gd name="connsiteX34" fmla="*/ 6089503 w 6447632"/>
              <a:gd name="connsiteY34" fmla="*/ 2192543 h 5753325"/>
              <a:gd name="connsiteX35" fmla="*/ 6084946 w 6447632"/>
              <a:gd name="connsiteY35" fmla="*/ 2203694 h 5753325"/>
              <a:gd name="connsiteX36" fmla="*/ 5987861 w 6447632"/>
              <a:gd name="connsiteY36" fmla="*/ 2304868 h 5753325"/>
              <a:gd name="connsiteX37" fmla="*/ 5973439 w 6447632"/>
              <a:gd name="connsiteY37" fmla="*/ 2385635 h 5753325"/>
              <a:gd name="connsiteX38" fmla="*/ 5916727 w 6447632"/>
              <a:gd name="connsiteY38" fmla="*/ 2458777 h 5753325"/>
              <a:gd name="connsiteX39" fmla="*/ 5856524 w 6447632"/>
              <a:gd name="connsiteY39" fmla="*/ 2583281 h 5753325"/>
              <a:gd name="connsiteX40" fmla="*/ 5838091 w 6447632"/>
              <a:gd name="connsiteY40" fmla="*/ 2753474 h 5753325"/>
              <a:gd name="connsiteX41" fmla="*/ 5777471 w 6447632"/>
              <a:gd name="connsiteY41" fmla="*/ 2901570 h 5753325"/>
              <a:gd name="connsiteX42" fmla="*/ 5723992 w 6447632"/>
              <a:gd name="connsiteY42" fmla="*/ 2998752 h 5753325"/>
              <a:gd name="connsiteX43" fmla="*/ 5557886 w 6447632"/>
              <a:gd name="connsiteY43" fmla="*/ 3329735 h 5753325"/>
              <a:gd name="connsiteX44" fmla="*/ 5471501 w 6447632"/>
              <a:gd name="connsiteY44" fmla="*/ 3462221 h 5753325"/>
              <a:gd name="connsiteX45" fmla="*/ 5465154 w 6447632"/>
              <a:gd name="connsiteY45" fmla="*/ 3541065 h 5753325"/>
              <a:gd name="connsiteX46" fmla="*/ 5437889 w 6447632"/>
              <a:gd name="connsiteY46" fmla="*/ 3559927 h 5753325"/>
              <a:gd name="connsiteX47" fmla="*/ 5432770 w 6447632"/>
              <a:gd name="connsiteY47" fmla="*/ 3562948 h 5753325"/>
              <a:gd name="connsiteX48" fmla="*/ 5406795 w 6447632"/>
              <a:gd name="connsiteY48" fmla="*/ 3578594 h 5753325"/>
              <a:gd name="connsiteX49" fmla="*/ 5381495 w 6447632"/>
              <a:gd name="connsiteY49" fmla="*/ 3599883 h 5753325"/>
              <a:gd name="connsiteX50" fmla="*/ 5363689 w 6447632"/>
              <a:gd name="connsiteY50" fmla="*/ 3633299 h 5753325"/>
              <a:gd name="connsiteX51" fmla="*/ 5291870 w 6447632"/>
              <a:gd name="connsiteY51" fmla="*/ 3799039 h 5753325"/>
              <a:gd name="connsiteX52" fmla="*/ 5241600 w 6447632"/>
              <a:gd name="connsiteY52" fmla="*/ 3894238 h 5753325"/>
              <a:gd name="connsiteX53" fmla="*/ 5211041 w 6447632"/>
              <a:gd name="connsiteY53" fmla="*/ 3924184 h 5753325"/>
              <a:gd name="connsiteX54" fmla="*/ 5176073 w 6447632"/>
              <a:gd name="connsiteY54" fmla="*/ 3970179 h 5753325"/>
              <a:gd name="connsiteX55" fmla="*/ 5172826 w 6447632"/>
              <a:gd name="connsiteY55" fmla="*/ 3991773 h 5753325"/>
              <a:gd name="connsiteX56" fmla="*/ 5157053 w 6447632"/>
              <a:gd name="connsiteY56" fmla="*/ 3997708 h 5753325"/>
              <a:gd name="connsiteX57" fmla="*/ 5127922 w 6447632"/>
              <a:gd name="connsiteY57" fmla="*/ 4022660 h 5753325"/>
              <a:gd name="connsiteX58" fmla="*/ 5020872 w 6447632"/>
              <a:gd name="connsiteY58" fmla="*/ 4075951 h 5753325"/>
              <a:gd name="connsiteX59" fmla="*/ 4991410 w 6447632"/>
              <a:gd name="connsiteY59" fmla="*/ 4087598 h 5753325"/>
              <a:gd name="connsiteX60" fmla="*/ 4930112 w 6447632"/>
              <a:gd name="connsiteY60" fmla="*/ 4138459 h 5753325"/>
              <a:gd name="connsiteX61" fmla="*/ 4834224 w 6447632"/>
              <a:gd name="connsiteY61" fmla="*/ 4231643 h 5753325"/>
              <a:gd name="connsiteX62" fmla="*/ 4812599 w 6447632"/>
              <a:gd name="connsiteY62" fmla="*/ 4249449 h 5753325"/>
              <a:gd name="connsiteX63" fmla="*/ 4789188 w 6447632"/>
              <a:gd name="connsiteY63" fmla="*/ 4256678 h 5753325"/>
              <a:gd name="connsiteX64" fmla="*/ 4779554 w 6447632"/>
              <a:gd name="connsiteY64" fmla="*/ 4251313 h 5753325"/>
              <a:gd name="connsiteX65" fmla="*/ 4766885 w 6447632"/>
              <a:gd name="connsiteY65" fmla="*/ 4259812 h 5753325"/>
              <a:gd name="connsiteX66" fmla="*/ 4762510 w 6447632"/>
              <a:gd name="connsiteY66" fmla="*/ 4260383 h 5753325"/>
              <a:gd name="connsiteX67" fmla="*/ 4738416 w 6447632"/>
              <a:gd name="connsiteY67" fmla="*/ 4265355 h 5753325"/>
              <a:gd name="connsiteX68" fmla="*/ 4712007 w 6447632"/>
              <a:gd name="connsiteY68" fmla="*/ 4317892 h 5753325"/>
              <a:gd name="connsiteX69" fmla="*/ 4658930 w 6447632"/>
              <a:gd name="connsiteY69" fmla="*/ 4348041 h 5753325"/>
              <a:gd name="connsiteX70" fmla="*/ 4443526 w 6447632"/>
              <a:gd name="connsiteY70" fmla="*/ 4507851 h 5753325"/>
              <a:gd name="connsiteX71" fmla="*/ 4289766 w 6447632"/>
              <a:gd name="connsiteY71" fmla="*/ 4711450 h 5753325"/>
              <a:gd name="connsiteX72" fmla="*/ 4150870 w 6447632"/>
              <a:gd name="connsiteY72" fmla="*/ 4818480 h 5753325"/>
              <a:gd name="connsiteX73" fmla="*/ 4006639 w 6447632"/>
              <a:gd name="connsiteY73" fmla="*/ 4933815 h 5753325"/>
              <a:gd name="connsiteX74" fmla="*/ 3298210 w 6447632"/>
              <a:gd name="connsiteY74" fmla="*/ 5070790 h 5753325"/>
              <a:gd name="connsiteX75" fmla="*/ 2947678 w 6447632"/>
              <a:gd name="connsiteY75" fmla="*/ 5117869 h 5753325"/>
              <a:gd name="connsiteX76" fmla="*/ 2822169 w 6447632"/>
              <a:gd name="connsiteY76" fmla="*/ 5129396 h 5753325"/>
              <a:gd name="connsiteX77" fmla="*/ 2538773 w 6447632"/>
              <a:gd name="connsiteY77" fmla="*/ 5313397 h 5753325"/>
              <a:gd name="connsiteX78" fmla="*/ 2014500 w 6447632"/>
              <a:gd name="connsiteY78" fmla="*/ 5519744 h 5753325"/>
              <a:gd name="connsiteX79" fmla="*/ 1934391 w 6447632"/>
              <a:gd name="connsiteY79" fmla="*/ 5591335 h 5753325"/>
              <a:gd name="connsiteX80" fmla="*/ 1892550 w 6447632"/>
              <a:gd name="connsiteY80" fmla="*/ 5649708 h 5753325"/>
              <a:gd name="connsiteX81" fmla="*/ 1854769 w 6447632"/>
              <a:gd name="connsiteY81" fmla="*/ 5647691 h 5753325"/>
              <a:gd name="connsiteX82" fmla="*/ 1809461 w 6447632"/>
              <a:gd name="connsiteY82" fmla="*/ 5648628 h 5753325"/>
              <a:gd name="connsiteX83" fmla="*/ 1745150 w 6447632"/>
              <a:gd name="connsiteY83" fmla="*/ 5693879 h 5753325"/>
              <a:gd name="connsiteX84" fmla="*/ 1713375 w 6447632"/>
              <a:gd name="connsiteY84" fmla="*/ 5684672 h 5753325"/>
              <a:gd name="connsiteX85" fmla="*/ 1707808 w 6447632"/>
              <a:gd name="connsiteY85" fmla="*/ 5682611 h 5753325"/>
              <a:gd name="connsiteX86" fmla="*/ 1679313 w 6447632"/>
              <a:gd name="connsiteY86" fmla="*/ 5672360 h 5753325"/>
              <a:gd name="connsiteX87" fmla="*/ 1646933 w 6447632"/>
              <a:gd name="connsiteY87" fmla="*/ 5666227 h 5753325"/>
              <a:gd name="connsiteX88" fmla="*/ 1610055 w 6447632"/>
              <a:gd name="connsiteY88" fmla="*/ 5673643 h 5753325"/>
              <a:gd name="connsiteX89" fmla="*/ 1437641 w 6447632"/>
              <a:gd name="connsiteY89" fmla="*/ 5723266 h 5753325"/>
              <a:gd name="connsiteX90" fmla="*/ 1332869 w 6447632"/>
              <a:gd name="connsiteY90" fmla="*/ 5744752 h 5753325"/>
              <a:gd name="connsiteX91" fmla="*/ 1290525 w 6447632"/>
              <a:gd name="connsiteY91" fmla="*/ 5740036 h 5753325"/>
              <a:gd name="connsiteX92" fmla="*/ 1233107 w 6447632"/>
              <a:gd name="connsiteY92" fmla="*/ 5742106 h 5753325"/>
              <a:gd name="connsiteX93" fmla="*/ 1214532 w 6447632"/>
              <a:gd name="connsiteY93" fmla="*/ 5753325 h 5753325"/>
              <a:gd name="connsiteX94" fmla="*/ 1199955 w 6447632"/>
              <a:gd name="connsiteY94" fmla="*/ 5744831 h 5753325"/>
              <a:gd name="connsiteX95" fmla="*/ 1162337 w 6447632"/>
              <a:gd name="connsiteY95" fmla="*/ 5738048 h 5753325"/>
              <a:gd name="connsiteX96" fmla="*/ 1053457 w 6447632"/>
              <a:gd name="connsiteY96" fmla="*/ 5688676 h 5753325"/>
              <a:gd name="connsiteX97" fmla="*/ 1025798 w 6447632"/>
              <a:gd name="connsiteY97" fmla="*/ 5673166 h 5753325"/>
              <a:gd name="connsiteX98" fmla="*/ 947900 w 6447632"/>
              <a:gd name="connsiteY98" fmla="*/ 5657848 h 5753325"/>
              <a:gd name="connsiteX99" fmla="*/ 815627 w 6447632"/>
              <a:gd name="connsiteY99" fmla="*/ 5642557 h 5753325"/>
              <a:gd name="connsiteX100" fmla="*/ 788251 w 6447632"/>
              <a:gd name="connsiteY100" fmla="*/ 5637065 h 5753325"/>
              <a:gd name="connsiteX101" fmla="*/ 767822 w 6447632"/>
              <a:gd name="connsiteY101" fmla="*/ 5623450 h 5753325"/>
              <a:gd name="connsiteX102" fmla="*/ 765791 w 6447632"/>
              <a:gd name="connsiteY102" fmla="*/ 5612539 h 5753325"/>
              <a:gd name="connsiteX103" fmla="*/ 751230 w 6447632"/>
              <a:gd name="connsiteY103" fmla="*/ 5608092 h 5753325"/>
              <a:gd name="connsiteX104" fmla="*/ 748008 w 6447632"/>
              <a:gd name="connsiteY104" fmla="*/ 5605052 h 5753325"/>
              <a:gd name="connsiteX105" fmla="*/ 728871 w 6447632"/>
              <a:gd name="connsiteY105" fmla="*/ 5589469 h 5753325"/>
              <a:gd name="connsiteX106" fmla="*/ 671898 w 6447632"/>
              <a:gd name="connsiteY106" fmla="*/ 5602363 h 5753325"/>
              <a:gd name="connsiteX107" fmla="*/ 615065 w 6447632"/>
              <a:gd name="connsiteY107" fmla="*/ 5580257 h 5753325"/>
              <a:gd name="connsiteX108" fmla="*/ 355785 w 6447632"/>
              <a:gd name="connsiteY108" fmla="*/ 5514383 h 5753325"/>
              <a:gd name="connsiteX109" fmla="*/ 102269 w 6447632"/>
              <a:gd name="connsiteY109" fmla="*/ 5524347 h 5753325"/>
              <a:gd name="connsiteX110" fmla="*/ 13160 w 6447632"/>
              <a:gd name="connsiteY110" fmla="*/ 5514159 h 5753325"/>
              <a:gd name="connsiteX111" fmla="*/ 0 w 6447632"/>
              <a:gd name="connsiteY111" fmla="*/ 5511735 h 5753325"/>
              <a:gd name="connsiteX112" fmla="*/ 0 w 6447632"/>
              <a:gd name="connsiteY112" fmla="*/ 0 h 5753325"/>
              <a:gd name="connsiteX0" fmla="*/ 0 w 6447632"/>
              <a:gd name="connsiteY0" fmla="*/ 0 h 5753325"/>
              <a:gd name="connsiteX1" fmla="*/ 6438980 w 6447632"/>
              <a:gd name="connsiteY1" fmla="*/ 0 h 5753325"/>
              <a:gd name="connsiteX2" fmla="*/ 6439047 w 6447632"/>
              <a:gd name="connsiteY2" fmla="*/ 147 h 5753325"/>
              <a:gd name="connsiteX3" fmla="*/ 6443456 w 6447632"/>
              <a:gd name="connsiteY3" fmla="*/ 130105 h 5753325"/>
              <a:gd name="connsiteX4" fmla="*/ 6447632 w 6447632"/>
              <a:gd name="connsiteY4" fmla="*/ 170016 h 5753325"/>
              <a:gd name="connsiteX5" fmla="*/ 6396598 w 6447632"/>
              <a:gd name="connsiteY5" fmla="*/ 274847 h 5753325"/>
              <a:gd name="connsiteX6" fmla="*/ 6358350 w 6447632"/>
              <a:gd name="connsiteY6" fmla="*/ 492529 h 5753325"/>
              <a:gd name="connsiteX7" fmla="*/ 6354187 w 6447632"/>
              <a:gd name="connsiteY7" fmla="*/ 615799 h 5753325"/>
              <a:gd name="connsiteX8" fmla="*/ 6303977 w 6447632"/>
              <a:gd name="connsiteY8" fmla="*/ 664291 h 5753325"/>
              <a:gd name="connsiteX9" fmla="*/ 6344988 w 6447632"/>
              <a:gd name="connsiteY9" fmla="*/ 697330 h 5753325"/>
              <a:gd name="connsiteX10" fmla="*/ 6334770 w 6447632"/>
              <a:gd name="connsiteY10" fmla="*/ 754001 h 5753325"/>
              <a:gd name="connsiteX11" fmla="*/ 6426552 w 6447632"/>
              <a:gd name="connsiteY11" fmla="*/ 845805 h 5753325"/>
              <a:gd name="connsiteX12" fmla="*/ 6434072 w 6447632"/>
              <a:gd name="connsiteY12" fmla="*/ 910733 h 5753325"/>
              <a:gd name="connsiteX13" fmla="*/ 6432570 w 6447632"/>
              <a:gd name="connsiteY13" fmla="*/ 983394 h 5753325"/>
              <a:gd name="connsiteX14" fmla="*/ 6431878 w 6447632"/>
              <a:gd name="connsiteY14" fmla="*/ 1026728 h 5753325"/>
              <a:gd name="connsiteX15" fmla="*/ 6414269 w 6447632"/>
              <a:gd name="connsiteY15" fmla="*/ 1151111 h 5753325"/>
              <a:gd name="connsiteX16" fmla="*/ 6371722 w 6447632"/>
              <a:gd name="connsiteY16" fmla="*/ 1318080 h 5753325"/>
              <a:gd name="connsiteX17" fmla="*/ 6356023 w 6447632"/>
              <a:gd name="connsiteY17" fmla="*/ 1356227 h 5753325"/>
              <a:gd name="connsiteX18" fmla="*/ 6356157 w 6447632"/>
              <a:gd name="connsiteY18" fmla="*/ 1361967 h 5753325"/>
              <a:gd name="connsiteX19" fmla="*/ 6350613 w 6447632"/>
              <a:gd name="connsiteY19" fmla="*/ 1393569 h 5753325"/>
              <a:gd name="connsiteX20" fmla="*/ 6357062 w 6447632"/>
              <a:gd name="connsiteY20" fmla="*/ 1444071 h 5753325"/>
              <a:gd name="connsiteX21" fmla="*/ 6364832 w 6447632"/>
              <a:gd name="connsiteY21" fmla="*/ 1478763 h 5753325"/>
              <a:gd name="connsiteX22" fmla="*/ 6369745 w 6447632"/>
              <a:gd name="connsiteY22" fmla="*/ 1495680 h 5753325"/>
              <a:gd name="connsiteX23" fmla="*/ 6370898 w 6447632"/>
              <a:gd name="connsiteY23" fmla="*/ 1513331 h 5753325"/>
              <a:gd name="connsiteX24" fmla="*/ 6368801 w 6447632"/>
              <a:gd name="connsiteY24" fmla="*/ 1527414 h 5753325"/>
              <a:gd name="connsiteX25" fmla="*/ 6359177 w 6447632"/>
              <a:gd name="connsiteY25" fmla="*/ 1639513 h 5753325"/>
              <a:gd name="connsiteX26" fmla="*/ 6299489 w 6447632"/>
              <a:gd name="connsiteY26" fmla="*/ 1784860 h 5753325"/>
              <a:gd name="connsiteX27" fmla="*/ 6267878 w 6447632"/>
              <a:gd name="connsiteY27" fmla="*/ 1858572 h 5753325"/>
              <a:gd name="connsiteX28" fmla="*/ 6251146 w 6447632"/>
              <a:gd name="connsiteY28" fmla="*/ 1926167 h 5753325"/>
              <a:gd name="connsiteX29" fmla="*/ 6210686 w 6447632"/>
              <a:gd name="connsiteY29" fmla="*/ 2014834 h 5753325"/>
              <a:gd name="connsiteX30" fmla="*/ 6106652 w 6447632"/>
              <a:gd name="connsiteY30" fmla="*/ 2150572 h 5753325"/>
              <a:gd name="connsiteX31" fmla="*/ 6097813 w 6447632"/>
              <a:gd name="connsiteY31" fmla="*/ 2172208 h 5753325"/>
              <a:gd name="connsiteX32" fmla="*/ 6095990 w 6447632"/>
              <a:gd name="connsiteY32" fmla="*/ 2181185 h 5753325"/>
              <a:gd name="connsiteX33" fmla="*/ 6090126 w 6447632"/>
              <a:gd name="connsiteY33" fmla="*/ 2192533 h 5753325"/>
              <a:gd name="connsiteX34" fmla="*/ 6089503 w 6447632"/>
              <a:gd name="connsiteY34" fmla="*/ 2192543 h 5753325"/>
              <a:gd name="connsiteX35" fmla="*/ 6084946 w 6447632"/>
              <a:gd name="connsiteY35" fmla="*/ 2203694 h 5753325"/>
              <a:gd name="connsiteX36" fmla="*/ 5987861 w 6447632"/>
              <a:gd name="connsiteY36" fmla="*/ 2304868 h 5753325"/>
              <a:gd name="connsiteX37" fmla="*/ 5973439 w 6447632"/>
              <a:gd name="connsiteY37" fmla="*/ 2385635 h 5753325"/>
              <a:gd name="connsiteX38" fmla="*/ 5916727 w 6447632"/>
              <a:gd name="connsiteY38" fmla="*/ 2458777 h 5753325"/>
              <a:gd name="connsiteX39" fmla="*/ 5856524 w 6447632"/>
              <a:gd name="connsiteY39" fmla="*/ 2583281 h 5753325"/>
              <a:gd name="connsiteX40" fmla="*/ 5838091 w 6447632"/>
              <a:gd name="connsiteY40" fmla="*/ 2753474 h 5753325"/>
              <a:gd name="connsiteX41" fmla="*/ 5777471 w 6447632"/>
              <a:gd name="connsiteY41" fmla="*/ 2901570 h 5753325"/>
              <a:gd name="connsiteX42" fmla="*/ 5723992 w 6447632"/>
              <a:gd name="connsiteY42" fmla="*/ 2998752 h 5753325"/>
              <a:gd name="connsiteX43" fmla="*/ 5557886 w 6447632"/>
              <a:gd name="connsiteY43" fmla="*/ 3329735 h 5753325"/>
              <a:gd name="connsiteX44" fmla="*/ 5471501 w 6447632"/>
              <a:gd name="connsiteY44" fmla="*/ 3462221 h 5753325"/>
              <a:gd name="connsiteX45" fmla="*/ 5465154 w 6447632"/>
              <a:gd name="connsiteY45" fmla="*/ 3541065 h 5753325"/>
              <a:gd name="connsiteX46" fmla="*/ 5437889 w 6447632"/>
              <a:gd name="connsiteY46" fmla="*/ 3559927 h 5753325"/>
              <a:gd name="connsiteX47" fmla="*/ 5432770 w 6447632"/>
              <a:gd name="connsiteY47" fmla="*/ 3562948 h 5753325"/>
              <a:gd name="connsiteX48" fmla="*/ 5406795 w 6447632"/>
              <a:gd name="connsiteY48" fmla="*/ 3578594 h 5753325"/>
              <a:gd name="connsiteX49" fmla="*/ 5381495 w 6447632"/>
              <a:gd name="connsiteY49" fmla="*/ 3599883 h 5753325"/>
              <a:gd name="connsiteX50" fmla="*/ 5363689 w 6447632"/>
              <a:gd name="connsiteY50" fmla="*/ 3633299 h 5753325"/>
              <a:gd name="connsiteX51" fmla="*/ 5291870 w 6447632"/>
              <a:gd name="connsiteY51" fmla="*/ 3799039 h 5753325"/>
              <a:gd name="connsiteX52" fmla="*/ 5241600 w 6447632"/>
              <a:gd name="connsiteY52" fmla="*/ 3894238 h 5753325"/>
              <a:gd name="connsiteX53" fmla="*/ 5211041 w 6447632"/>
              <a:gd name="connsiteY53" fmla="*/ 3924184 h 5753325"/>
              <a:gd name="connsiteX54" fmla="*/ 5176073 w 6447632"/>
              <a:gd name="connsiteY54" fmla="*/ 3970179 h 5753325"/>
              <a:gd name="connsiteX55" fmla="*/ 5172826 w 6447632"/>
              <a:gd name="connsiteY55" fmla="*/ 3991773 h 5753325"/>
              <a:gd name="connsiteX56" fmla="*/ 5157053 w 6447632"/>
              <a:gd name="connsiteY56" fmla="*/ 3997708 h 5753325"/>
              <a:gd name="connsiteX57" fmla="*/ 5127922 w 6447632"/>
              <a:gd name="connsiteY57" fmla="*/ 4022660 h 5753325"/>
              <a:gd name="connsiteX58" fmla="*/ 5020872 w 6447632"/>
              <a:gd name="connsiteY58" fmla="*/ 4075951 h 5753325"/>
              <a:gd name="connsiteX59" fmla="*/ 4991410 w 6447632"/>
              <a:gd name="connsiteY59" fmla="*/ 4087598 h 5753325"/>
              <a:gd name="connsiteX60" fmla="*/ 4930112 w 6447632"/>
              <a:gd name="connsiteY60" fmla="*/ 4138459 h 5753325"/>
              <a:gd name="connsiteX61" fmla="*/ 4834224 w 6447632"/>
              <a:gd name="connsiteY61" fmla="*/ 4231643 h 5753325"/>
              <a:gd name="connsiteX62" fmla="*/ 4812599 w 6447632"/>
              <a:gd name="connsiteY62" fmla="*/ 4249449 h 5753325"/>
              <a:gd name="connsiteX63" fmla="*/ 4789188 w 6447632"/>
              <a:gd name="connsiteY63" fmla="*/ 4256678 h 5753325"/>
              <a:gd name="connsiteX64" fmla="*/ 4779554 w 6447632"/>
              <a:gd name="connsiteY64" fmla="*/ 4251313 h 5753325"/>
              <a:gd name="connsiteX65" fmla="*/ 4766885 w 6447632"/>
              <a:gd name="connsiteY65" fmla="*/ 4259812 h 5753325"/>
              <a:gd name="connsiteX66" fmla="*/ 4762510 w 6447632"/>
              <a:gd name="connsiteY66" fmla="*/ 4260383 h 5753325"/>
              <a:gd name="connsiteX67" fmla="*/ 4738416 w 6447632"/>
              <a:gd name="connsiteY67" fmla="*/ 4265355 h 5753325"/>
              <a:gd name="connsiteX68" fmla="*/ 4712007 w 6447632"/>
              <a:gd name="connsiteY68" fmla="*/ 4317892 h 5753325"/>
              <a:gd name="connsiteX69" fmla="*/ 4658930 w 6447632"/>
              <a:gd name="connsiteY69" fmla="*/ 4348041 h 5753325"/>
              <a:gd name="connsiteX70" fmla="*/ 4443526 w 6447632"/>
              <a:gd name="connsiteY70" fmla="*/ 4507851 h 5753325"/>
              <a:gd name="connsiteX71" fmla="*/ 4289766 w 6447632"/>
              <a:gd name="connsiteY71" fmla="*/ 4711450 h 5753325"/>
              <a:gd name="connsiteX72" fmla="*/ 4150870 w 6447632"/>
              <a:gd name="connsiteY72" fmla="*/ 4818480 h 5753325"/>
              <a:gd name="connsiteX73" fmla="*/ 4006639 w 6447632"/>
              <a:gd name="connsiteY73" fmla="*/ 4933815 h 5753325"/>
              <a:gd name="connsiteX74" fmla="*/ 3298210 w 6447632"/>
              <a:gd name="connsiteY74" fmla="*/ 5070790 h 5753325"/>
              <a:gd name="connsiteX75" fmla="*/ 2947678 w 6447632"/>
              <a:gd name="connsiteY75" fmla="*/ 5117869 h 5753325"/>
              <a:gd name="connsiteX76" fmla="*/ 2822169 w 6447632"/>
              <a:gd name="connsiteY76" fmla="*/ 5129396 h 5753325"/>
              <a:gd name="connsiteX77" fmla="*/ 2538773 w 6447632"/>
              <a:gd name="connsiteY77" fmla="*/ 5313397 h 5753325"/>
              <a:gd name="connsiteX78" fmla="*/ 2014500 w 6447632"/>
              <a:gd name="connsiteY78" fmla="*/ 5519744 h 5753325"/>
              <a:gd name="connsiteX79" fmla="*/ 1934391 w 6447632"/>
              <a:gd name="connsiteY79" fmla="*/ 5591335 h 5753325"/>
              <a:gd name="connsiteX80" fmla="*/ 1892550 w 6447632"/>
              <a:gd name="connsiteY80" fmla="*/ 5649708 h 5753325"/>
              <a:gd name="connsiteX81" fmla="*/ 1854769 w 6447632"/>
              <a:gd name="connsiteY81" fmla="*/ 5647691 h 5753325"/>
              <a:gd name="connsiteX82" fmla="*/ 1809461 w 6447632"/>
              <a:gd name="connsiteY82" fmla="*/ 5648628 h 5753325"/>
              <a:gd name="connsiteX83" fmla="*/ 1745150 w 6447632"/>
              <a:gd name="connsiteY83" fmla="*/ 5693879 h 5753325"/>
              <a:gd name="connsiteX84" fmla="*/ 1713375 w 6447632"/>
              <a:gd name="connsiteY84" fmla="*/ 5684672 h 5753325"/>
              <a:gd name="connsiteX85" fmla="*/ 1707808 w 6447632"/>
              <a:gd name="connsiteY85" fmla="*/ 5682611 h 5753325"/>
              <a:gd name="connsiteX86" fmla="*/ 1679313 w 6447632"/>
              <a:gd name="connsiteY86" fmla="*/ 5672360 h 5753325"/>
              <a:gd name="connsiteX87" fmla="*/ 1646933 w 6447632"/>
              <a:gd name="connsiteY87" fmla="*/ 5666227 h 5753325"/>
              <a:gd name="connsiteX88" fmla="*/ 1610055 w 6447632"/>
              <a:gd name="connsiteY88" fmla="*/ 5673643 h 5753325"/>
              <a:gd name="connsiteX89" fmla="*/ 1437641 w 6447632"/>
              <a:gd name="connsiteY89" fmla="*/ 5723266 h 5753325"/>
              <a:gd name="connsiteX90" fmla="*/ 1332869 w 6447632"/>
              <a:gd name="connsiteY90" fmla="*/ 5744752 h 5753325"/>
              <a:gd name="connsiteX91" fmla="*/ 1290525 w 6447632"/>
              <a:gd name="connsiteY91" fmla="*/ 5740036 h 5753325"/>
              <a:gd name="connsiteX92" fmla="*/ 1233107 w 6447632"/>
              <a:gd name="connsiteY92" fmla="*/ 5742106 h 5753325"/>
              <a:gd name="connsiteX93" fmla="*/ 1214532 w 6447632"/>
              <a:gd name="connsiteY93" fmla="*/ 5753325 h 5753325"/>
              <a:gd name="connsiteX94" fmla="*/ 1199955 w 6447632"/>
              <a:gd name="connsiteY94" fmla="*/ 5744831 h 5753325"/>
              <a:gd name="connsiteX95" fmla="*/ 1162337 w 6447632"/>
              <a:gd name="connsiteY95" fmla="*/ 5738048 h 5753325"/>
              <a:gd name="connsiteX96" fmla="*/ 1053457 w 6447632"/>
              <a:gd name="connsiteY96" fmla="*/ 5688676 h 5753325"/>
              <a:gd name="connsiteX97" fmla="*/ 1025798 w 6447632"/>
              <a:gd name="connsiteY97" fmla="*/ 5673166 h 5753325"/>
              <a:gd name="connsiteX98" fmla="*/ 947900 w 6447632"/>
              <a:gd name="connsiteY98" fmla="*/ 5657848 h 5753325"/>
              <a:gd name="connsiteX99" fmla="*/ 815627 w 6447632"/>
              <a:gd name="connsiteY99" fmla="*/ 5642557 h 5753325"/>
              <a:gd name="connsiteX100" fmla="*/ 788251 w 6447632"/>
              <a:gd name="connsiteY100" fmla="*/ 5637065 h 5753325"/>
              <a:gd name="connsiteX101" fmla="*/ 767822 w 6447632"/>
              <a:gd name="connsiteY101" fmla="*/ 5623450 h 5753325"/>
              <a:gd name="connsiteX102" fmla="*/ 765791 w 6447632"/>
              <a:gd name="connsiteY102" fmla="*/ 5612539 h 5753325"/>
              <a:gd name="connsiteX103" fmla="*/ 751230 w 6447632"/>
              <a:gd name="connsiteY103" fmla="*/ 5608092 h 5753325"/>
              <a:gd name="connsiteX104" fmla="*/ 748008 w 6447632"/>
              <a:gd name="connsiteY104" fmla="*/ 5605052 h 5753325"/>
              <a:gd name="connsiteX105" fmla="*/ 728871 w 6447632"/>
              <a:gd name="connsiteY105" fmla="*/ 5589469 h 5753325"/>
              <a:gd name="connsiteX106" fmla="*/ 671898 w 6447632"/>
              <a:gd name="connsiteY106" fmla="*/ 5602363 h 5753325"/>
              <a:gd name="connsiteX107" fmla="*/ 615065 w 6447632"/>
              <a:gd name="connsiteY107" fmla="*/ 5580257 h 5753325"/>
              <a:gd name="connsiteX108" fmla="*/ 355785 w 6447632"/>
              <a:gd name="connsiteY108" fmla="*/ 5514383 h 5753325"/>
              <a:gd name="connsiteX109" fmla="*/ 102269 w 6447632"/>
              <a:gd name="connsiteY109" fmla="*/ 5524347 h 5753325"/>
              <a:gd name="connsiteX110" fmla="*/ 13160 w 6447632"/>
              <a:gd name="connsiteY110" fmla="*/ 5514159 h 5753325"/>
              <a:gd name="connsiteX111" fmla="*/ 0 w 6447632"/>
              <a:gd name="connsiteY111" fmla="*/ 5511735 h 5753325"/>
              <a:gd name="connsiteX112" fmla="*/ 0 w 6447632"/>
              <a:gd name="connsiteY112" fmla="*/ 0 h 5753325"/>
              <a:gd name="connsiteX0" fmla="*/ 0 w 6447632"/>
              <a:gd name="connsiteY0" fmla="*/ 0 h 5753325"/>
              <a:gd name="connsiteX1" fmla="*/ 6438980 w 6447632"/>
              <a:gd name="connsiteY1" fmla="*/ 0 h 5753325"/>
              <a:gd name="connsiteX2" fmla="*/ 6439047 w 6447632"/>
              <a:gd name="connsiteY2" fmla="*/ 147 h 5753325"/>
              <a:gd name="connsiteX3" fmla="*/ 6443456 w 6447632"/>
              <a:gd name="connsiteY3" fmla="*/ 130105 h 5753325"/>
              <a:gd name="connsiteX4" fmla="*/ 6447632 w 6447632"/>
              <a:gd name="connsiteY4" fmla="*/ 170016 h 5753325"/>
              <a:gd name="connsiteX5" fmla="*/ 6396598 w 6447632"/>
              <a:gd name="connsiteY5" fmla="*/ 274847 h 5753325"/>
              <a:gd name="connsiteX6" fmla="*/ 6358350 w 6447632"/>
              <a:gd name="connsiteY6" fmla="*/ 492529 h 5753325"/>
              <a:gd name="connsiteX7" fmla="*/ 6354187 w 6447632"/>
              <a:gd name="connsiteY7" fmla="*/ 615799 h 5753325"/>
              <a:gd name="connsiteX8" fmla="*/ 6303977 w 6447632"/>
              <a:gd name="connsiteY8" fmla="*/ 664291 h 5753325"/>
              <a:gd name="connsiteX9" fmla="*/ 6344988 w 6447632"/>
              <a:gd name="connsiteY9" fmla="*/ 697330 h 5753325"/>
              <a:gd name="connsiteX10" fmla="*/ 6334770 w 6447632"/>
              <a:gd name="connsiteY10" fmla="*/ 754001 h 5753325"/>
              <a:gd name="connsiteX11" fmla="*/ 6339879 w 6447632"/>
              <a:gd name="connsiteY11" fmla="*/ 811136 h 5753325"/>
              <a:gd name="connsiteX12" fmla="*/ 6434072 w 6447632"/>
              <a:gd name="connsiteY12" fmla="*/ 910733 h 5753325"/>
              <a:gd name="connsiteX13" fmla="*/ 6432570 w 6447632"/>
              <a:gd name="connsiteY13" fmla="*/ 983394 h 5753325"/>
              <a:gd name="connsiteX14" fmla="*/ 6431878 w 6447632"/>
              <a:gd name="connsiteY14" fmla="*/ 1026728 h 5753325"/>
              <a:gd name="connsiteX15" fmla="*/ 6414269 w 6447632"/>
              <a:gd name="connsiteY15" fmla="*/ 1151111 h 5753325"/>
              <a:gd name="connsiteX16" fmla="*/ 6371722 w 6447632"/>
              <a:gd name="connsiteY16" fmla="*/ 1318080 h 5753325"/>
              <a:gd name="connsiteX17" fmla="*/ 6356023 w 6447632"/>
              <a:gd name="connsiteY17" fmla="*/ 1356227 h 5753325"/>
              <a:gd name="connsiteX18" fmla="*/ 6356157 w 6447632"/>
              <a:gd name="connsiteY18" fmla="*/ 1361967 h 5753325"/>
              <a:gd name="connsiteX19" fmla="*/ 6350613 w 6447632"/>
              <a:gd name="connsiteY19" fmla="*/ 1393569 h 5753325"/>
              <a:gd name="connsiteX20" fmla="*/ 6357062 w 6447632"/>
              <a:gd name="connsiteY20" fmla="*/ 1444071 h 5753325"/>
              <a:gd name="connsiteX21" fmla="*/ 6364832 w 6447632"/>
              <a:gd name="connsiteY21" fmla="*/ 1478763 h 5753325"/>
              <a:gd name="connsiteX22" fmla="*/ 6369745 w 6447632"/>
              <a:gd name="connsiteY22" fmla="*/ 1495680 h 5753325"/>
              <a:gd name="connsiteX23" fmla="*/ 6370898 w 6447632"/>
              <a:gd name="connsiteY23" fmla="*/ 1513331 h 5753325"/>
              <a:gd name="connsiteX24" fmla="*/ 6368801 w 6447632"/>
              <a:gd name="connsiteY24" fmla="*/ 1527414 h 5753325"/>
              <a:gd name="connsiteX25" fmla="*/ 6359177 w 6447632"/>
              <a:gd name="connsiteY25" fmla="*/ 1639513 h 5753325"/>
              <a:gd name="connsiteX26" fmla="*/ 6299489 w 6447632"/>
              <a:gd name="connsiteY26" fmla="*/ 1784860 h 5753325"/>
              <a:gd name="connsiteX27" fmla="*/ 6267878 w 6447632"/>
              <a:gd name="connsiteY27" fmla="*/ 1858572 h 5753325"/>
              <a:gd name="connsiteX28" fmla="*/ 6251146 w 6447632"/>
              <a:gd name="connsiteY28" fmla="*/ 1926167 h 5753325"/>
              <a:gd name="connsiteX29" fmla="*/ 6210686 w 6447632"/>
              <a:gd name="connsiteY29" fmla="*/ 2014834 h 5753325"/>
              <a:gd name="connsiteX30" fmla="*/ 6106652 w 6447632"/>
              <a:gd name="connsiteY30" fmla="*/ 2150572 h 5753325"/>
              <a:gd name="connsiteX31" fmla="*/ 6097813 w 6447632"/>
              <a:gd name="connsiteY31" fmla="*/ 2172208 h 5753325"/>
              <a:gd name="connsiteX32" fmla="*/ 6095990 w 6447632"/>
              <a:gd name="connsiteY32" fmla="*/ 2181185 h 5753325"/>
              <a:gd name="connsiteX33" fmla="*/ 6090126 w 6447632"/>
              <a:gd name="connsiteY33" fmla="*/ 2192533 h 5753325"/>
              <a:gd name="connsiteX34" fmla="*/ 6089503 w 6447632"/>
              <a:gd name="connsiteY34" fmla="*/ 2192543 h 5753325"/>
              <a:gd name="connsiteX35" fmla="*/ 6084946 w 6447632"/>
              <a:gd name="connsiteY35" fmla="*/ 2203694 h 5753325"/>
              <a:gd name="connsiteX36" fmla="*/ 5987861 w 6447632"/>
              <a:gd name="connsiteY36" fmla="*/ 2304868 h 5753325"/>
              <a:gd name="connsiteX37" fmla="*/ 5973439 w 6447632"/>
              <a:gd name="connsiteY37" fmla="*/ 2385635 h 5753325"/>
              <a:gd name="connsiteX38" fmla="*/ 5916727 w 6447632"/>
              <a:gd name="connsiteY38" fmla="*/ 2458777 h 5753325"/>
              <a:gd name="connsiteX39" fmla="*/ 5856524 w 6447632"/>
              <a:gd name="connsiteY39" fmla="*/ 2583281 h 5753325"/>
              <a:gd name="connsiteX40" fmla="*/ 5838091 w 6447632"/>
              <a:gd name="connsiteY40" fmla="*/ 2753474 h 5753325"/>
              <a:gd name="connsiteX41" fmla="*/ 5777471 w 6447632"/>
              <a:gd name="connsiteY41" fmla="*/ 2901570 h 5753325"/>
              <a:gd name="connsiteX42" fmla="*/ 5723992 w 6447632"/>
              <a:gd name="connsiteY42" fmla="*/ 2998752 h 5753325"/>
              <a:gd name="connsiteX43" fmla="*/ 5557886 w 6447632"/>
              <a:gd name="connsiteY43" fmla="*/ 3329735 h 5753325"/>
              <a:gd name="connsiteX44" fmla="*/ 5471501 w 6447632"/>
              <a:gd name="connsiteY44" fmla="*/ 3462221 h 5753325"/>
              <a:gd name="connsiteX45" fmla="*/ 5465154 w 6447632"/>
              <a:gd name="connsiteY45" fmla="*/ 3541065 h 5753325"/>
              <a:gd name="connsiteX46" fmla="*/ 5437889 w 6447632"/>
              <a:gd name="connsiteY46" fmla="*/ 3559927 h 5753325"/>
              <a:gd name="connsiteX47" fmla="*/ 5432770 w 6447632"/>
              <a:gd name="connsiteY47" fmla="*/ 3562948 h 5753325"/>
              <a:gd name="connsiteX48" fmla="*/ 5406795 w 6447632"/>
              <a:gd name="connsiteY48" fmla="*/ 3578594 h 5753325"/>
              <a:gd name="connsiteX49" fmla="*/ 5381495 w 6447632"/>
              <a:gd name="connsiteY49" fmla="*/ 3599883 h 5753325"/>
              <a:gd name="connsiteX50" fmla="*/ 5363689 w 6447632"/>
              <a:gd name="connsiteY50" fmla="*/ 3633299 h 5753325"/>
              <a:gd name="connsiteX51" fmla="*/ 5291870 w 6447632"/>
              <a:gd name="connsiteY51" fmla="*/ 3799039 h 5753325"/>
              <a:gd name="connsiteX52" fmla="*/ 5241600 w 6447632"/>
              <a:gd name="connsiteY52" fmla="*/ 3894238 h 5753325"/>
              <a:gd name="connsiteX53" fmla="*/ 5211041 w 6447632"/>
              <a:gd name="connsiteY53" fmla="*/ 3924184 h 5753325"/>
              <a:gd name="connsiteX54" fmla="*/ 5176073 w 6447632"/>
              <a:gd name="connsiteY54" fmla="*/ 3970179 h 5753325"/>
              <a:gd name="connsiteX55" fmla="*/ 5172826 w 6447632"/>
              <a:gd name="connsiteY55" fmla="*/ 3991773 h 5753325"/>
              <a:gd name="connsiteX56" fmla="*/ 5157053 w 6447632"/>
              <a:gd name="connsiteY56" fmla="*/ 3997708 h 5753325"/>
              <a:gd name="connsiteX57" fmla="*/ 5127922 w 6447632"/>
              <a:gd name="connsiteY57" fmla="*/ 4022660 h 5753325"/>
              <a:gd name="connsiteX58" fmla="*/ 5020872 w 6447632"/>
              <a:gd name="connsiteY58" fmla="*/ 4075951 h 5753325"/>
              <a:gd name="connsiteX59" fmla="*/ 4991410 w 6447632"/>
              <a:gd name="connsiteY59" fmla="*/ 4087598 h 5753325"/>
              <a:gd name="connsiteX60" fmla="*/ 4930112 w 6447632"/>
              <a:gd name="connsiteY60" fmla="*/ 4138459 h 5753325"/>
              <a:gd name="connsiteX61" fmla="*/ 4834224 w 6447632"/>
              <a:gd name="connsiteY61" fmla="*/ 4231643 h 5753325"/>
              <a:gd name="connsiteX62" fmla="*/ 4812599 w 6447632"/>
              <a:gd name="connsiteY62" fmla="*/ 4249449 h 5753325"/>
              <a:gd name="connsiteX63" fmla="*/ 4789188 w 6447632"/>
              <a:gd name="connsiteY63" fmla="*/ 4256678 h 5753325"/>
              <a:gd name="connsiteX64" fmla="*/ 4779554 w 6447632"/>
              <a:gd name="connsiteY64" fmla="*/ 4251313 h 5753325"/>
              <a:gd name="connsiteX65" fmla="*/ 4766885 w 6447632"/>
              <a:gd name="connsiteY65" fmla="*/ 4259812 h 5753325"/>
              <a:gd name="connsiteX66" fmla="*/ 4762510 w 6447632"/>
              <a:gd name="connsiteY66" fmla="*/ 4260383 h 5753325"/>
              <a:gd name="connsiteX67" fmla="*/ 4738416 w 6447632"/>
              <a:gd name="connsiteY67" fmla="*/ 4265355 h 5753325"/>
              <a:gd name="connsiteX68" fmla="*/ 4712007 w 6447632"/>
              <a:gd name="connsiteY68" fmla="*/ 4317892 h 5753325"/>
              <a:gd name="connsiteX69" fmla="*/ 4658930 w 6447632"/>
              <a:gd name="connsiteY69" fmla="*/ 4348041 h 5753325"/>
              <a:gd name="connsiteX70" fmla="*/ 4443526 w 6447632"/>
              <a:gd name="connsiteY70" fmla="*/ 4507851 h 5753325"/>
              <a:gd name="connsiteX71" fmla="*/ 4289766 w 6447632"/>
              <a:gd name="connsiteY71" fmla="*/ 4711450 h 5753325"/>
              <a:gd name="connsiteX72" fmla="*/ 4150870 w 6447632"/>
              <a:gd name="connsiteY72" fmla="*/ 4818480 h 5753325"/>
              <a:gd name="connsiteX73" fmla="*/ 4006639 w 6447632"/>
              <a:gd name="connsiteY73" fmla="*/ 4933815 h 5753325"/>
              <a:gd name="connsiteX74" fmla="*/ 3298210 w 6447632"/>
              <a:gd name="connsiteY74" fmla="*/ 5070790 h 5753325"/>
              <a:gd name="connsiteX75" fmla="*/ 2947678 w 6447632"/>
              <a:gd name="connsiteY75" fmla="*/ 5117869 h 5753325"/>
              <a:gd name="connsiteX76" fmla="*/ 2822169 w 6447632"/>
              <a:gd name="connsiteY76" fmla="*/ 5129396 h 5753325"/>
              <a:gd name="connsiteX77" fmla="*/ 2538773 w 6447632"/>
              <a:gd name="connsiteY77" fmla="*/ 5313397 h 5753325"/>
              <a:gd name="connsiteX78" fmla="*/ 2014500 w 6447632"/>
              <a:gd name="connsiteY78" fmla="*/ 5519744 h 5753325"/>
              <a:gd name="connsiteX79" fmla="*/ 1934391 w 6447632"/>
              <a:gd name="connsiteY79" fmla="*/ 5591335 h 5753325"/>
              <a:gd name="connsiteX80" fmla="*/ 1892550 w 6447632"/>
              <a:gd name="connsiteY80" fmla="*/ 5649708 h 5753325"/>
              <a:gd name="connsiteX81" fmla="*/ 1854769 w 6447632"/>
              <a:gd name="connsiteY81" fmla="*/ 5647691 h 5753325"/>
              <a:gd name="connsiteX82" fmla="*/ 1809461 w 6447632"/>
              <a:gd name="connsiteY82" fmla="*/ 5648628 h 5753325"/>
              <a:gd name="connsiteX83" fmla="*/ 1745150 w 6447632"/>
              <a:gd name="connsiteY83" fmla="*/ 5693879 h 5753325"/>
              <a:gd name="connsiteX84" fmla="*/ 1713375 w 6447632"/>
              <a:gd name="connsiteY84" fmla="*/ 5684672 h 5753325"/>
              <a:gd name="connsiteX85" fmla="*/ 1707808 w 6447632"/>
              <a:gd name="connsiteY85" fmla="*/ 5682611 h 5753325"/>
              <a:gd name="connsiteX86" fmla="*/ 1679313 w 6447632"/>
              <a:gd name="connsiteY86" fmla="*/ 5672360 h 5753325"/>
              <a:gd name="connsiteX87" fmla="*/ 1646933 w 6447632"/>
              <a:gd name="connsiteY87" fmla="*/ 5666227 h 5753325"/>
              <a:gd name="connsiteX88" fmla="*/ 1610055 w 6447632"/>
              <a:gd name="connsiteY88" fmla="*/ 5673643 h 5753325"/>
              <a:gd name="connsiteX89" fmla="*/ 1437641 w 6447632"/>
              <a:gd name="connsiteY89" fmla="*/ 5723266 h 5753325"/>
              <a:gd name="connsiteX90" fmla="*/ 1332869 w 6447632"/>
              <a:gd name="connsiteY90" fmla="*/ 5744752 h 5753325"/>
              <a:gd name="connsiteX91" fmla="*/ 1290525 w 6447632"/>
              <a:gd name="connsiteY91" fmla="*/ 5740036 h 5753325"/>
              <a:gd name="connsiteX92" fmla="*/ 1233107 w 6447632"/>
              <a:gd name="connsiteY92" fmla="*/ 5742106 h 5753325"/>
              <a:gd name="connsiteX93" fmla="*/ 1214532 w 6447632"/>
              <a:gd name="connsiteY93" fmla="*/ 5753325 h 5753325"/>
              <a:gd name="connsiteX94" fmla="*/ 1199955 w 6447632"/>
              <a:gd name="connsiteY94" fmla="*/ 5744831 h 5753325"/>
              <a:gd name="connsiteX95" fmla="*/ 1162337 w 6447632"/>
              <a:gd name="connsiteY95" fmla="*/ 5738048 h 5753325"/>
              <a:gd name="connsiteX96" fmla="*/ 1053457 w 6447632"/>
              <a:gd name="connsiteY96" fmla="*/ 5688676 h 5753325"/>
              <a:gd name="connsiteX97" fmla="*/ 1025798 w 6447632"/>
              <a:gd name="connsiteY97" fmla="*/ 5673166 h 5753325"/>
              <a:gd name="connsiteX98" fmla="*/ 947900 w 6447632"/>
              <a:gd name="connsiteY98" fmla="*/ 5657848 h 5753325"/>
              <a:gd name="connsiteX99" fmla="*/ 815627 w 6447632"/>
              <a:gd name="connsiteY99" fmla="*/ 5642557 h 5753325"/>
              <a:gd name="connsiteX100" fmla="*/ 788251 w 6447632"/>
              <a:gd name="connsiteY100" fmla="*/ 5637065 h 5753325"/>
              <a:gd name="connsiteX101" fmla="*/ 767822 w 6447632"/>
              <a:gd name="connsiteY101" fmla="*/ 5623450 h 5753325"/>
              <a:gd name="connsiteX102" fmla="*/ 765791 w 6447632"/>
              <a:gd name="connsiteY102" fmla="*/ 5612539 h 5753325"/>
              <a:gd name="connsiteX103" fmla="*/ 751230 w 6447632"/>
              <a:gd name="connsiteY103" fmla="*/ 5608092 h 5753325"/>
              <a:gd name="connsiteX104" fmla="*/ 748008 w 6447632"/>
              <a:gd name="connsiteY104" fmla="*/ 5605052 h 5753325"/>
              <a:gd name="connsiteX105" fmla="*/ 728871 w 6447632"/>
              <a:gd name="connsiteY105" fmla="*/ 5589469 h 5753325"/>
              <a:gd name="connsiteX106" fmla="*/ 671898 w 6447632"/>
              <a:gd name="connsiteY106" fmla="*/ 5602363 h 5753325"/>
              <a:gd name="connsiteX107" fmla="*/ 615065 w 6447632"/>
              <a:gd name="connsiteY107" fmla="*/ 5580257 h 5753325"/>
              <a:gd name="connsiteX108" fmla="*/ 355785 w 6447632"/>
              <a:gd name="connsiteY108" fmla="*/ 5514383 h 5753325"/>
              <a:gd name="connsiteX109" fmla="*/ 102269 w 6447632"/>
              <a:gd name="connsiteY109" fmla="*/ 5524347 h 5753325"/>
              <a:gd name="connsiteX110" fmla="*/ 13160 w 6447632"/>
              <a:gd name="connsiteY110" fmla="*/ 5514159 h 5753325"/>
              <a:gd name="connsiteX111" fmla="*/ 0 w 6447632"/>
              <a:gd name="connsiteY111" fmla="*/ 5511735 h 5753325"/>
              <a:gd name="connsiteX112" fmla="*/ 0 w 6447632"/>
              <a:gd name="connsiteY112" fmla="*/ 0 h 5753325"/>
              <a:gd name="connsiteX0" fmla="*/ 0 w 6447632"/>
              <a:gd name="connsiteY0" fmla="*/ 0 h 5753325"/>
              <a:gd name="connsiteX1" fmla="*/ 6438980 w 6447632"/>
              <a:gd name="connsiteY1" fmla="*/ 0 h 5753325"/>
              <a:gd name="connsiteX2" fmla="*/ 6439047 w 6447632"/>
              <a:gd name="connsiteY2" fmla="*/ 147 h 5753325"/>
              <a:gd name="connsiteX3" fmla="*/ 6443456 w 6447632"/>
              <a:gd name="connsiteY3" fmla="*/ 130105 h 5753325"/>
              <a:gd name="connsiteX4" fmla="*/ 6447632 w 6447632"/>
              <a:gd name="connsiteY4" fmla="*/ 170016 h 5753325"/>
              <a:gd name="connsiteX5" fmla="*/ 6396598 w 6447632"/>
              <a:gd name="connsiteY5" fmla="*/ 274847 h 5753325"/>
              <a:gd name="connsiteX6" fmla="*/ 6358350 w 6447632"/>
              <a:gd name="connsiteY6" fmla="*/ 492529 h 5753325"/>
              <a:gd name="connsiteX7" fmla="*/ 6354187 w 6447632"/>
              <a:gd name="connsiteY7" fmla="*/ 615799 h 5753325"/>
              <a:gd name="connsiteX8" fmla="*/ 6303977 w 6447632"/>
              <a:gd name="connsiteY8" fmla="*/ 664291 h 5753325"/>
              <a:gd name="connsiteX9" fmla="*/ 6344988 w 6447632"/>
              <a:gd name="connsiteY9" fmla="*/ 697330 h 5753325"/>
              <a:gd name="connsiteX10" fmla="*/ 6334770 w 6447632"/>
              <a:gd name="connsiteY10" fmla="*/ 754001 h 5753325"/>
              <a:gd name="connsiteX11" fmla="*/ 6339879 w 6447632"/>
              <a:gd name="connsiteY11" fmla="*/ 811136 h 5753325"/>
              <a:gd name="connsiteX12" fmla="*/ 6434072 w 6447632"/>
              <a:gd name="connsiteY12" fmla="*/ 910733 h 5753325"/>
              <a:gd name="connsiteX13" fmla="*/ 6432570 w 6447632"/>
              <a:gd name="connsiteY13" fmla="*/ 983394 h 5753325"/>
              <a:gd name="connsiteX14" fmla="*/ 6431878 w 6447632"/>
              <a:gd name="connsiteY14" fmla="*/ 1026728 h 5753325"/>
              <a:gd name="connsiteX15" fmla="*/ 6362266 w 6447632"/>
              <a:gd name="connsiteY15" fmla="*/ 1151111 h 5753325"/>
              <a:gd name="connsiteX16" fmla="*/ 6371722 w 6447632"/>
              <a:gd name="connsiteY16" fmla="*/ 1318080 h 5753325"/>
              <a:gd name="connsiteX17" fmla="*/ 6356023 w 6447632"/>
              <a:gd name="connsiteY17" fmla="*/ 1356227 h 5753325"/>
              <a:gd name="connsiteX18" fmla="*/ 6356157 w 6447632"/>
              <a:gd name="connsiteY18" fmla="*/ 1361967 h 5753325"/>
              <a:gd name="connsiteX19" fmla="*/ 6350613 w 6447632"/>
              <a:gd name="connsiteY19" fmla="*/ 1393569 h 5753325"/>
              <a:gd name="connsiteX20" fmla="*/ 6357062 w 6447632"/>
              <a:gd name="connsiteY20" fmla="*/ 1444071 h 5753325"/>
              <a:gd name="connsiteX21" fmla="*/ 6364832 w 6447632"/>
              <a:gd name="connsiteY21" fmla="*/ 1478763 h 5753325"/>
              <a:gd name="connsiteX22" fmla="*/ 6369745 w 6447632"/>
              <a:gd name="connsiteY22" fmla="*/ 1495680 h 5753325"/>
              <a:gd name="connsiteX23" fmla="*/ 6370898 w 6447632"/>
              <a:gd name="connsiteY23" fmla="*/ 1513331 h 5753325"/>
              <a:gd name="connsiteX24" fmla="*/ 6368801 w 6447632"/>
              <a:gd name="connsiteY24" fmla="*/ 1527414 h 5753325"/>
              <a:gd name="connsiteX25" fmla="*/ 6359177 w 6447632"/>
              <a:gd name="connsiteY25" fmla="*/ 1639513 h 5753325"/>
              <a:gd name="connsiteX26" fmla="*/ 6299489 w 6447632"/>
              <a:gd name="connsiteY26" fmla="*/ 1784860 h 5753325"/>
              <a:gd name="connsiteX27" fmla="*/ 6267878 w 6447632"/>
              <a:gd name="connsiteY27" fmla="*/ 1858572 h 5753325"/>
              <a:gd name="connsiteX28" fmla="*/ 6251146 w 6447632"/>
              <a:gd name="connsiteY28" fmla="*/ 1926167 h 5753325"/>
              <a:gd name="connsiteX29" fmla="*/ 6210686 w 6447632"/>
              <a:gd name="connsiteY29" fmla="*/ 2014834 h 5753325"/>
              <a:gd name="connsiteX30" fmla="*/ 6106652 w 6447632"/>
              <a:gd name="connsiteY30" fmla="*/ 2150572 h 5753325"/>
              <a:gd name="connsiteX31" fmla="*/ 6097813 w 6447632"/>
              <a:gd name="connsiteY31" fmla="*/ 2172208 h 5753325"/>
              <a:gd name="connsiteX32" fmla="*/ 6095990 w 6447632"/>
              <a:gd name="connsiteY32" fmla="*/ 2181185 h 5753325"/>
              <a:gd name="connsiteX33" fmla="*/ 6090126 w 6447632"/>
              <a:gd name="connsiteY33" fmla="*/ 2192533 h 5753325"/>
              <a:gd name="connsiteX34" fmla="*/ 6089503 w 6447632"/>
              <a:gd name="connsiteY34" fmla="*/ 2192543 h 5753325"/>
              <a:gd name="connsiteX35" fmla="*/ 6084946 w 6447632"/>
              <a:gd name="connsiteY35" fmla="*/ 2203694 h 5753325"/>
              <a:gd name="connsiteX36" fmla="*/ 5987861 w 6447632"/>
              <a:gd name="connsiteY36" fmla="*/ 2304868 h 5753325"/>
              <a:gd name="connsiteX37" fmla="*/ 5973439 w 6447632"/>
              <a:gd name="connsiteY37" fmla="*/ 2385635 h 5753325"/>
              <a:gd name="connsiteX38" fmla="*/ 5916727 w 6447632"/>
              <a:gd name="connsiteY38" fmla="*/ 2458777 h 5753325"/>
              <a:gd name="connsiteX39" fmla="*/ 5856524 w 6447632"/>
              <a:gd name="connsiteY39" fmla="*/ 2583281 h 5753325"/>
              <a:gd name="connsiteX40" fmla="*/ 5838091 w 6447632"/>
              <a:gd name="connsiteY40" fmla="*/ 2753474 h 5753325"/>
              <a:gd name="connsiteX41" fmla="*/ 5777471 w 6447632"/>
              <a:gd name="connsiteY41" fmla="*/ 2901570 h 5753325"/>
              <a:gd name="connsiteX42" fmla="*/ 5723992 w 6447632"/>
              <a:gd name="connsiteY42" fmla="*/ 2998752 h 5753325"/>
              <a:gd name="connsiteX43" fmla="*/ 5557886 w 6447632"/>
              <a:gd name="connsiteY43" fmla="*/ 3329735 h 5753325"/>
              <a:gd name="connsiteX44" fmla="*/ 5471501 w 6447632"/>
              <a:gd name="connsiteY44" fmla="*/ 3462221 h 5753325"/>
              <a:gd name="connsiteX45" fmla="*/ 5465154 w 6447632"/>
              <a:gd name="connsiteY45" fmla="*/ 3541065 h 5753325"/>
              <a:gd name="connsiteX46" fmla="*/ 5437889 w 6447632"/>
              <a:gd name="connsiteY46" fmla="*/ 3559927 h 5753325"/>
              <a:gd name="connsiteX47" fmla="*/ 5432770 w 6447632"/>
              <a:gd name="connsiteY47" fmla="*/ 3562948 h 5753325"/>
              <a:gd name="connsiteX48" fmla="*/ 5406795 w 6447632"/>
              <a:gd name="connsiteY48" fmla="*/ 3578594 h 5753325"/>
              <a:gd name="connsiteX49" fmla="*/ 5381495 w 6447632"/>
              <a:gd name="connsiteY49" fmla="*/ 3599883 h 5753325"/>
              <a:gd name="connsiteX50" fmla="*/ 5363689 w 6447632"/>
              <a:gd name="connsiteY50" fmla="*/ 3633299 h 5753325"/>
              <a:gd name="connsiteX51" fmla="*/ 5291870 w 6447632"/>
              <a:gd name="connsiteY51" fmla="*/ 3799039 h 5753325"/>
              <a:gd name="connsiteX52" fmla="*/ 5241600 w 6447632"/>
              <a:gd name="connsiteY52" fmla="*/ 3894238 h 5753325"/>
              <a:gd name="connsiteX53" fmla="*/ 5211041 w 6447632"/>
              <a:gd name="connsiteY53" fmla="*/ 3924184 h 5753325"/>
              <a:gd name="connsiteX54" fmla="*/ 5176073 w 6447632"/>
              <a:gd name="connsiteY54" fmla="*/ 3970179 h 5753325"/>
              <a:gd name="connsiteX55" fmla="*/ 5172826 w 6447632"/>
              <a:gd name="connsiteY55" fmla="*/ 3991773 h 5753325"/>
              <a:gd name="connsiteX56" fmla="*/ 5157053 w 6447632"/>
              <a:gd name="connsiteY56" fmla="*/ 3997708 h 5753325"/>
              <a:gd name="connsiteX57" fmla="*/ 5127922 w 6447632"/>
              <a:gd name="connsiteY57" fmla="*/ 4022660 h 5753325"/>
              <a:gd name="connsiteX58" fmla="*/ 5020872 w 6447632"/>
              <a:gd name="connsiteY58" fmla="*/ 4075951 h 5753325"/>
              <a:gd name="connsiteX59" fmla="*/ 4991410 w 6447632"/>
              <a:gd name="connsiteY59" fmla="*/ 4087598 h 5753325"/>
              <a:gd name="connsiteX60" fmla="*/ 4930112 w 6447632"/>
              <a:gd name="connsiteY60" fmla="*/ 4138459 h 5753325"/>
              <a:gd name="connsiteX61" fmla="*/ 4834224 w 6447632"/>
              <a:gd name="connsiteY61" fmla="*/ 4231643 h 5753325"/>
              <a:gd name="connsiteX62" fmla="*/ 4812599 w 6447632"/>
              <a:gd name="connsiteY62" fmla="*/ 4249449 h 5753325"/>
              <a:gd name="connsiteX63" fmla="*/ 4789188 w 6447632"/>
              <a:gd name="connsiteY63" fmla="*/ 4256678 h 5753325"/>
              <a:gd name="connsiteX64" fmla="*/ 4779554 w 6447632"/>
              <a:gd name="connsiteY64" fmla="*/ 4251313 h 5753325"/>
              <a:gd name="connsiteX65" fmla="*/ 4766885 w 6447632"/>
              <a:gd name="connsiteY65" fmla="*/ 4259812 h 5753325"/>
              <a:gd name="connsiteX66" fmla="*/ 4762510 w 6447632"/>
              <a:gd name="connsiteY66" fmla="*/ 4260383 h 5753325"/>
              <a:gd name="connsiteX67" fmla="*/ 4738416 w 6447632"/>
              <a:gd name="connsiteY67" fmla="*/ 4265355 h 5753325"/>
              <a:gd name="connsiteX68" fmla="*/ 4712007 w 6447632"/>
              <a:gd name="connsiteY68" fmla="*/ 4317892 h 5753325"/>
              <a:gd name="connsiteX69" fmla="*/ 4658930 w 6447632"/>
              <a:gd name="connsiteY69" fmla="*/ 4348041 h 5753325"/>
              <a:gd name="connsiteX70" fmla="*/ 4443526 w 6447632"/>
              <a:gd name="connsiteY70" fmla="*/ 4507851 h 5753325"/>
              <a:gd name="connsiteX71" fmla="*/ 4289766 w 6447632"/>
              <a:gd name="connsiteY71" fmla="*/ 4711450 h 5753325"/>
              <a:gd name="connsiteX72" fmla="*/ 4150870 w 6447632"/>
              <a:gd name="connsiteY72" fmla="*/ 4818480 h 5753325"/>
              <a:gd name="connsiteX73" fmla="*/ 4006639 w 6447632"/>
              <a:gd name="connsiteY73" fmla="*/ 4933815 h 5753325"/>
              <a:gd name="connsiteX74" fmla="*/ 3298210 w 6447632"/>
              <a:gd name="connsiteY74" fmla="*/ 5070790 h 5753325"/>
              <a:gd name="connsiteX75" fmla="*/ 2947678 w 6447632"/>
              <a:gd name="connsiteY75" fmla="*/ 5117869 h 5753325"/>
              <a:gd name="connsiteX76" fmla="*/ 2822169 w 6447632"/>
              <a:gd name="connsiteY76" fmla="*/ 5129396 h 5753325"/>
              <a:gd name="connsiteX77" fmla="*/ 2538773 w 6447632"/>
              <a:gd name="connsiteY77" fmla="*/ 5313397 h 5753325"/>
              <a:gd name="connsiteX78" fmla="*/ 2014500 w 6447632"/>
              <a:gd name="connsiteY78" fmla="*/ 5519744 h 5753325"/>
              <a:gd name="connsiteX79" fmla="*/ 1934391 w 6447632"/>
              <a:gd name="connsiteY79" fmla="*/ 5591335 h 5753325"/>
              <a:gd name="connsiteX80" fmla="*/ 1892550 w 6447632"/>
              <a:gd name="connsiteY80" fmla="*/ 5649708 h 5753325"/>
              <a:gd name="connsiteX81" fmla="*/ 1854769 w 6447632"/>
              <a:gd name="connsiteY81" fmla="*/ 5647691 h 5753325"/>
              <a:gd name="connsiteX82" fmla="*/ 1809461 w 6447632"/>
              <a:gd name="connsiteY82" fmla="*/ 5648628 h 5753325"/>
              <a:gd name="connsiteX83" fmla="*/ 1745150 w 6447632"/>
              <a:gd name="connsiteY83" fmla="*/ 5693879 h 5753325"/>
              <a:gd name="connsiteX84" fmla="*/ 1713375 w 6447632"/>
              <a:gd name="connsiteY84" fmla="*/ 5684672 h 5753325"/>
              <a:gd name="connsiteX85" fmla="*/ 1707808 w 6447632"/>
              <a:gd name="connsiteY85" fmla="*/ 5682611 h 5753325"/>
              <a:gd name="connsiteX86" fmla="*/ 1679313 w 6447632"/>
              <a:gd name="connsiteY86" fmla="*/ 5672360 h 5753325"/>
              <a:gd name="connsiteX87" fmla="*/ 1646933 w 6447632"/>
              <a:gd name="connsiteY87" fmla="*/ 5666227 h 5753325"/>
              <a:gd name="connsiteX88" fmla="*/ 1610055 w 6447632"/>
              <a:gd name="connsiteY88" fmla="*/ 5673643 h 5753325"/>
              <a:gd name="connsiteX89" fmla="*/ 1437641 w 6447632"/>
              <a:gd name="connsiteY89" fmla="*/ 5723266 h 5753325"/>
              <a:gd name="connsiteX90" fmla="*/ 1332869 w 6447632"/>
              <a:gd name="connsiteY90" fmla="*/ 5744752 h 5753325"/>
              <a:gd name="connsiteX91" fmla="*/ 1290525 w 6447632"/>
              <a:gd name="connsiteY91" fmla="*/ 5740036 h 5753325"/>
              <a:gd name="connsiteX92" fmla="*/ 1233107 w 6447632"/>
              <a:gd name="connsiteY92" fmla="*/ 5742106 h 5753325"/>
              <a:gd name="connsiteX93" fmla="*/ 1214532 w 6447632"/>
              <a:gd name="connsiteY93" fmla="*/ 5753325 h 5753325"/>
              <a:gd name="connsiteX94" fmla="*/ 1199955 w 6447632"/>
              <a:gd name="connsiteY94" fmla="*/ 5744831 h 5753325"/>
              <a:gd name="connsiteX95" fmla="*/ 1162337 w 6447632"/>
              <a:gd name="connsiteY95" fmla="*/ 5738048 h 5753325"/>
              <a:gd name="connsiteX96" fmla="*/ 1053457 w 6447632"/>
              <a:gd name="connsiteY96" fmla="*/ 5688676 h 5753325"/>
              <a:gd name="connsiteX97" fmla="*/ 1025798 w 6447632"/>
              <a:gd name="connsiteY97" fmla="*/ 5673166 h 5753325"/>
              <a:gd name="connsiteX98" fmla="*/ 947900 w 6447632"/>
              <a:gd name="connsiteY98" fmla="*/ 5657848 h 5753325"/>
              <a:gd name="connsiteX99" fmla="*/ 815627 w 6447632"/>
              <a:gd name="connsiteY99" fmla="*/ 5642557 h 5753325"/>
              <a:gd name="connsiteX100" fmla="*/ 788251 w 6447632"/>
              <a:gd name="connsiteY100" fmla="*/ 5637065 h 5753325"/>
              <a:gd name="connsiteX101" fmla="*/ 767822 w 6447632"/>
              <a:gd name="connsiteY101" fmla="*/ 5623450 h 5753325"/>
              <a:gd name="connsiteX102" fmla="*/ 765791 w 6447632"/>
              <a:gd name="connsiteY102" fmla="*/ 5612539 h 5753325"/>
              <a:gd name="connsiteX103" fmla="*/ 751230 w 6447632"/>
              <a:gd name="connsiteY103" fmla="*/ 5608092 h 5753325"/>
              <a:gd name="connsiteX104" fmla="*/ 748008 w 6447632"/>
              <a:gd name="connsiteY104" fmla="*/ 5605052 h 5753325"/>
              <a:gd name="connsiteX105" fmla="*/ 728871 w 6447632"/>
              <a:gd name="connsiteY105" fmla="*/ 5589469 h 5753325"/>
              <a:gd name="connsiteX106" fmla="*/ 671898 w 6447632"/>
              <a:gd name="connsiteY106" fmla="*/ 5602363 h 5753325"/>
              <a:gd name="connsiteX107" fmla="*/ 615065 w 6447632"/>
              <a:gd name="connsiteY107" fmla="*/ 5580257 h 5753325"/>
              <a:gd name="connsiteX108" fmla="*/ 355785 w 6447632"/>
              <a:gd name="connsiteY108" fmla="*/ 5514383 h 5753325"/>
              <a:gd name="connsiteX109" fmla="*/ 102269 w 6447632"/>
              <a:gd name="connsiteY109" fmla="*/ 5524347 h 5753325"/>
              <a:gd name="connsiteX110" fmla="*/ 13160 w 6447632"/>
              <a:gd name="connsiteY110" fmla="*/ 5514159 h 5753325"/>
              <a:gd name="connsiteX111" fmla="*/ 0 w 6447632"/>
              <a:gd name="connsiteY111" fmla="*/ 5511735 h 5753325"/>
              <a:gd name="connsiteX112" fmla="*/ 0 w 6447632"/>
              <a:gd name="connsiteY112" fmla="*/ 0 h 5753325"/>
              <a:gd name="connsiteX0" fmla="*/ 0 w 6447632"/>
              <a:gd name="connsiteY0" fmla="*/ 0 h 5753325"/>
              <a:gd name="connsiteX1" fmla="*/ 6438980 w 6447632"/>
              <a:gd name="connsiteY1" fmla="*/ 0 h 5753325"/>
              <a:gd name="connsiteX2" fmla="*/ 6439047 w 6447632"/>
              <a:gd name="connsiteY2" fmla="*/ 147 h 5753325"/>
              <a:gd name="connsiteX3" fmla="*/ 6443456 w 6447632"/>
              <a:gd name="connsiteY3" fmla="*/ 130105 h 5753325"/>
              <a:gd name="connsiteX4" fmla="*/ 6447632 w 6447632"/>
              <a:gd name="connsiteY4" fmla="*/ 170016 h 5753325"/>
              <a:gd name="connsiteX5" fmla="*/ 6396598 w 6447632"/>
              <a:gd name="connsiteY5" fmla="*/ 274847 h 5753325"/>
              <a:gd name="connsiteX6" fmla="*/ 6358350 w 6447632"/>
              <a:gd name="connsiteY6" fmla="*/ 492529 h 5753325"/>
              <a:gd name="connsiteX7" fmla="*/ 6354187 w 6447632"/>
              <a:gd name="connsiteY7" fmla="*/ 615799 h 5753325"/>
              <a:gd name="connsiteX8" fmla="*/ 6303977 w 6447632"/>
              <a:gd name="connsiteY8" fmla="*/ 664291 h 5753325"/>
              <a:gd name="connsiteX9" fmla="*/ 6344988 w 6447632"/>
              <a:gd name="connsiteY9" fmla="*/ 697330 h 5753325"/>
              <a:gd name="connsiteX10" fmla="*/ 6334770 w 6447632"/>
              <a:gd name="connsiteY10" fmla="*/ 754001 h 5753325"/>
              <a:gd name="connsiteX11" fmla="*/ 6339879 w 6447632"/>
              <a:gd name="connsiteY11" fmla="*/ 811136 h 5753325"/>
              <a:gd name="connsiteX12" fmla="*/ 6434072 w 6447632"/>
              <a:gd name="connsiteY12" fmla="*/ 910733 h 5753325"/>
              <a:gd name="connsiteX13" fmla="*/ 6432570 w 6447632"/>
              <a:gd name="connsiteY13" fmla="*/ 983394 h 5753325"/>
              <a:gd name="connsiteX14" fmla="*/ 6405877 w 6447632"/>
              <a:gd name="connsiteY14" fmla="*/ 1026728 h 5753325"/>
              <a:gd name="connsiteX15" fmla="*/ 6362266 w 6447632"/>
              <a:gd name="connsiteY15" fmla="*/ 1151111 h 5753325"/>
              <a:gd name="connsiteX16" fmla="*/ 6371722 w 6447632"/>
              <a:gd name="connsiteY16" fmla="*/ 1318080 h 5753325"/>
              <a:gd name="connsiteX17" fmla="*/ 6356023 w 6447632"/>
              <a:gd name="connsiteY17" fmla="*/ 1356227 h 5753325"/>
              <a:gd name="connsiteX18" fmla="*/ 6356157 w 6447632"/>
              <a:gd name="connsiteY18" fmla="*/ 1361967 h 5753325"/>
              <a:gd name="connsiteX19" fmla="*/ 6350613 w 6447632"/>
              <a:gd name="connsiteY19" fmla="*/ 1393569 h 5753325"/>
              <a:gd name="connsiteX20" fmla="*/ 6357062 w 6447632"/>
              <a:gd name="connsiteY20" fmla="*/ 1444071 h 5753325"/>
              <a:gd name="connsiteX21" fmla="*/ 6364832 w 6447632"/>
              <a:gd name="connsiteY21" fmla="*/ 1478763 h 5753325"/>
              <a:gd name="connsiteX22" fmla="*/ 6369745 w 6447632"/>
              <a:gd name="connsiteY22" fmla="*/ 1495680 h 5753325"/>
              <a:gd name="connsiteX23" fmla="*/ 6370898 w 6447632"/>
              <a:gd name="connsiteY23" fmla="*/ 1513331 h 5753325"/>
              <a:gd name="connsiteX24" fmla="*/ 6368801 w 6447632"/>
              <a:gd name="connsiteY24" fmla="*/ 1527414 h 5753325"/>
              <a:gd name="connsiteX25" fmla="*/ 6359177 w 6447632"/>
              <a:gd name="connsiteY25" fmla="*/ 1639513 h 5753325"/>
              <a:gd name="connsiteX26" fmla="*/ 6299489 w 6447632"/>
              <a:gd name="connsiteY26" fmla="*/ 1784860 h 5753325"/>
              <a:gd name="connsiteX27" fmla="*/ 6267878 w 6447632"/>
              <a:gd name="connsiteY27" fmla="*/ 1858572 h 5753325"/>
              <a:gd name="connsiteX28" fmla="*/ 6251146 w 6447632"/>
              <a:gd name="connsiteY28" fmla="*/ 1926167 h 5753325"/>
              <a:gd name="connsiteX29" fmla="*/ 6210686 w 6447632"/>
              <a:gd name="connsiteY29" fmla="*/ 2014834 h 5753325"/>
              <a:gd name="connsiteX30" fmla="*/ 6106652 w 6447632"/>
              <a:gd name="connsiteY30" fmla="*/ 2150572 h 5753325"/>
              <a:gd name="connsiteX31" fmla="*/ 6097813 w 6447632"/>
              <a:gd name="connsiteY31" fmla="*/ 2172208 h 5753325"/>
              <a:gd name="connsiteX32" fmla="*/ 6095990 w 6447632"/>
              <a:gd name="connsiteY32" fmla="*/ 2181185 h 5753325"/>
              <a:gd name="connsiteX33" fmla="*/ 6090126 w 6447632"/>
              <a:gd name="connsiteY33" fmla="*/ 2192533 h 5753325"/>
              <a:gd name="connsiteX34" fmla="*/ 6089503 w 6447632"/>
              <a:gd name="connsiteY34" fmla="*/ 2192543 h 5753325"/>
              <a:gd name="connsiteX35" fmla="*/ 6084946 w 6447632"/>
              <a:gd name="connsiteY35" fmla="*/ 2203694 h 5753325"/>
              <a:gd name="connsiteX36" fmla="*/ 5987861 w 6447632"/>
              <a:gd name="connsiteY36" fmla="*/ 2304868 h 5753325"/>
              <a:gd name="connsiteX37" fmla="*/ 5973439 w 6447632"/>
              <a:gd name="connsiteY37" fmla="*/ 2385635 h 5753325"/>
              <a:gd name="connsiteX38" fmla="*/ 5916727 w 6447632"/>
              <a:gd name="connsiteY38" fmla="*/ 2458777 h 5753325"/>
              <a:gd name="connsiteX39" fmla="*/ 5856524 w 6447632"/>
              <a:gd name="connsiteY39" fmla="*/ 2583281 h 5753325"/>
              <a:gd name="connsiteX40" fmla="*/ 5838091 w 6447632"/>
              <a:gd name="connsiteY40" fmla="*/ 2753474 h 5753325"/>
              <a:gd name="connsiteX41" fmla="*/ 5777471 w 6447632"/>
              <a:gd name="connsiteY41" fmla="*/ 2901570 h 5753325"/>
              <a:gd name="connsiteX42" fmla="*/ 5723992 w 6447632"/>
              <a:gd name="connsiteY42" fmla="*/ 2998752 h 5753325"/>
              <a:gd name="connsiteX43" fmla="*/ 5557886 w 6447632"/>
              <a:gd name="connsiteY43" fmla="*/ 3329735 h 5753325"/>
              <a:gd name="connsiteX44" fmla="*/ 5471501 w 6447632"/>
              <a:gd name="connsiteY44" fmla="*/ 3462221 h 5753325"/>
              <a:gd name="connsiteX45" fmla="*/ 5465154 w 6447632"/>
              <a:gd name="connsiteY45" fmla="*/ 3541065 h 5753325"/>
              <a:gd name="connsiteX46" fmla="*/ 5437889 w 6447632"/>
              <a:gd name="connsiteY46" fmla="*/ 3559927 h 5753325"/>
              <a:gd name="connsiteX47" fmla="*/ 5432770 w 6447632"/>
              <a:gd name="connsiteY47" fmla="*/ 3562948 h 5753325"/>
              <a:gd name="connsiteX48" fmla="*/ 5406795 w 6447632"/>
              <a:gd name="connsiteY48" fmla="*/ 3578594 h 5753325"/>
              <a:gd name="connsiteX49" fmla="*/ 5381495 w 6447632"/>
              <a:gd name="connsiteY49" fmla="*/ 3599883 h 5753325"/>
              <a:gd name="connsiteX50" fmla="*/ 5363689 w 6447632"/>
              <a:gd name="connsiteY50" fmla="*/ 3633299 h 5753325"/>
              <a:gd name="connsiteX51" fmla="*/ 5291870 w 6447632"/>
              <a:gd name="connsiteY51" fmla="*/ 3799039 h 5753325"/>
              <a:gd name="connsiteX52" fmla="*/ 5241600 w 6447632"/>
              <a:gd name="connsiteY52" fmla="*/ 3894238 h 5753325"/>
              <a:gd name="connsiteX53" fmla="*/ 5211041 w 6447632"/>
              <a:gd name="connsiteY53" fmla="*/ 3924184 h 5753325"/>
              <a:gd name="connsiteX54" fmla="*/ 5176073 w 6447632"/>
              <a:gd name="connsiteY54" fmla="*/ 3970179 h 5753325"/>
              <a:gd name="connsiteX55" fmla="*/ 5172826 w 6447632"/>
              <a:gd name="connsiteY55" fmla="*/ 3991773 h 5753325"/>
              <a:gd name="connsiteX56" fmla="*/ 5157053 w 6447632"/>
              <a:gd name="connsiteY56" fmla="*/ 3997708 h 5753325"/>
              <a:gd name="connsiteX57" fmla="*/ 5127922 w 6447632"/>
              <a:gd name="connsiteY57" fmla="*/ 4022660 h 5753325"/>
              <a:gd name="connsiteX58" fmla="*/ 5020872 w 6447632"/>
              <a:gd name="connsiteY58" fmla="*/ 4075951 h 5753325"/>
              <a:gd name="connsiteX59" fmla="*/ 4991410 w 6447632"/>
              <a:gd name="connsiteY59" fmla="*/ 4087598 h 5753325"/>
              <a:gd name="connsiteX60" fmla="*/ 4930112 w 6447632"/>
              <a:gd name="connsiteY60" fmla="*/ 4138459 h 5753325"/>
              <a:gd name="connsiteX61" fmla="*/ 4834224 w 6447632"/>
              <a:gd name="connsiteY61" fmla="*/ 4231643 h 5753325"/>
              <a:gd name="connsiteX62" fmla="*/ 4812599 w 6447632"/>
              <a:gd name="connsiteY62" fmla="*/ 4249449 h 5753325"/>
              <a:gd name="connsiteX63" fmla="*/ 4789188 w 6447632"/>
              <a:gd name="connsiteY63" fmla="*/ 4256678 h 5753325"/>
              <a:gd name="connsiteX64" fmla="*/ 4779554 w 6447632"/>
              <a:gd name="connsiteY64" fmla="*/ 4251313 h 5753325"/>
              <a:gd name="connsiteX65" fmla="*/ 4766885 w 6447632"/>
              <a:gd name="connsiteY65" fmla="*/ 4259812 h 5753325"/>
              <a:gd name="connsiteX66" fmla="*/ 4762510 w 6447632"/>
              <a:gd name="connsiteY66" fmla="*/ 4260383 h 5753325"/>
              <a:gd name="connsiteX67" fmla="*/ 4738416 w 6447632"/>
              <a:gd name="connsiteY67" fmla="*/ 4265355 h 5753325"/>
              <a:gd name="connsiteX68" fmla="*/ 4712007 w 6447632"/>
              <a:gd name="connsiteY68" fmla="*/ 4317892 h 5753325"/>
              <a:gd name="connsiteX69" fmla="*/ 4658930 w 6447632"/>
              <a:gd name="connsiteY69" fmla="*/ 4348041 h 5753325"/>
              <a:gd name="connsiteX70" fmla="*/ 4443526 w 6447632"/>
              <a:gd name="connsiteY70" fmla="*/ 4507851 h 5753325"/>
              <a:gd name="connsiteX71" fmla="*/ 4289766 w 6447632"/>
              <a:gd name="connsiteY71" fmla="*/ 4711450 h 5753325"/>
              <a:gd name="connsiteX72" fmla="*/ 4150870 w 6447632"/>
              <a:gd name="connsiteY72" fmla="*/ 4818480 h 5753325"/>
              <a:gd name="connsiteX73" fmla="*/ 4006639 w 6447632"/>
              <a:gd name="connsiteY73" fmla="*/ 4933815 h 5753325"/>
              <a:gd name="connsiteX74" fmla="*/ 3298210 w 6447632"/>
              <a:gd name="connsiteY74" fmla="*/ 5070790 h 5753325"/>
              <a:gd name="connsiteX75" fmla="*/ 2947678 w 6447632"/>
              <a:gd name="connsiteY75" fmla="*/ 5117869 h 5753325"/>
              <a:gd name="connsiteX76" fmla="*/ 2822169 w 6447632"/>
              <a:gd name="connsiteY76" fmla="*/ 5129396 h 5753325"/>
              <a:gd name="connsiteX77" fmla="*/ 2538773 w 6447632"/>
              <a:gd name="connsiteY77" fmla="*/ 5313397 h 5753325"/>
              <a:gd name="connsiteX78" fmla="*/ 2014500 w 6447632"/>
              <a:gd name="connsiteY78" fmla="*/ 5519744 h 5753325"/>
              <a:gd name="connsiteX79" fmla="*/ 1934391 w 6447632"/>
              <a:gd name="connsiteY79" fmla="*/ 5591335 h 5753325"/>
              <a:gd name="connsiteX80" fmla="*/ 1892550 w 6447632"/>
              <a:gd name="connsiteY80" fmla="*/ 5649708 h 5753325"/>
              <a:gd name="connsiteX81" fmla="*/ 1854769 w 6447632"/>
              <a:gd name="connsiteY81" fmla="*/ 5647691 h 5753325"/>
              <a:gd name="connsiteX82" fmla="*/ 1809461 w 6447632"/>
              <a:gd name="connsiteY82" fmla="*/ 5648628 h 5753325"/>
              <a:gd name="connsiteX83" fmla="*/ 1745150 w 6447632"/>
              <a:gd name="connsiteY83" fmla="*/ 5693879 h 5753325"/>
              <a:gd name="connsiteX84" fmla="*/ 1713375 w 6447632"/>
              <a:gd name="connsiteY84" fmla="*/ 5684672 h 5753325"/>
              <a:gd name="connsiteX85" fmla="*/ 1707808 w 6447632"/>
              <a:gd name="connsiteY85" fmla="*/ 5682611 h 5753325"/>
              <a:gd name="connsiteX86" fmla="*/ 1679313 w 6447632"/>
              <a:gd name="connsiteY86" fmla="*/ 5672360 h 5753325"/>
              <a:gd name="connsiteX87" fmla="*/ 1646933 w 6447632"/>
              <a:gd name="connsiteY87" fmla="*/ 5666227 h 5753325"/>
              <a:gd name="connsiteX88" fmla="*/ 1610055 w 6447632"/>
              <a:gd name="connsiteY88" fmla="*/ 5673643 h 5753325"/>
              <a:gd name="connsiteX89" fmla="*/ 1437641 w 6447632"/>
              <a:gd name="connsiteY89" fmla="*/ 5723266 h 5753325"/>
              <a:gd name="connsiteX90" fmla="*/ 1332869 w 6447632"/>
              <a:gd name="connsiteY90" fmla="*/ 5744752 h 5753325"/>
              <a:gd name="connsiteX91" fmla="*/ 1290525 w 6447632"/>
              <a:gd name="connsiteY91" fmla="*/ 5740036 h 5753325"/>
              <a:gd name="connsiteX92" fmla="*/ 1233107 w 6447632"/>
              <a:gd name="connsiteY92" fmla="*/ 5742106 h 5753325"/>
              <a:gd name="connsiteX93" fmla="*/ 1214532 w 6447632"/>
              <a:gd name="connsiteY93" fmla="*/ 5753325 h 5753325"/>
              <a:gd name="connsiteX94" fmla="*/ 1199955 w 6447632"/>
              <a:gd name="connsiteY94" fmla="*/ 5744831 h 5753325"/>
              <a:gd name="connsiteX95" fmla="*/ 1162337 w 6447632"/>
              <a:gd name="connsiteY95" fmla="*/ 5738048 h 5753325"/>
              <a:gd name="connsiteX96" fmla="*/ 1053457 w 6447632"/>
              <a:gd name="connsiteY96" fmla="*/ 5688676 h 5753325"/>
              <a:gd name="connsiteX97" fmla="*/ 1025798 w 6447632"/>
              <a:gd name="connsiteY97" fmla="*/ 5673166 h 5753325"/>
              <a:gd name="connsiteX98" fmla="*/ 947900 w 6447632"/>
              <a:gd name="connsiteY98" fmla="*/ 5657848 h 5753325"/>
              <a:gd name="connsiteX99" fmla="*/ 815627 w 6447632"/>
              <a:gd name="connsiteY99" fmla="*/ 5642557 h 5753325"/>
              <a:gd name="connsiteX100" fmla="*/ 788251 w 6447632"/>
              <a:gd name="connsiteY100" fmla="*/ 5637065 h 5753325"/>
              <a:gd name="connsiteX101" fmla="*/ 767822 w 6447632"/>
              <a:gd name="connsiteY101" fmla="*/ 5623450 h 5753325"/>
              <a:gd name="connsiteX102" fmla="*/ 765791 w 6447632"/>
              <a:gd name="connsiteY102" fmla="*/ 5612539 h 5753325"/>
              <a:gd name="connsiteX103" fmla="*/ 751230 w 6447632"/>
              <a:gd name="connsiteY103" fmla="*/ 5608092 h 5753325"/>
              <a:gd name="connsiteX104" fmla="*/ 748008 w 6447632"/>
              <a:gd name="connsiteY104" fmla="*/ 5605052 h 5753325"/>
              <a:gd name="connsiteX105" fmla="*/ 728871 w 6447632"/>
              <a:gd name="connsiteY105" fmla="*/ 5589469 h 5753325"/>
              <a:gd name="connsiteX106" fmla="*/ 671898 w 6447632"/>
              <a:gd name="connsiteY106" fmla="*/ 5602363 h 5753325"/>
              <a:gd name="connsiteX107" fmla="*/ 615065 w 6447632"/>
              <a:gd name="connsiteY107" fmla="*/ 5580257 h 5753325"/>
              <a:gd name="connsiteX108" fmla="*/ 355785 w 6447632"/>
              <a:gd name="connsiteY108" fmla="*/ 5514383 h 5753325"/>
              <a:gd name="connsiteX109" fmla="*/ 102269 w 6447632"/>
              <a:gd name="connsiteY109" fmla="*/ 5524347 h 5753325"/>
              <a:gd name="connsiteX110" fmla="*/ 13160 w 6447632"/>
              <a:gd name="connsiteY110" fmla="*/ 5514159 h 5753325"/>
              <a:gd name="connsiteX111" fmla="*/ 0 w 6447632"/>
              <a:gd name="connsiteY111" fmla="*/ 5511735 h 5753325"/>
              <a:gd name="connsiteX112" fmla="*/ 0 w 6447632"/>
              <a:gd name="connsiteY112" fmla="*/ 0 h 5753325"/>
              <a:gd name="connsiteX0" fmla="*/ 0 w 6447632"/>
              <a:gd name="connsiteY0" fmla="*/ 0 h 5753325"/>
              <a:gd name="connsiteX1" fmla="*/ 6438980 w 6447632"/>
              <a:gd name="connsiteY1" fmla="*/ 0 h 5753325"/>
              <a:gd name="connsiteX2" fmla="*/ 6439047 w 6447632"/>
              <a:gd name="connsiteY2" fmla="*/ 147 h 5753325"/>
              <a:gd name="connsiteX3" fmla="*/ 6443456 w 6447632"/>
              <a:gd name="connsiteY3" fmla="*/ 130105 h 5753325"/>
              <a:gd name="connsiteX4" fmla="*/ 6447632 w 6447632"/>
              <a:gd name="connsiteY4" fmla="*/ 170016 h 5753325"/>
              <a:gd name="connsiteX5" fmla="*/ 6396598 w 6447632"/>
              <a:gd name="connsiteY5" fmla="*/ 274847 h 5753325"/>
              <a:gd name="connsiteX6" fmla="*/ 6358350 w 6447632"/>
              <a:gd name="connsiteY6" fmla="*/ 492529 h 5753325"/>
              <a:gd name="connsiteX7" fmla="*/ 6354187 w 6447632"/>
              <a:gd name="connsiteY7" fmla="*/ 615799 h 5753325"/>
              <a:gd name="connsiteX8" fmla="*/ 6303977 w 6447632"/>
              <a:gd name="connsiteY8" fmla="*/ 664291 h 5753325"/>
              <a:gd name="connsiteX9" fmla="*/ 6344988 w 6447632"/>
              <a:gd name="connsiteY9" fmla="*/ 697330 h 5753325"/>
              <a:gd name="connsiteX10" fmla="*/ 6334770 w 6447632"/>
              <a:gd name="connsiteY10" fmla="*/ 754001 h 5753325"/>
              <a:gd name="connsiteX11" fmla="*/ 6339879 w 6447632"/>
              <a:gd name="connsiteY11" fmla="*/ 811136 h 5753325"/>
              <a:gd name="connsiteX12" fmla="*/ 6434072 w 6447632"/>
              <a:gd name="connsiteY12" fmla="*/ 910733 h 5753325"/>
              <a:gd name="connsiteX13" fmla="*/ 6405877 w 6447632"/>
              <a:gd name="connsiteY13" fmla="*/ 1026728 h 5753325"/>
              <a:gd name="connsiteX14" fmla="*/ 6362266 w 6447632"/>
              <a:gd name="connsiteY14" fmla="*/ 1151111 h 5753325"/>
              <a:gd name="connsiteX15" fmla="*/ 6371722 w 6447632"/>
              <a:gd name="connsiteY15" fmla="*/ 1318080 h 5753325"/>
              <a:gd name="connsiteX16" fmla="*/ 6356023 w 6447632"/>
              <a:gd name="connsiteY16" fmla="*/ 1356227 h 5753325"/>
              <a:gd name="connsiteX17" fmla="*/ 6356157 w 6447632"/>
              <a:gd name="connsiteY17" fmla="*/ 1361967 h 5753325"/>
              <a:gd name="connsiteX18" fmla="*/ 6350613 w 6447632"/>
              <a:gd name="connsiteY18" fmla="*/ 1393569 h 5753325"/>
              <a:gd name="connsiteX19" fmla="*/ 6357062 w 6447632"/>
              <a:gd name="connsiteY19" fmla="*/ 1444071 h 5753325"/>
              <a:gd name="connsiteX20" fmla="*/ 6364832 w 6447632"/>
              <a:gd name="connsiteY20" fmla="*/ 1478763 h 5753325"/>
              <a:gd name="connsiteX21" fmla="*/ 6369745 w 6447632"/>
              <a:gd name="connsiteY21" fmla="*/ 1495680 h 5753325"/>
              <a:gd name="connsiteX22" fmla="*/ 6370898 w 6447632"/>
              <a:gd name="connsiteY22" fmla="*/ 1513331 h 5753325"/>
              <a:gd name="connsiteX23" fmla="*/ 6368801 w 6447632"/>
              <a:gd name="connsiteY23" fmla="*/ 1527414 h 5753325"/>
              <a:gd name="connsiteX24" fmla="*/ 6359177 w 6447632"/>
              <a:gd name="connsiteY24" fmla="*/ 1639513 h 5753325"/>
              <a:gd name="connsiteX25" fmla="*/ 6299489 w 6447632"/>
              <a:gd name="connsiteY25" fmla="*/ 1784860 h 5753325"/>
              <a:gd name="connsiteX26" fmla="*/ 6267878 w 6447632"/>
              <a:gd name="connsiteY26" fmla="*/ 1858572 h 5753325"/>
              <a:gd name="connsiteX27" fmla="*/ 6251146 w 6447632"/>
              <a:gd name="connsiteY27" fmla="*/ 1926167 h 5753325"/>
              <a:gd name="connsiteX28" fmla="*/ 6210686 w 6447632"/>
              <a:gd name="connsiteY28" fmla="*/ 2014834 h 5753325"/>
              <a:gd name="connsiteX29" fmla="*/ 6106652 w 6447632"/>
              <a:gd name="connsiteY29" fmla="*/ 2150572 h 5753325"/>
              <a:gd name="connsiteX30" fmla="*/ 6097813 w 6447632"/>
              <a:gd name="connsiteY30" fmla="*/ 2172208 h 5753325"/>
              <a:gd name="connsiteX31" fmla="*/ 6095990 w 6447632"/>
              <a:gd name="connsiteY31" fmla="*/ 2181185 h 5753325"/>
              <a:gd name="connsiteX32" fmla="*/ 6090126 w 6447632"/>
              <a:gd name="connsiteY32" fmla="*/ 2192533 h 5753325"/>
              <a:gd name="connsiteX33" fmla="*/ 6089503 w 6447632"/>
              <a:gd name="connsiteY33" fmla="*/ 2192543 h 5753325"/>
              <a:gd name="connsiteX34" fmla="*/ 6084946 w 6447632"/>
              <a:gd name="connsiteY34" fmla="*/ 2203694 h 5753325"/>
              <a:gd name="connsiteX35" fmla="*/ 5987861 w 6447632"/>
              <a:gd name="connsiteY35" fmla="*/ 2304868 h 5753325"/>
              <a:gd name="connsiteX36" fmla="*/ 5973439 w 6447632"/>
              <a:gd name="connsiteY36" fmla="*/ 2385635 h 5753325"/>
              <a:gd name="connsiteX37" fmla="*/ 5916727 w 6447632"/>
              <a:gd name="connsiteY37" fmla="*/ 2458777 h 5753325"/>
              <a:gd name="connsiteX38" fmla="*/ 5856524 w 6447632"/>
              <a:gd name="connsiteY38" fmla="*/ 2583281 h 5753325"/>
              <a:gd name="connsiteX39" fmla="*/ 5838091 w 6447632"/>
              <a:gd name="connsiteY39" fmla="*/ 2753474 h 5753325"/>
              <a:gd name="connsiteX40" fmla="*/ 5777471 w 6447632"/>
              <a:gd name="connsiteY40" fmla="*/ 2901570 h 5753325"/>
              <a:gd name="connsiteX41" fmla="*/ 5723992 w 6447632"/>
              <a:gd name="connsiteY41" fmla="*/ 2998752 h 5753325"/>
              <a:gd name="connsiteX42" fmla="*/ 5557886 w 6447632"/>
              <a:gd name="connsiteY42" fmla="*/ 3329735 h 5753325"/>
              <a:gd name="connsiteX43" fmla="*/ 5471501 w 6447632"/>
              <a:gd name="connsiteY43" fmla="*/ 3462221 h 5753325"/>
              <a:gd name="connsiteX44" fmla="*/ 5465154 w 6447632"/>
              <a:gd name="connsiteY44" fmla="*/ 3541065 h 5753325"/>
              <a:gd name="connsiteX45" fmla="*/ 5437889 w 6447632"/>
              <a:gd name="connsiteY45" fmla="*/ 3559927 h 5753325"/>
              <a:gd name="connsiteX46" fmla="*/ 5432770 w 6447632"/>
              <a:gd name="connsiteY46" fmla="*/ 3562948 h 5753325"/>
              <a:gd name="connsiteX47" fmla="*/ 5406795 w 6447632"/>
              <a:gd name="connsiteY47" fmla="*/ 3578594 h 5753325"/>
              <a:gd name="connsiteX48" fmla="*/ 5381495 w 6447632"/>
              <a:gd name="connsiteY48" fmla="*/ 3599883 h 5753325"/>
              <a:gd name="connsiteX49" fmla="*/ 5363689 w 6447632"/>
              <a:gd name="connsiteY49" fmla="*/ 3633299 h 5753325"/>
              <a:gd name="connsiteX50" fmla="*/ 5291870 w 6447632"/>
              <a:gd name="connsiteY50" fmla="*/ 3799039 h 5753325"/>
              <a:gd name="connsiteX51" fmla="*/ 5241600 w 6447632"/>
              <a:gd name="connsiteY51" fmla="*/ 3894238 h 5753325"/>
              <a:gd name="connsiteX52" fmla="*/ 5211041 w 6447632"/>
              <a:gd name="connsiteY52" fmla="*/ 3924184 h 5753325"/>
              <a:gd name="connsiteX53" fmla="*/ 5176073 w 6447632"/>
              <a:gd name="connsiteY53" fmla="*/ 3970179 h 5753325"/>
              <a:gd name="connsiteX54" fmla="*/ 5172826 w 6447632"/>
              <a:gd name="connsiteY54" fmla="*/ 3991773 h 5753325"/>
              <a:gd name="connsiteX55" fmla="*/ 5157053 w 6447632"/>
              <a:gd name="connsiteY55" fmla="*/ 3997708 h 5753325"/>
              <a:gd name="connsiteX56" fmla="*/ 5127922 w 6447632"/>
              <a:gd name="connsiteY56" fmla="*/ 4022660 h 5753325"/>
              <a:gd name="connsiteX57" fmla="*/ 5020872 w 6447632"/>
              <a:gd name="connsiteY57" fmla="*/ 4075951 h 5753325"/>
              <a:gd name="connsiteX58" fmla="*/ 4991410 w 6447632"/>
              <a:gd name="connsiteY58" fmla="*/ 4087598 h 5753325"/>
              <a:gd name="connsiteX59" fmla="*/ 4930112 w 6447632"/>
              <a:gd name="connsiteY59" fmla="*/ 4138459 h 5753325"/>
              <a:gd name="connsiteX60" fmla="*/ 4834224 w 6447632"/>
              <a:gd name="connsiteY60" fmla="*/ 4231643 h 5753325"/>
              <a:gd name="connsiteX61" fmla="*/ 4812599 w 6447632"/>
              <a:gd name="connsiteY61" fmla="*/ 4249449 h 5753325"/>
              <a:gd name="connsiteX62" fmla="*/ 4789188 w 6447632"/>
              <a:gd name="connsiteY62" fmla="*/ 4256678 h 5753325"/>
              <a:gd name="connsiteX63" fmla="*/ 4779554 w 6447632"/>
              <a:gd name="connsiteY63" fmla="*/ 4251313 h 5753325"/>
              <a:gd name="connsiteX64" fmla="*/ 4766885 w 6447632"/>
              <a:gd name="connsiteY64" fmla="*/ 4259812 h 5753325"/>
              <a:gd name="connsiteX65" fmla="*/ 4762510 w 6447632"/>
              <a:gd name="connsiteY65" fmla="*/ 4260383 h 5753325"/>
              <a:gd name="connsiteX66" fmla="*/ 4738416 w 6447632"/>
              <a:gd name="connsiteY66" fmla="*/ 4265355 h 5753325"/>
              <a:gd name="connsiteX67" fmla="*/ 4712007 w 6447632"/>
              <a:gd name="connsiteY67" fmla="*/ 4317892 h 5753325"/>
              <a:gd name="connsiteX68" fmla="*/ 4658930 w 6447632"/>
              <a:gd name="connsiteY68" fmla="*/ 4348041 h 5753325"/>
              <a:gd name="connsiteX69" fmla="*/ 4443526 w 6447632"/>
              <a:gd name="connsiteY69" fmla="*/ 4507851 h 5753325"/>
              <a:gd name="connsiteX70" fmla="*/ 4289766 w 6447632"/>
              <a:gd name="connsiteY70" fmla="*/ 4711450 h 5753325"/>
              <a:gd name="connsiteX71" fmla="*/ 4150870 w 6447632"/>
              <a:gd name="connsiteY71" fmla="*/ 4818480 h 5753325"/>
              <a:gd name="connsiteX72" fmla="*/ 4006639 w 6447632"/>
              <a:gd name="connsiteY72" fmla="*/ 4933815 h 5753325"/>
              <a:gd name="connsiteX73" fmla="*/ 3298210 w 6447632"/>
              <a:gd name="connsiteY73" fmla="*/ 5070790 h 5753325"/>
              <a:gd name="connsiteX74" fmla="*/ 2947678 w 6447632"/>
              <a:gd name="connsiteY74" fmla="*/ 5117869 h 5753325"/>
              <a:gd name="connsiteX75" fmla="*/ 2822169 w 6447632"/>
              <a:gd name="connsiteY75" fmla="*/ 5129396 h 5753325"/>
              <a:gd name="connsiteX76" fmla="*/ 2538773 w 6447632"/>
              <a:gd name="connsiteY76" fmla="*/ 5313397 h 5753325"/>
              <a:gd name="connsiteX77" fmla="*/ 2014500 w 6447632"/>
              <a:gd name="connsiteY77" fmla="*/ 5519744 h 5753325"/>
              <a:gd name="connsiteX78" fmla="*/ 1934391 w 6447632"/>
              <a:gd name="connsiteY78" fmla="*/ 5591335 h 5753325"/>
              <a:gd name="connsiteX79" fmla="*/ 1892550 w 6447632"/>
              <a:gd name="connsiteY79" fmla="*/ 5649708 h 5753325"/>
              <a:gd name="connsiteX80" fmla="*/ 1854769 w 6447632"/>
              <a:gd name="connsiteY80" fmla="*/ 5647691 h 5753325"/>
              <a:gd name="connsiteX81" fmla="*/ 1809461 w 6447632"/>
              <a:gd name="connsiteY81" fmla="*/ 5648628 h 5753325"/>
              <a:gd name="connsiteX82" fmla="*/ 1745150 w 6447632"/>
              <a:gd name="connsiteY82" fmla="*/ 5693879 h 5753325"/>
              <a:gd name="connsiteX83" fmla="*/ 1713375 w 6447632"/>
              <a:gd name="connsiteY83" fmla="*/ 5684672 h 5753325"/>
              <a:gd name="connsiteX84" fmla="*/ 1707808 w 6447632"/>
              <a:gd name="connsiteY84" fmla="*/ 5682611 h 5753325"/>
              <a:gd name="connsiteX85" fmla="*/ 1679313 w 6447632"/>
              <a:gd name="connsiteY85" fmla="*/ 5672360 h 5753325"/>
              <a:gd name="connsiteX86" fmla="*/ 1646933 w 6447632"/>
              <a:gd name="connsiteY86" fmla="*/ 5666227 h 5753325"/>
              <a:gd name="connsiteX87" fmla="*/ 1610055 w 6447632"/>
              <a:gd name="connsiteY87" fmla="*/ 5673643 h 5753325"/>
              <a:gd name="connsiteX88" fmla="*/ 1437641 w 6447632"/>
              <a:gd name="connsiteY88" fmla="*/ 5723266 h 5753325"/>
              <a:gd name="connsiteX89" fmla="*/ 1332869 w 6447632"/>
              <a:gd name="connsiteY89" fmla="*/ 5744752 h 5753325"/>
              <a:gd name="connsiteX90" fmla="*/ 1290525 w 6447632"/>
              <a:gd name="connsiteY90" fmla="*/ 5740036 h 5753325"/>
              <a:gd name="connsiteX91" fmla="*/ 1233107 w 6447632"/>
              <a:gd name="connsiteY91" fmla="*/ 5742106 h 5753325"/>
              <a:gd name="connsiteX92" fmla="*/ 1214532 w 6447632"/>
              <a:gd name="connsiteY92" fmla="*/ 5753325 h 5753325"/>
              <a:gd name="connsiteX93" fmla="*/ 1199955 w 6447632"/>
              <a:gd name="connsiteY93" fmla="*/ 5744831 h 5753325"/>
              <a:gd name="connsiteX94" fmla="*/ 1162337 w 6447632"/>
              <a:gd name="connsiteY94" fmla="*/ 5738048 h 5753325"/>
              <a:gd name="connsiteX95" fmla="*/ 1053457 w 6447632"/>
              <a:gd name="connsiteY95" fmla="*/ 5688676 h 5753325"/>
              <a:gd name="connsiteX96" fmla="*/ 1025798 w 6447632"/>
              <a:gd name="connsiteY96" fmla="*/ 5673166 h 5753325"/>
              <a:gd name="connsiteX97" fmla="*/ 947900 w 6447632"/>
              <a:gd name="connsiteY97" fmla="*/ 5657848 h 5753325"/>
              <a:gd name="connsiteX98" fmla="*/ 815627 w 6447632"/>
              <a:gd name="connsiteY98" fmla="*/ 5642557 h 5753325"/>
              <a:gd name="connsiteX99" fmla="*/ 788251 w 6447632"/>
              <a:gd name="connsiteY99" fmla="*/ 5637065 h 5753325"/>
              <a:gd name="connsiteX100" fmla="*/ 767822 w 6447632"/>
              <a:gd name="connsiteY100" fmla="*/ 5623450 h 5753325"/>
              <a:gd name="connsiteX101" fmla="*/ 765791 w 6447632"/>
              <a:gd name="connsiteY101" fmla="*/ 5612539 h 5753325"/>
              <a:gd name="connsiteX102" fmla="*/ 751230 w 6447632"/>
              <a:gd name="connsiteY102" fmla="*/ 5608092 h 5753325"/>
              <a:gd name="connsiteX103" fmla="*/ 748008 w 6447632"/>
              <a:gd name="connsiteY103" fmla="*/ 5605052 h 5753325"/>
              <a:gd name="connsiteX104" fmla="*/ 728871 w 6447632"/>
              <a:gd name="connsiteY104" fmla="*/ 5589469 h 5753325"/>
              <a:gd name="connsiteX105" fmla="*/ 671898 w 6447632"/>
              <a:gd name="connsiteY105" fmla="*/ 5602363 h 5753325"/>
              <a:gd name="connsiteX106" fmla="*/ 615065 w 6447632"/>
              <a:gd name="connsiteY106" fmla="*/ 5580257 h 5753325"/>
              <a:gd name="connsiteX107" fmla="*/ 355785 w 6447632"/>
              <a:gd name="connsiteY107" fmla="*/ 5514383 h 5753325"/>
              <a:gd name="connsiteX108" fmla="*/ 102269 w 6447632"/>
              <a:gd name="connsiteY108" fmla="*/ 5524347 h 5753325"/>
              <a:gd name="connsiteX109" fmla="*/ 13160 w 6447632"/>
              <a:gd name="connsiteY109" fmla="*/ 5514159 h 5753325"/>
              <a:gd name="connsiteX110" fmla="*/ 0 w 6447632"/>
              <a:gd name="connsiteY110" fmla="*/ 5511735 h 5753325"/>
              <a:gd name="connsiteX111" fmla="*/ 0 w 6447632"/>
              <a:gd name="connsiteY111" fmla="*/ 0 h 5753325"/>
              <a:gd name="connsiteX0" fmla="*/ 0 w 6447632"/>
              <a:gd name="connsiteY0" fmla="*/ 0 h 5753325"/>
              <a:gd name="connsiteX1" fmla="*/ 6438980 w 6447632"/>
              <a:gd name="connsiteY1" fmla="*/ 0 h 5753325"/>
              <a:gd name="connsiteX2" fmla="*/ 6439047 w 6447632"/>
              <a:gd name="connsiteY2" fmla="*/ 147 h 5753325"/>
              <a:gd name="connsiteX3" fmla="*/ 6443456 w 6447632"/>
              <a:gd name="connsiteY3" fmla="*/ 130105 h 5753325"/>
              <a:gd name="connsiteX4" fmla="*/ 6447632 w 6447632"/>
              <a:gd name="connsiteY4" fmla="*/ 170016 h 5753325"/>
              <a:gd name="connsiteX5" fmla="*/ 6396598 w 6447632"/>
              <a:gd name="connsiteY5" fmla="*/ 274847 h 5753325"/>
              <a:gd name="connsiteX6" fmla="*/ 6358350 w 6447632"/>
              <a:gd name="connsiteY6" fmla="*/ 492529 h 5753325"/>
              <a:gd name="connsiteX7" fmla="*/ 6354187 w 6447632"/>
              <a:gd name="connsiteY7" fmla="*/ 615799 h 5753325"/>
              <a:gd name="connsiteX8" fmla="*/ 6303977 w 6447632"/>
              <a:gd name="connsiteY8" fmla="*/ 664291 h 5753325"/>
              <a:gd name="connsiteX9" fmla="*/ 6344988 w 6447632"/>
              <a:gd name="connsiteY9" fmla="*/ 697330 h 5753325"/>
              <a:gd name="connsiteX10" fmla="*/ 6334770 w 6447632"/>
              <a:gd name="connsiteY10" fmla="*/ 754001 h 5753325"/>
              <a:gd name="connsiteX11" fmla="*/ 6339879 w 6447632"/>
              <a:gd name="connsiteY11" fmla="*/ 811136 h 5753325"/>
              <a:gd name="connsiteX12" fmla="*/ 6330065 w 6447632"/>
              <a:gd name="connsiteY12" fmla="*/ 893399 h 5753325"/>
              <a:gd name="connsiteX13" fmla="*/ 6405877 w 6447632"/>
              <a:gd name="connsiteY13" fmla="*/ 1026728 h 5753325"/>
              <a:gd name="connsiteX14" fmla="*/ 6362266 w 6447632"/>
              <a:gd name="connsiteY14" fmla="*/ 1151111 h 5753325"/>
              <a:gd name="connsiteX15" fmla="*/ 6371722 w 6447632"/>
              <a:gd name="connsiteY15" fmla="*/ 1318080 h 5753325"/>
              <a:gd name="connsiteX16" fmla="*/ 6356023 w 6447632"/>
              <a:gd name="connsiteY16" fmla="*/ 1356227 h 5753325"/>
              <a:gd name="connsiteX17" fmla="*/ 6356157 w 6447632"/>
              <a:gd name="connsiteY17" fmla="*/ 1361967 h 5753325"/>
              <a:gd name="connsiteX18" fmla="*/ 6350613 w 6447632"/>
              <a:gd name="connsiteY18" fmla="*/ 1393569 h 5753325"/>
              <a:gd name="connsiteX19" fmla="*/ 6357062 w 6447632"/>
              <a:gd name="connsiteY19" fmla="*/ 1444071 h 5753325"/>
              <a:gd name="connsiteX20" fmla="*/ 6364832 w 6447632"/>
              <a:gd name="connsiteY20" fmla="*/ 1478763 h 5753325"/>
              <a:gd name="connsiteX21" fmla="*/ 6369745 w 6447632"/>
              <a:gd name="connsiteY21" fmla="*/ 1495680 h 5753325"/>
              <a:gd name="connsiteX22" fmla="*/ 6370898 w 6447632"/>
              <a:gd name="connsiteY22" fmla="*/ 1513331 h 5753325"/>
              <a:gd name="connsiteX23" fmla="*/ 6368801 w 6447632"/>
              <a:gd name="connsiteY23" fmla="*/ 1527414 h 5753325"/>
              <a:gd name="connsiteX24" fmla="*/ 6359177 w 6447632"/>
              <a:gd name="connsiteY24" fmla="*/ 1639513 h 5753325"/>
              <a:gd name="connsiteX25" fmla="*/ 6299489 w 6447632"/>
              <a:gd name="connsiteY25" fmla="*/ 1784860 h 5753325"/>
              <a:gd name="connsiteX26" fmla="*/ 6267878 w 6447632"/>
              <a:gd name="connsiteY26" fmla="*/ 1858572 h 5753325"/>
              <a:gd name="connsiteX27" fmla="*/ 6251146 w 6447632"/>
              <a:gd name="connsiteY27" fmla="*/ 1926167 h 5753325"/>
              <a:gd name="connsiteX28" fmla="*/ 6210686 w 6447632"/>
              <a:gd name="connsiteY28" fmla="*/ 2014834 h 5753325"/>
              <a:gd name="connsiteX29" fmla="*/ 6106652 w 6447632"/>
              <a:gd name="connsiteY29" fmla="*/ 2150572 h 5753325"/>
              <a:gd name="connsiteX30" fmla="*/ 6097813 w 6447632"/>
              <a:gd name="connsiteY30" fmla="*/ 2172208 h 5753325"/>
              <a:gd name="connsiteX31" fmla="*/ 6095990 w 6447632"/>
              <a:gd name="connsiteY31" fmla="*/ 2181185 h 5753325"/>
              <a:gd name="connsiteX32" fmla="*/ 6090126 w 6447632"/>
              <a:gd name="connsiteY32" fmla="*/ 2192533 h 5753325"/>
              <a:gd name="connsiteX33" fmla="*/ 6089503 w 6447632"/>
              <a:gd name="connsiteY33" fmla="*/ 2192543 h 5753325"/>
              <a:gd name="connsiteX34" fmla="*/ 6084946 w 6447632"/>
              <a:gd name="connsiteY34" fmla="*/ 2203694 h 5753325"/>
              <a:gd name="connsiteX35" fmla="*/ 5987861 w 6447632"/>
              <a:gd name="connsiteY35" fmla="*/ 2304868 h 5753325"/>
              <a:gd name="connsiteX36" fmla="*/ 5973439 w 6447632"/>
              <a:gd name="connsiteY36" fmla="*/ 2385635 h 5753325"/>
              <a:gd name="connsiteX37" fmla="*/ 5916727 w 6447632"/>
              <a:gd name="connsiteY37" fmla="*/ 2458777 h 5753325"/>
              <a:gd name="connsiteX38" fmla="*/ 5856524 w 6447632"/>
              <a:gd name="connsiteY38" fmla="*/ 2583281 h 5753325"/>
              <a:gd name="connsiteX39" fmla="*/ 5838091 w 6447632"/>
              <a:gd name="connsiteY39" fmla="*/ 2753474 h 5753325"/>
              <a:gd name="connsiteX40" fmla="*/ 5777471 w 6447632"/>
              <a:gd name="connsiteY40" fmla="*/ 2901570 h 5753325"/>
              <a:gd name="connsiteX41" fmla="*/ 5723992 w 6447632"/>
              <a:gd name="connsiteY41" fmla="*/ 2998752 h 5753325"/>
              <a:gd name="connsiteX42" fmla="*/ 5557886 w 6447632"/>
              <a:gd name="connsiteY42" fmla="*/ 3329735 h 5753325"/>
              <a:gd name="connsiteX43" fmla="*/ 5471501 w 6447632"/>
              <a:gd name="connsiteY43" fmla="*/ 3462221 h 5753325"/>
              <a:gd name="connsiteX44" fmla="*/ 5465154 w 6447632"/>
              <a:gd name="connsiteY44" fmla="*/ 3541065 h 5753325"/>
              <a:gd name="connsiteX45" fmla="*/ 5437889 w 6447632"/>
              <a:gd name="connsiteY45" fmla="*/ 3559927 h 5753325"/>
              <a:gd name="connsiteX46" fmla="*/ 5432770 w 6447632"/>
              <a:gd name="connsiteY46" fmla="*/ 3562948 h 5753325"/>
              <a:gd name="connsiteX47" fmla="*/ 5406795 w 6447632"/>
              <a:gd name="connsiteY47" fmla="*/ 3578594 h 5753325"/>
              <a:gd name="connsiteX48" fmla="*/ 5381495 w 6447632"/>
              <a:gd name="connsiteY48" fmla="*/ 3599883 h 5753325"/>
              <a:gd name="connsiteX49" fmla="*/ 5363689 w 6447632"/>
              <a:gd name="connsiteY49" fmla="*/ 3633299 h 5753325"/>
              <a:gd name="connsiteX50" fmla="*/ 5291870 w 6447632"/>
              <a:gd name="connsiteY50" fmla="*/ 3799039 h 5753325"/>
              <a:gd name="connsiteX51" fmla="*/ 5241600 w 6447632"/>
              <a:gd name="connsiteY51" fmla="*/ 3894238 h 5753325"/>
              <a:gd name="connsiteX52" fmla="*/ 5211041 w 6447632"/>
              <a:gd name="connsiteY52" fmla="*/ 3924184 h 5753325"/>
              <a:gd name="connsiteX53" fmla="*/ 5176073 w 6447632"/>
              <a:gd name="connsiteY53" fmla="*/ 3970179 h 5753325"/>
              <a:gd name="connsiteX54" fmla="*/ 5172826 w 6447632"/>
              <a:gd name="connsiteY54" fmla="*/ 3991773 h 5753325"/>
              <a:gd name="connsiteX55" fmla="*/ 5157053 w 6447632"/>
              <a:gd name="connsiteY55" fmla="*/ 3997708 h 5753325"/>
              <a:gd name="connsiteX56" fmla="*/ 5127922 w 6447632"/>
              <a:gd name="connsiteY56" fmla="*/ 4022660 h 5753325"/>
              <a:gd name="connsiteX57" fmla="*/ 5020872 w 6447632"/>
              <a:gd name="connsiteY57" fmla="*/ 4075951 h 5753325"/>
              <a:gd name="connsiteX58" fmla="*/ 4991410 w 6447632"/>
              <a:gd name="connsiteY58" fmla="*/ 4087598 h 5753325"/>
              <a:gd name="connsiteX59" fmla="*/ 4930112 w 6447632"/>
              <a:gd name="connsiteY59" fmla="*/ 4138459 h 5753325"/>
              <a:gd name="connsiteX60" fmla="*/ 4834224 w 6447632"/>
              <a:gd name="connsiteY60" fmla="*/ 4231643 h 5753325"/>
              <a:gd name="connsiteX61" fmla="*/ 4812599 w 6447632"/>
              <a:gd name="connsiteY61" fmla="*/ 4249449 h 5753325"/>
              <a:gd name="connsiteX62" fmla="*/ 4789188 w 6447632"/>
              <a:gd name="connsiteY62" fmla="*/ 4256678 h 5753325"/>
              <a:gd name="connsiteX63" fmla="*/ 4779554 w 6447632"/>
              <a:gd name="connsiteY63" fmla="*/ 4251313 h 5753325"/>
              <a:gd name="connsiteX64" fmla="*/ 4766885 w 6447632"/>
              <a:gd name="connsiteY64" fmla="*/ 4259812 h 5753325"/>
              <a:gd name="connsiteX65" fmla="*/ 4762510 w 6447632"/>
              <a:gd name="connsiteY65" fmla="*/ 4260383 h 5753325"/>
              <a:gd name="connsiteX66" fmla="*/ 4738416 w 6447632"/>
              <a:gd name="connsiteY66" fmla="*/ 4265355 h 5753325"/>
              <a:gd name="connsiteX67" fmla="*/ 4712007 w 6447632"/>
              <a:gd name="connsiteY67" fmla="*/ 4317892 h 5753325"/>
              <a:gd name="connsiteX68" fmla="*/ 4658930 w 6447632"/>
              <a:gd name="connsiteY68" fmla="*/ 4348041 h 5753325"/>
              <a:gd name="connsiteX69" fmla="*/ 4443526 w 6447632"/>
              <a:gd name="connsiteY69" fmla="*/ 4507851 h 5753325"/>
              <a:gd name="connsiteX70" fmla="*/ 4289766 w 6447632"/>
              <a:gd name="connsiteY70" fmla="*/ 4711450 h 5753325"/>
              <a:gd name="connsiteX71" fmla="*/ 4150870 w 6447632"/>
              <a:gd name="connsiteY71" fmla="*/ 4818480 h 5753325"/>
              <a:gd name="connsiteX72" fmla="*/ 4006639 w 6447632"/>
              <a:gd name="connsiteY72" fmla="*/ 4933815 h 5753325"/>
              <a:gd name="connsiteX73" fmla="*/ 3298210 w 6447632"/>
              <a:gd name="connsiteY73" fmla="*/ 5070790 h 5753325"/>
              <a:gd name="connsiteX74" fmla="*/ 2947678 w 6447632"/>
              <a:gd name="connsiteY74" fmla="*/ 5117869 h 5753325"/>
              <a:gd name="connsiteX75" fmla="*/ 2822169 w 6447632"/>
              <a:gd name="connsiteY75" fmla="*/ 5129396 h 5753325"/>
              <a:gd name="connsiteX76" fmla="*/ 2538773 w 6447632"/>
              <a:gd name="connsiteY76" fmla="*/ 5313397 h 5753325"/>
              <a:gd name="connsiteX77" fmla="*/ 2014500 w 6447632"/>
              <a:gd name="connsiteY77" fmla="*/ 5519744 h 5753325"/>
              <a:gd name="connsiteX78" fmla="*/ 1934391 w 6447632"/>
              <a:gd name="connsiteY78" fmla="*/ 5591335 h 5753325"/>
              <a:gd name="connsiteX79" fmla="*/ 1892550 w 6447632"/>
              <a:gd name="connsiteY79" fmla="*/ 5649708 h 5753325"/>
              <a:gd name="connsiteX80" fmla="*/ 1854769 w 6447632"/>
              <a:gd name="connsiteY80" fmla="*/ 5647691 h 5753325"/>
              <a:gd name="connsiteX81" fmla="*/ 1809461 w 6447632"/>
              <a:gd name="connsiteY81" fmla="*/ 5648628 h 5753325"/>
              <a:gd name="connsiteX82" fmla="*/ 1745150 w 6447632"/>
              <a:gd name="connsiteY82" fmla="*/ 5693879 h 5753325"/>
              <a:gd name="connsiteX83" fmla="*/ 1713375 w 6447632"/>
              <a:gd name="connsiteY83" fmla="*/ 5684672 h 5753325"/>
              <a:gd name="connsiteX84" fmla="*/ 1707808 w 6447632"/>
              <a:gd name="connsiteY84" fmla="*/ 5682611 h 5753325"/>
              <a:gd name="connsiteX85" fmla="*/ 1679313 w 6447632"/>
              <a:gd name="connsiteY85" fmla="*/ 5672360 h 5753325"/>
              <a:gd name="connsiteX86" fmla="*/ 1646933 w 6447632"/>
              <a:gd name="connsiteY86" fmla="*/ 5666227 h 5753325"/>
              <a:gd name="connsiteX87" fmla="*/ 1610055 w 6447632"/>
              <a:gd name="connsiteY87" fmla="*/ 5673643 h 5753325"/>
              <a:gd name="connsiteX88" fmla="*/ 1437641 w 6447632"/>
              <a:gd name="connsiteY88" fmla="*/ 5723266 h 5753325"/>
              <a:gd name="connsiteX89" fmla="*/ 1332869 w 6447632"/>
              <a:gd name="connsiteY89" fmla="*/ 5744752 h 5753325"/>
              <a:gd name="connsiteX90" fmla="*/ 1290525 w 6447632"/>
              <a:gd name="connsiteY90" fmla="*/ 5740036 h 5753325"/>
              <a:gd name="connsiteX91" fmla="*/ 1233107 w 6447632"/>
              <a:gd name="connsiteY91" fmla="*/ 5742106 h 5753325"/>
              <a:gd name="connsiteX92" fmla="*/ 1214532 w 6447632"/>
              <a:gd name="connsiteY92" fmla="*/ 5753325 h 5753325"/>
              <a:gd name="connsiteX93" fmla="*/ 1199955 w 6447632"/>
              <a:gd name="connsiteY93" fmla="*/ 5744831 h 5753325"/>
              <a:gd name="connsiteX94" fmla="*/ 1162337 w 6447632"/>
              <a:gd name="connsiteY94" fmla="*/ 5738048 h 5753325"/>
              <a:gd name="connsiteX95" fmla="*/ 1053457 w 6447632"/>
              <a:gd name="connsiteY95" fmla="*/ 5688676 h 5753325"/>
              <a:gd name="connsiteX96" fmla="*/ 1025798 w 6447632"/>
              <a:gd name="connsiteY96" fmla="*/ 5673166 h 5753325"/>
              <a:gd name="connsiteX97" fmla="*/ 947900 w 6447632"/>
              <a:gd name="connsiteY97" fmla="*/ 5657848 h 5753325"/>
              <a:gd name="connsiteX98" fmla="*/ 815627 w 6447632"/>
              <a:gd name="connsiteY98" fmla="*/ 5642557 h 5753325"/>
              <a:gd name="connsiteX99" fmla="*/ 788251 w 6447632"/>
              <a:gd name="connsiteY99" fmla="*/ 5637065 h 5753325"/>
              <a:gd name="connsiteX100" fmla="*/ 767822 w 6447632"/>
              <a:gd name="connsiteY100" fmla="*/ 5623450 h 5753325"/>
              <a:gd name="connsiteX101" fmla="*/ 765791 w 6447632"/>
              <a:gd name="connsiteY101" fmla="*/ 5612539 h 5753325"/>
              <a:gd name="connsiteX102" fmla="*/ 751230 w 6447632"/>
              <a:gd name="connsiteY102" fmla="*/ 5608092 h 5753325"/>
              <a:gd name="connsiteX103" fmla="*/ 748008 w 6447632"/>
              <a:gd name="connsiteY103" fmla="*/ 5605052 h 5753325"/>
              <a:gd name="connsiteX104" fmla="*/ 728871 w 6447632"/>
              <a:gd name="connsiteY104" fmla="*/ 5589469 h 5753325"/>
              <a:gd name="connsiteX105" fmla="*/ 671898 w 6447632"/>
              <a:gd name="connsiteY105" fmla="*/ 5602363 h 5753325"/>
              <a:gd name="connsiteX106" fmla="*/ 615065 w 6447632"/>
              <a:gd name="connsiteY106" fmla="*/ 5580257 h 5753325"/>
              <a:gd name="connsiteX107" fmla="*/ 355785 w 6447632"/>
              <a:gd name="connsiteY107" fmla="*/ 5514383 h 5753325"/>
              <a:gd name="connsiteX108" fmla="*/ 102269 w 6447632"/>
              <a:gd name="connsiteY108" fmla="*/ 5524347 h 5753325"/>
              <a:gd name="connsiteX109" fmla="*/ 13160 w 6447632"/>
              <a:gd name="connsiteY109" fmla="*/ 5514159 h 5753325"/>
              <a:gd name="connsiteX110" fmla="*/ 0 w 6447632"/>
              <a:gd name="connsiteY110" fmla="*/ 5511735 h 5753325"/>
              <a:gd name="connsiteX111" fmla="*/ 0 w 6447632"/>
              <a:gd name="connsiteY111" fmla="*/ 0 h 5753325"/>
              <a:gd name="connsiteX0" fmla="*/ 0 w 6447632"/>
              <a:gd name="connsiteY0" fmla="*/ 0 h 5753325"/>
              <a:gd name="connsiteX1" fmla="*/ 6438980 w 6447632"/>
              <a:gd name="connsiteY1" fmla="*/ 0 h 5753325"/>
              <a:gd name="connsiteX2" fmla="*/ 6439047 w 6447632"/>
              <a:gd name="connsiteY2" fmla="*/ 147 h 5753325"/>
              <a:gd name="connsiteX3" fmla="*/ 6443456 w 6447632"/>
              <a:gd name="connsiteY3" fmla="*/ 130105 h 5753325"/>
              <a:gd name="connsiteX4" fmla="*/ 6447632 w 6447632"/>
              <a:gd name="connsiteY4" fmla="*/ 170016 h 5753325"/>
              <a:gd name="connsiteX5" fmla="*/ 6396598 w 6447632"/>
              <a:gd name="connsiteY5" fmla="*/ 274847 h 5753325"/>
              <a:gd name="connsiteX6" fmla="*/ 6358350 w 6447632"/>
              <a:gd name="connsiteY6" fmla="*/ 492529 h 5753325"/>
              <a:gd name="connsiteX7" fmla="*/ 6354187 w 6447632"/>
              <a:gd name="connsiteY7" fmla="*/ 615799 h 5753325"/>
              <a:gd name="connsiteX8" fmla="*/ 6303977 w 6447632"/>
              <a:gd name="connsiteY8" fmla="*/ 664291 h 5753325"/>
              <a:gd name="connsiteX9" fmla="*/ 6344988 w 6447632"/>
              <a:gd name="connsiteY9" fmla="*/ 697330 h 5753325"/>
              <a:gd name="connsiteX10" fmla="*/ 6334770 w 6447632"/>
              <a:gd name="connsiteY10" fmla="*/ 754001 h 5753325"/>
              <a:gd name="connsiteX11" fmla="*/ 6339879 w 6447632"/>
              <a:gd name="connsiteY11" fmla="*/ 811136 h 5753325"/>
              <a:gd name="connsiteX12" fmla="*/ 6330065 w 6447632"/>
              <a:gd name="connsiteY12" fmla="*/ 893399 h 5753325"/>
              <a:gd name="connsiteX13" fmla="*/ 6345206 w 6447632"/>
              <a:gd name="connsiteY13" fmla="*/ 1018060 h 5753325"/>
              <a:gd name="connsiteX14" fmla="*/ 6362266 w 6447632"/>
              <a:gd name="connsiteY14" fmla="*/ 1151111 h 5753325"/>
              <a:gd name="connsiteX15" fmla="*/ 6371722 w 6447632"/>
              <a:gd name="connsiteY15" fmla="*/ 1318080 h 5753325"/>
              <a:gd name="connsiteX16" fmla="*/ 6356023 w 6447632"/>
              <a:gd name="connsiteY16" fmla="*/ 1356227 h 5753325"/>
              <a:gd name="connsiteX17" fmla="*/ 6356157 w 6447632"/>
              <a:gd name="connsiteY17" fmla="*/ 1361967 h 5753325"/>
              <a:gd name="connsiteX18" fmla="*/ 6350613 w 6447632"/>
              <a:gd name="connsiteY18" fmla="*/ 1393569 h 5753325"/>
              <a:gd name="connsiteX19" fmla="*/ 6357062 w 6447632"/>
              <a:gd name="connsiteY19" fmla="*/ 1444071 h 5753325"/>
              <a:gd name="connsiteX20" fmla="*/ 6364832 w 6447632"/>
              <a:gd name="connsiteY20" fmla="*/ 1478763 h 5753325"/>
              <a:gd name="connsiteX21" fmla="*/ 6369745 w 6447632"/>
              <a:gd name="connsiteY21" fmla="*/ 1495680 h 5753325"/>
              <a:gd name="connsiteX22" fmla="*/ 6370898 w 6447632"/>
              <a:gd name="connsiteY22" fmla="*/ 1513331 h 5753325"/>
              <a:gd name="connsiteX23" fmla="*/ 6368801 w 6447632"/>
              <a:gd name="connsiteY23" fmla="*/ 1527414 h 5753325"/>
              <a:gd name="connsiteX24" fmla="*/ 6359177 w 6447632"/>
              <a:gd name="connsiteY24" fmla="*/ 1639513 h 5753325"/>
              <a:gd name="connsiteX25" fmla="*/ 6299489 w 6447632"/>
              <a:gd name="connsiteY25" fmla="*/ 1784860 h 5753325"/>
              <a:gd name="connsiteX26" fmla="*/ 6267878 w 6447632"/>
              <a:gd name="connsiteY26" fmla="*/ 1858572 h 5753325"/>
              <a:gd name="connsiteX27" fmla="*/ 6251146 w 6447632"/>
              <a:gd name="connsiteY27" fmla="*/ 1926167 h 5753325"/>
              <a:gd name="connsiteX28" fmla="*/ 6210686 w 6447632"/>
              <a:gd name="connsiteY28" fmla="*/ 2014834 h 5753325"/>
              <a:gd name="connsiteX29" fmla="*/ 6106652 w 6447632"/>
              <a:gd name="connsiteY29" fmla="*/ 2150572 h 5753325"/>
              <a:gd name="connsiteX30" fmla="*/ 6097813 w 6447632"/>
              <a:gd name="connsiteY30" fmla="*/ 2172208 h 5753325"/>
              <a:gd name="connsiteX31" fmla="*/ 6095990 w 6447632"/>
              <a:gd name="connsiteY31" fmla="*/ 2181185 h 5753325"/>
              <a:gd name="connsiteX32" fmla="*/ 6090126 w 6447632"/>
              <a:gd name="connsiteY32" fmla="*/ 2192533 h 5753325"/>
              <a:gd name="connsiteX33" fmla="*/ 6089503 w 6447632"/>
              <a:gd name="connsiteY33" fmla="*/ 2192543 h 5753325"/>
              <a:gd name="connsiteX34" fmla="*/ 6084946 w 6447632"/>
              <a:gd name="connsiteY34" fmla="*/ 2203694 h 5753325"/>
              <a:gd name="connsiteX35" fmla="*/ 5987861 w 6447632"/>
              <a:gd name="connsiteY35" fmla="*/ 2304868 h 5753325"/>
              <a:gd name="connsiteX36" fmla="*/ 5973439 w 6447632"/>
              <a:gd name="connsiteY36" fmla="*/ 2385635 h 5753325"/>
              <a:gd name="connsiteX37" fmla="*/ 5916727 w 6447632"/>
              <a:gd name="connsiteY37" fmla="*/ 2458777 h 5753325"/>
              <a:gd name="connsiteX38" fmla="*/ 5856524 w 6447632"/>
              <a:gd name="connsiteY38" fmla="*/ 2583281 h 5753325"/>
              <a:gd name="connsiteX39" fmla="*/ 5838091 w 6447632"/>
              <a:gd name="connsiteY39" fmla="*/ 2753474 h 5753325"/>
              <a:gd name="connsiteX40" fmla="*/ 5777471 w 6447632"/>
              <a:gd name="connsiteY40" fmla="*/ 2901570 h 5753325"/>
              <a:gd name="connsiteX41" fmla="*/ 5723992 w 6447632"/>
              <a:gd name="connsiteY41" fmla="*/ 2998752 h 5753325"/>
              <a:gd name="connsiteX42" fmla="*/ 5557886 w 6447632"/>
              <a:gd name="connsiteY42" fmla="*/ 3329735 h 5753325"/>
              <a:gd name="connsiteX43" fmla="*/ 5471501 w 6447632"/>
              <a:gd name="connsiteY43" fmla="*/ 3462221 h 5753325"/>
              <a:gd name="connsiteX44" fmla="*/ 5465154 w 6447632"/>
              <a:gd name="connsiteY44" fmla="*/ 3541065 h 5753325"/>
              <a:gd name="connsiteX45" fmla="*/ 5437889 w 6447632"/>
              <a:gd name="connsiteY45" fmla="*/ 3559927 h 5753325"/>
              <a:gd name="connsiteX46" fmla="*/ 5432770 w 6447632"/>
              <a:gd name="connsiteY46" fmla="*/ 3562948 h 5753325"/>
              <a:gd name="connsiteX47" fmla="*/ 5406795 w 6447632"/>
              <a:gd name="connsiteY47" fmla="*/ 3578594 h 5753325"/>
              <a:gd name="connsiteX48" fmla="*/ 5381495 w 6447632"/>
              <a:gd name="connsiteY48" fmla="*/ 3599883 h 5753325"/>
              <a:gd name="connsiteX49" fmla="*/ 5363689 w 6447632"/>
              <a:gd name="connsiteY49" fmla="*/ 3633299 h 5753325"/>
              <a:gd name="connsiteX50" fmla="*/ 5291870 w 6447632"/>
              <a:gd name="connsiteY50" fmla="*/ 3799039 h 5753325"/>
              <a:gd name="connsiteX51" fmla="*/ 5241600 w 6447632"/>
              <a:gd name="connsiteY51" fmla="*/ 3894238 h 5753325"/>
              <a:gd name="connsiteX52" fmla="*/ 5211041 w 6447632"/>
              <a:gd name="connsiteY52" fmla="*/ 3924184 h 5753325"/>
              <a:gd name="connsiteX53" fmla="*/ 5176073 w 6447632"/>
              <a:gd name="connsiteY53" fmla="*/ 3970179 h 5753325"/>
              <a:gd name="connsiteX54" fmla="*/ 5172826 w 6447632"/>
              <a:gd name="connsiteY54" fmla="*/ 3991773 h 5753325"/>
              <a:gd name="connsiteX55" fmla="*/ 5157053 w 6447632"/>
              <a:gd name="connsiteY55" fmla="*/ 3997708 h 5753325"/>
              <a:gd name="connsiteX56" fmla="*/ 5127922 w 6447632"/>
              <a:gd name="connsiteY56" fmla="*/ 4022660 h 5753325"/>
              <a:gd name="connsiteX57" fmla="*/ 5020872 w 6447632"/>
              <a:gd name="connsiteY57" fmla="*/ 4075951 h 5753325"/>
              <a:gd name="connsiteX58" fmla="*/ 4991410 w 6447632"/>
              <a:gd name="connsiteY58" fmla="*/ 4087598 h 5753325"/>
              <a:gd name="connsiteX59" fmla="*/ 4930112 w 6447632"/>
              <a:gd name="connsiteY59" fmla="*/ 4138459 h 5753325"/>
              <a:gd name="connsiteX60" fmla="*/ 4834224 w 6447632"/>
              <a:gd name="connsiteY60" fmla="*/ 4231643 h 5753325"/>
              <a:gd name="connsiteX61" fmla="*/ 4812599 w 6447632"/>
              <a:gd name="connsiteY61" fmla="*/ 4249449 h 5753325"/>
              <a:gd name="connsiteX62" fmla="*/ 4789188 w 6447632"/>
              <a:gd name="connsiteY62" fmla="*/ 4256678 h 5753325"/>
              <a:gd name="connsiteX63" fmla="*/ 4779554 w 6447632"/>
              <a:gd name="connsiteY63" fmla="*/ 4251313 h 5753325"/>
              <a:gd name="connsiteX64" fmla="*/ 4766885 w 6447632"/>
              <a:gd name="connsiteY64" fmla="*/ 4259812 h 5753325"/>
              <a:gd name="connsiteX65" fmla="*/ 4762510 w 6447632"/>
              <a:gd name="connsiteY65" fmla="*/ 4260383 h 5753325"/>
              <a:gd name="connsiteX66" fmla="*/ 4738416 w 6447632"/>
              <a:gd name="connsiteY66" fmla="*/ 4265355 h 5753325"/>
              <a:gd name="connsiteX67" fmla="*/ 4712007 w 6447632"/>
              <a:gd name="connsiteY67" fmla="*/ 4317892 h 5753325"/>
              <a:gd name="connsiteX68" fmla="*/ 4658930 w 6447632"/>
              <a:gd name="connsiteY68" fmla="*/ 4348041 h 5753325"/>
              <a:gd name="connsiteX69" fmla="*/ 4443526 w 6447632"/>
              <a:gd name="connsiteY69" fmla="*/ 4507851 h 5753325"/>
              <a:gd name="connsiteX70" fmla="*/ 4289766 w 6447632"/>
              <a:gd name="connsiteY70" fmla="*/ 4711450 h 5753325"/>
              <a:gd name="connsiteX71" fmla="*/ 4150870 w 6447632"/>
              <a:gd name="connsiteY71" fmla="*/ 4818480 h 5753325"/>
              <a:gd name="connsiteX72" fmla="*/ 4006639 w 6447632"/>
              <a:gd name="connsiteY72" fmla="*/ 4933815 h 5753325"/>
              <a:gd name="connsiteX73" fmla="*/ 3298210 w 6447632"/>
              <a:gd name="connsiteY73" fmla="*/ 5070790 h 5753325"/>
              <a:gd name="connsiteX74" fmla="*/ 2947678 w 6447632"/>
              <a:gd name="connsiteY74" fmla="*/ 5117869 h 5753325"/>
              <a:gd name="connsiteX75" fmla="*/ 2822169 w 6447632"/>
              <a:gd name="connsiteY75" fmla="*/ 5129396 h 5753325"/>
              <a:gd name="connsiteX76" fmla="*/ 2538773 w 6447632"/>
              <a:gd name="connsiteY76" fmla="*/ 5313397 h 5753325"/>
              <a:gd name="connsiteX77" fmla="*/ 2014500 w 6447632"/>
              <a:gd name="connsiteY77" fmla="*/ 5519744 h 5753325"/>
              <a:gd name="connsiteX78" fmla="*/ 1934391 w 6447632"/>
              <a:gd name="connsiteY78" fmla="*/ 5591335 h 5753325"/>
              <a:gd name="connsiteX79" fmla="*/ 1892550 w 6447632"/>
              <a:gd name="connsiteY79" fmla="*/ 5649708 h 5753325"/>
              <a:gd name="connsiteX80" fmla="*/ 1854769 w 6447632"/>
              <a:gd name="connsiteY80" fmla="*/ 5647691 h 5753325"/>
              <a:gd name="connsiteX81" fmla="*/ 1809461 w 6447632"/>
              <a:gd name="connsiteY81" fmla="*/ 5648628 h 5753325"/>
              <a:gd name="connsiteX82" fmla="*/ 1745150 w 6447632"/>
              <a:gd name="connsiteY82" fmla="*/ 5693879 h 5753325"/>
              <a:gd name="connsiteX83" fmla="*/ 1713375 w 6447632"/>
              <a:gd name="connsiteY83" fmla="*/ 5684672 h 5753325"/>
              <a:gd name="connsiteX84" fmla="*/ 1707808 w 6447632"/>
              <a:gd name="connsiteY84" fmla="*/ 5682611 h 5753325"/>
              <a:gd name="connsiteX85" fmla="*/ 1679313 w 6447632"/>
              <a:gd name="connsiteY85" fmla="*/ 5672360 h 5753325"/>
              <a:gd name="connsiteX86" fmla="*/ 1646933 w 6447632"/>
              <a:gd name="connsiteY86" fmla="*/ 5666227 h 5753325"/>
              <a:gd name="connsiteX87" fmla="*/ 1610055 w 6447632"/>
              <a:gd name="connsiteY87" fmla="*/ 5673643 h 5753325"/>
              <a:gd name="connsiteX88" fmla="*/ 1437641 w 6447632"/>
              <a:gd name="connsiteY88" fmla="*/ 5723266 h 5753325"/>
              <a:gd name="connsiteX89" fmla="*/ 1332869 w 6447632"/>
              <a:gd name="connsiteY89" fmla="*/ 5744752 h 5753325"/>
              <a:gd name="connsiteX90" fmla="*/ 1290525 w 6447632"/>
              <a:gd name="connsiteY90" fmla="*/ 5740036 h 5753325"/>
              <a:gd name="connsiteX91" fmla="*/ 1233107 w 6447632"/>
              <a:gd name="connsiteY91" fmla="*/ 5742106 h 5753325"/>
              <a:gd name="connsiteX92" fmla="*/ 1214532 w 6447632"/>
              <a:gd name="connsiteY92" fmla="*/ 5753325 h 5753325"/>
              <a:gd name="connsiteX93" fmla="*/ 1199955 w 6447632"/>
              <a:gd name="connsiteY93" fmla="*/ 5744831 h 5753325"/>
              <a:gd name="connsiteX94" fmla="*/ 1162337 w 6447632"/>
              <a:gd name="connsiteY94" fmla="*/ 5738048 h 5753325"/>
              <a:gd name="connsiteX95" fmla="*/ 1053457 w 6447632"/>
              <a:gd name="connsiteY95" fmla="*/ 5688676 h 5753325"/>
              <a:gd name="connsiteX96" fmla="*/ 1025798 w 6447632"/>
              <a:gd name="connsiteY96" fmla="*/ 5673166 h 5753325"/>
              <a:gd name="connsiteX97" fmla="*/ 947900 w 6447632"/>
              <a:gd name="connsiteY97" fmla="*/ 5657848 h 5753325"/>
              <a:gd name="connsiteX98" fmla="*/ 815627 w 6447632"/>
              <a:gd name="connsiteY98" fmla="*/ 5642557 h 5753325"/>
              <a:gd name="connsiteX99" fmla="*/ 788251 w 6447632"/>
              <a:gd name="connsiteY99" fmla="*/ 5637065 h 5753325"/>
              <a:gd name="connsiteX100" fmla="*/ 767822 w 6447632"/>
              <a:gd name="connsiteY100" fmla="*/ 5623450 h 5753325"/>
              <a:gd name="connsiteX101" fmla="*/ 765791 w 6447632"/>
              <a:gd name="connsiteY101" fmla="*/ 5612539 h 5753325"/>
              <a:gd name="connsiteX102" fmla="*/ 751230 w 6447632"/>
              <a:gd name="connsiteY102" fmla="*/ 5608092 h 5753325"/>
              <a:gd name="connsiteX103" fmla="*/ 748008 w 6447632"/>
              <a:gd name="connsiteY103" fmla="*/ 5605052 h 5753325"/>
              <a:gd name="connsiteX104" fmla="*/ 728871 w 6447632"/>
              <a:gd name="connsiteY104" fmla="*/ 5589469 h 5753325"/>
              <a:gd name="connsiteX105" fmla="*/ 671898 w 6447632"/>
              <a:gd name="connsiteY105" fmla="*/ 5602363 h 5753325"/>
              <a:gd name="connsiteX106" fmla="*/ 615065 w 6447632"/>
              <a:gd name="connsiteY106" fmla="*/ 5580257 h 5753325"/>
              <a:gd name="connsiteX107" fmla="*/ 355785 w 6447632"/>
              <a:gd name="connsiteY107" fmla="*/ 5514383 h 5753325"/>
              <a:gd name="connsiteX108" fmla="*/ 102269 w 6447632"/>
              <a:gd name="connsiteY108" fmla="*/ 5524347 h 5753325"/>
              <a:gd name="connsiteX109" fmla="*/ 13160 w 6447632"/>
              <a:gd name="connsiteY109" fmla="*/ 5514159 h 5753325"/>
              <a:gd name="connsiteX110" fmla="*/ 0 w 6447632"/>
              <a:gd name="connsiteY110" fmla="*/ 5511735 h 5753325"/>
              <a:gd name="connsiteX111" fmla="*/ 0 w 6447632"/>
              <a:gd name="connsiteY111" fmla="*/ 0 h 5753325"/>
              <a:gd name="connsiteX0" fmla="*/ 0 w 6447632"/>
              <a:gd name="connsiteY0" fmla="*/ 0 h 5753325"/>
              <a:gd name="connsiteX1" fmla="*/ 6438980 w 6447632"/>
              <a:gd name="connsiteY1" fmla="*/ 0 h 5753325"/>
              <a:gd name="connsiteX2" fmla="*/ 6439047 w 6447632"/>
              <a:gd name="connsiteY2" fmla="*/ 147 h 5753325"/>
              <a:gd name="connsiteX3" fmla="*/ 6443456 w 6447632"/>
              <a:gd name="connsiteY3" fmla="*/ 130105 h 5753325"/>
              <a:gd name="connsiteX4" fmla="*/ 6447632 w 6447632"/>
              <a:gd name="connsiteY4" fmla="*/ 170016 h 5753325"/>
              <a:gd name="connsiteX5" fmla="*/ 6396598 w 6447632"/>
              <a:gd name="connsiteY5" fmla="*/ 274847 h 5753325"/>
              <a:gd name="connsiteX6" fmla="*/ 6358350 w 6447632"/>
              <a:gd name="connsiteY6" fmla="*/ 492529 h 5753325"/>
              <a:gd name="connsiteX7" fmla="*/ 6354187 w 6447632"/>
              <a:gd name="connsiteY7" fmla="*/ 615799 h 5753325"/>
              <a:gd name="connsiteX8" fmla="*/ 6303977 w 6447632"/>
              <a:gd name="connsiteY8" fmla="*/ 664291 h 5753325"/>
              <a:gd name="connsiteX9" fmla="*/ 6344988 w 6447632"/>
              <a:gd name="connsiteY9" fmla="*/ 697330 h 5753325"/>
              <a:gd name="connsiteX10" fmla="*/ 6334770 w 6447632"/>
              <a:gd name="connsiteY10" fmla="*/ 754001 h 5753325"/>
              <a:gd name="connsiteX11" fmla="*/ 6339879 w 6447632"/>
              <a:gd name="connsiteY11" fmla="*/ 811136 h 5753325"/>
              <a:gd name="connsiteX12" fmla="*/ 6330065 w 6447632"/>
              <a:gd name="connsiteY12" fmla="*/ 893399 h 5753325"/>
              <a:gd name="connsiteX13" fmla="*/ 6345206 w 6447632"/>
              <a:gd name="connsiteY13" fmla="*/ 1018060 h 5753325"/>
              <a:gd name="connsiteX14" fmla="*/ 6362266 w 6447632"/>
              <a:gd name="connsiteY14" fmla="*/ 1151111 h 5753325"/>
              <a:gd name="connsiteX15" fmla="*/ 6371722 w 6447632"/>
              <a:gd name="connsiteY15" fmla="*/ 1318080 h 5753325"/>
              <a:gd name="connsiteX16" fmla="*/ 6356023 w 6447632"/>
              <a:gd name="connsiteY16" fmla="*/ 1356227 h 5753325"/>
              <a:gd name="connsiteX17" fmla="*/ 6356157 w 6447632"/>
              <a:gd name="connsiteY17" fmla="*/ 1361967 h 5753325"/>
              <a:gd name="connsiteX18" fmla="*/ 6350613 w 6447632"/>
              <a:gd name="connsiteY18" fmla="*/ 1393569 h 5753325"/>
              <a:gd name="connsiteX19" fmla="*/ 6357062 w 6447632"/>
              <a:gd name="connsiteY19" fmla="*/ 1444071 h 5753325"/>
              <a:gd name="connsiteX20" fmla="*/ 6364832 w 6447632"/>
              <a:gd name="connsiteY20" fmla="*/ 1478763 h 5753325"/>
              <a:gd name="connsiteX21" fmla="*/ 6369745 w 6447632"/>
              <a:gd name="connsiteY21" fmla="*/ 1495680 h 5753325"/>
              <a:gd name="connsiteX22" fmla="*/ 6370898 w 6447632"/>
              <a:gd name="connsiteY22" fmla="*/ 1513331 h 5753325"/>
              <a:gd name="connsiteX23" fmla="*/ 6368801 w 6447632"/>
              <a:gd name="connsiteY23" fmla="*/ 1527414 h 5753325"/>
              <a:gd name="connsiteX24" fmla="*/ 6359177 w 6447632"/>
              <a:gd name="connsiteY24" fmla="*/ 1639513 h 5753325"/>
              <a:gd name="connsiteX25" fmla="*/ 6299489 w 6447632"/>
              <a:gd name="connsiteY25" fmla="*/ 1784860 h 5753325"/>
              <a:gd name="connsiteX26" fmla="*/ 6267878 w 6447632"/>
              <a:gd name="connsiteY26" fmla="*/ 1858572 h 5753325"/>
              <a:gd name="connsiteX27" fmla="*/ 6251146 w 6447632"/>
              <a:gd name="connsiteY27" fmla="*/ 1926167 h 5753325"/>
              <a:gd name="connsiteX28" fmla="*/ 6210686 w 6447632"/>
              <a:gd name="connsiteY28" fmla="*/ 2014834 h 5753325"/>
              <a:gd name="connsiteX29" fmla="*/ 6106652 w 6447632"/>
              <a:gd name="connsiteY29" fmla="*/ 2150572 h 5753325"/>
              <a:gd name="connsiteX30" fmla="*/ 6097813 w 6447632"/>
              <a:gd name="connsiteY30" fmla="*/ 2172208 h 5753325"/>
              <a:gd name="connsiteX31" fmla="*/ 6095990 w 6447632"/>
              <a:gd name="connsiteY31" fmla="*/ 2181185 h 5753325"/>
              <a:gd name="connsiteX32" fmla="*/ 6090126 w 6447632"/>
              <a:gd name="connsiteY32" fmla="*/ 2192533 h 5753325"/>
              <a:gd name="connsiteX33" fmla="*/ 6089503 w 6447632"/>
              <a:gd name="connsiteY33" fmla="*/ 2192543 h 5753325"/>
              <a:gd name="connsiteX34" fmla="*/ 6084946 w 6447632"/>
              <a:gd name="connsiteY34" fmla="*/ 2203694 h 5753325"/>
              <a:gd name="connsiteX35" fmla="*/ 5987861 w 6447632"/>
              <a:gd name="connsiteY35" fmla="*/ 2304868 h 5753325"/>
              <a:gd name="connsiteX36" fmla="*/ 5973439 w 6447632"/>
              <a:gd name="connsiteY36" fmla="*/ 2385635 h 5753325"/>
              <a:gd name="connsiteX37" fmla="*/ 5916727 w 6447632"/>
              <a:gd name="connsiteY37" fmla="*/ 2458777 h 5753325"/>
              <a:gd name="connsiteX38" fmla="*/ 5856524 w 6447632"/>
              <a:gd name="connsiteY38" fmla="*/ 2583281 h 5753325"/>
              <a:gd name="connsiteX39" fmla="*/ 5838091 w 6447632"/>
              <a:gd name="connsiteY39" fmla="*/ 2753474 h 5753325"/>
              <a:gd name="connsiteX40" fmla="*/ 5777471 w 6447632"/>
              <a:gd name="connsiteY40" fmla="*/ 2901570 h 5753325"/>
              <a:gd name="connsiteX41" fmla="*/ 5723992 w 6447632"/>
              <a:gd name="connsiteY41" fmla="*/ 2998752 h 5753325"/>
              <a:gd name="connsiteX42" fmla="*/ 5557886 w 6447632"/>
              <a:gd name="connsiteY42" fmla="*/ 3329735 h 5753325"/>
              <a:gd name="connsiteX43" fmla="*/ 5483942 w 6447632"/>
              <a:gd name="connsiteY43" fmla="*/ 3416604 h 5753325"/>
              <a:gd name="connsiteX44" fmla="*/ 5465154 w 6447632"/>
              <a:gd name="connsiteY44" fmla="*/ 3541065 h 5753325"/>
              <a:gd name="connsiteX45" fmla="*/ 5437889 w 6447632"/>
              <a:gd name="connsiteY45" fmla="*/ 3559927 h 5753325"/>
              <a:gd name="connsiteX46" fmla="*/ 5432770 w 6447632"/>
              <a:gd name="connsiteY46" fmla="*/ 3562948 h 5753325"/>
              <a:gd name="connsiteX47" fmla="*/ 5406795 w 6447632"/>
              <a:gd name="connsiteY47" fmla="*/ 3578594 h 5753325"/>
              <a:gd name="connsiteX48" fmla="*/ 5381495 w 6447632"/>
              <a:gd name="connsiteY48" fmla="*/ 3599883 h 5753325"/>
              <a:gd name="connsiteX49" fmla="*/ 5363689 w 6447632"/>
              <a:gd name="connsiteY49" fmla="*/ 3633299 h 5753325"/>
              <a:gd name="connsiteX50" fmla="*/ 5291870 w 6447632"/>
              <a:gd name="connsiteY50" fmla="*/ 3799039 h 5753325"/>
              <a:gd name="connsiteX51" fmla="*/ 5241600 w 6447632"/>
              <a:gd name="connsiteY51" fmla="*/ 3894238 h 5753325"/>
              <a:gd name="connsiteX52" fmla="*/ 5211041 w 6447632"/>
              <a:gd name="connsiteY52" fmla="*/ 3924184 h 5753325"/>
              <a:gd name="connsiteX53" fmla="*/ 5176073 w 6447632"/>
              <a:gd name="connsiteY53" fmla="*/ 3970179 h 5753325"/>
              <a:gd name="connsiteX54" fmla="*/ 5172826 w 6447632"/>
              <a:gd name="connsiteY54" fmla="*/ 3991773 h 5753325"/>
              <a:gd name="connsiteX55" fmla="*/ 5157053 w 6447632"/>
              <a:gd name="connsiteY55" fmla="*/ 3997708 h 5753325"/>
              <a:gd name="connsiteX56" fmla="*/ 5127922 w 6447632"/>
              <a:gd name="connsiteY56" fmla="*/ 4022660 h 5753325"/>
              <a:gd name="connsiteX57" fmla="*/ 5020872 w 6447632"/>
              <a:gd name="connsiteY57" fmla="*/ 4075951 h 5753325"/>
              <a:gd name="connsiteX58" fmla="*/ 4991410 w 6447632"/>
              <a:gd name="connsiteY58" fmla="*/ 4087598 h 5753325"/>
              <a:gd name="connsiteX59" fmla="*/ 4930112 w 6447632"/>
              <a:gd name="connsiteY59" fmla="*/ 4138459 h 5753325"/>
              <a:gd name="connsiteX60" fmla="*/ 4834224 w 6447632"/>
              <a:gd name="connsiteY60" fmla="*/ 4231643 h 5753325"/>
              <a:gd name="connsiteX61" fmla="*/ 4812599 w 6447632"/>
              <a:gd name="connsiteY61" fmla="*/ 4249449 h 5753325"/>
              <a:gd name="connsiteX62" fmla="*/ 4789188 w 6447632"/>
              <a:gd name="connsiteY62" fmla="*/ 4256678 h 5753325"/>
              <a:gd name="connsiteX63" fmla="*/ 4779554 w 6447632"/>
              <a:gd name="connsiteY63" fmla="*/ 4251313 h 5753325"/>
              <a:gd name="connsiteX64" fmla="*/ 4766885 w 6447632"/>
              <a:gd name="connsiteY64" fmla="*/ 4259812 h 5753325"/>
              <a:gd name="connsiteX65" fmla="*/ 4762510 w 6447632"/>
              <a:gd name="connsiteY65" fmla="*/ 4260383 h 5753325"/>
              <a:gd name="connsiteX66" fmla="*/ 4738416 w 6447632"/>
              <a:gd name="connsiteY66" fmla="*/ 4265355 h 5753325"/>
              <a:gd name="connsiteX67" fmla="*/ 4712007 w 6447632"/>
              <a:gd name="connsiteY67" fmla="*/ 4317892 h 5753325"/>
              <a:gd name="connsiteX68" fmla="*/ 4658930 w 6447632"/>
              <a:gd name="connsiteY68" fmla="*/ 4348041 h 5753325"/>
              <a:gd name="connsiteX69" fmla="*/ 4443526 w 6447632"/>
              <a:gd name="connsiteY69" fmla="*/ 4507851 h 5753325"/>
              <a:gd name="connsiteX70" fmla="*/ 4289766 w 6447632"/>
              <a:gd name="connsiteY70" fmla="*/ 4711450 h 5753325"/>
              <a:gd name="connsiteX71" fmla="*/ 4150870 w 6447632"/>
              <a:gd name="connsiteY71" fmla="*/ 4818480 h 5753325"/>
              <a:gd name="connsiteX72" fmla="*/ 4006639 w 6447632"/>
              <a:gd name="connsiteY72" fmla="*/ 4933815 h 5753325"/>
              <a:gd name="connsiteX73" fmla="*/ 3298210 w 6447632"/>
              <a:gd name="connsiteY73" fmla="*/ 5070790 h 5753325"/>
              <a:gd name="connsiteX74" fmla="*/ 2947678 w 6447632"/>
              <a:gd name="connsiteY74" fmla="*/ 5117869 h 5753325"/>
              <a:gd name="connsiteX75" fmla="*/ 2822169 w 6447632"/>
              <a:gd name="connsiteY75" fmla="*/ 5129396 h 5753325"/>
              <a:gd name="connsiteX76" fmla="*/ 2538773 w 6447632"/>
              <a:gd name="connsiteY76" fmla="*/ 5313397 h 5753325"/>
              <a:gd name="connsiteX77" fmla="*/ 2014500 w 6447632"/>
              <a:gd name="connsiteY77" fmla="*/ 5519744 h 5753325"/>
              <a:gd name="connsiteX78" fmla="*/ 1934391 w 6447632"/>
              <a:gd name="connsiteY78" fmla="*/ 5591335 h 5753325"/>
              <a:gd name="connsiteX79" fmla="*/ 1892550 w 6447632"/>
              <a:gd name="connsiteY79" fmla="*/ 5649708 h 5753325"/>
              <a:gd name="connsiteX80" fmla="*/ 1854769 w 6447632"/>
              <a:gd name="connsiteY80" fmla="*/ 5647691 h 5753325"/>
              <a:gd name="connsiteX81" fmla="*/ 1809461 w 6447632"/>
              <a:gd name="connsiteY81" fmla="*/ 5648628 h 5753325"/>
              <a:gd name="connsiteX82" fmla="*/ 1745150 w 6447632"/>
              <a:gd name="connsiteY82" fmla="*/ 5693879 h 5753325"/>
              <a:gd name="connsiteX83" fmla="*/ 1713375 w 6447632"/>
              <a:gd name="connsiteY83" fmla="*/ 5684672 h 5753325"/>
              <a:gd name="connsiteX84" fmla="*/ 1707808 w 6447632"/>
              <a:gd name="connsiteY84" fmla="*/ 5682611 h 5753325"/>
              <a:gd name="connsiteX85" fmla="*/ 1679313 w 6447632"/>
              <a:gd name="connsiteY85" fmla="*/ 5672360 h 5753325"/>
              <a:gd name="connsiteX86" fmla="*/ 1646933 w 6447632"/>
              <a:gd name="connsiteY86" fmla="*/ 5666227 h 5753325"/>
              <a:gd name="connsiteX87" fmla="*/ 1610055 w 6447632"/>
              <a:gd name="connsiteY87" fmla="*/ 5673643 h 5753325"/>
              <a:gd name="connsiteX88" fmla="*/ 1437641 w 6447632"/>
              <a:gd name="connsiteY88" fmla="*/ 5723266 h 5753325"/>
              <a:gd name="connsiteX89" fmla="*/ 1332869 w 6447632"/>
              <a:gd name="connsiteY89" fmla="*/ 5744752 h 5753325"/>
              <a:gd name="connsiteX90" fmla="*/ 1290525 w 6447632"/>
              <a:gd name="connsiteY90" fmla="*/ 5740036 h 5753325"/>
              <a:gd name="connsiteX91" fmla="*/ 1233107 w 6447632"/>
              <a:gd name="connsiteY91" fmla="*/ 5742106 h 5753325"/>
              <a:gd name="connsiteX92" fmla="*/ 1214532 w 6447632"/>
              <a:gd name="connsiteY92" fmla="*/ 5753325 h 5753325"/>
              <a:gd name="connsiteX93" fmla="*/ 1199955 w 6447632"/>
              <a:gd name="connsiteY93" fmla="*/ 5744831 h 5753325"/>
              <a:gd name="connsiteX94" fmla="*/ 1162337 w 6447632"/>
              <a:gd name="connsiteY94" fmla="*/ 5738048 h 5753325"/>
              <a:gd name="connsiteX95" fmla="*/ 1053457 w 6447632"/>
              <a:gd name="connsiteY95" fmla="*/ 5688676 h 5753325"/>
              <a:gd name="connsiteX96" fmla="*/ 1025798 w 6447632"/>
              <a:gd name="connsiteY96" fmla="*/ 5673166 h 5753325"/>
              <a:gd name="connsiteX97" fmla="*/ 947900 w 6447632"/>
              <a:gd name="connsiteY97" fmla="*/ 5657848 h 5753325"/>
              <a:gd name="connsiteX98" fmla="*/ 815627 w 6447632"/>
              <a:gd name="connsiteY98" fmla="*/ 5642557 h 5753325"/>
              <a:gd name="connsiteX99" fmla="*/ 788251 w 6447632"/>
              <a:gd name="connsiteY99" fmla="*/ 5637065 h 5753325"/>
              <a:gd name="connsiteX100" fmla="*/ 767822 w 6447632"/>
              <a:gd name="connsiteY100" fmla="*/ 5623450 h 5753325"/>
              <a:gd name="connsiteX101" fmla="*/ 765791 w 6447632"/>
              <a:gd name="connsiteY101" fmla="*/ 5612539 h 5753325"/>
              <a:gd name="connsiteX102" fmla="*/ 751230 w 6447632"/>
              <a:gd name="connsiteY102" fmla="*/ 5608092 h 5753325"/>
              <a:gd name="connsiteX103" fmla="*/ 748008 w 6447632"/>
              <a:gd name="connsiteY103" fmla="*/ 5605052 h 5753325"/>
              <a:gd name="connsiteX104" fmla="*/ 728871 w 6447632"/>
              <a:gd name="connsiteY104" fmla="*/ 5589469 h 5753325"/>
              <a:gd name="connsiteX105" fmla="*/ 671898 w 6447632"/>
              <a:gd name="connsiteY105" fmla="*/ 5602363 h 5753325"/>
              <a:gd name="connsiteX106" fmla="*/ 615065 w 6447632"/>
              <a:gd name="connsiteY106" fmla="*/ 5580257 h 5753325"/>
              <a:gd name="connsiteX107" fmla="*/ 355785 w 6447632"/>
              <a:gd name="connsiteY107" fmla="*/ 5514383 h 5753325"/>
              <a:gd name="connsiteX108" fmla="*/ 102269 w 6447632"/>
              <a:gd name="connsiteY108" fmla="*/ 5524347 h 5753325"/>
              <a:gd name="connsiteX109" fmla="*/ 13160 w 6447632"/>
              <a:gd name="connsiteY109" fmla="*/ 5514159 h 5753325"/>
              <a:gd name="connsiteX110" fmla="*/ 0 w 6447632"/>
              <a:gd name="connsiteY110" fmla="*/ 5511735 h 5753325"/>
              <a:gd name="connsiteX111" fmla="*/ 0 w 6447632"/>
              <a:gd name="connsiteY111" fmla="*/ 0 h 5753325"/>
              <a:gd name="connsiteX0" fmla="*/ 0 w 6447632"/>
              <a:gd name="connsiteY0" fmla="*/ 0 h 5753325"/>
              <a:gd name="connsiteX1" fmla="*/ 6438980 w 6447632"/>
              <a:gd name="connsiteY1" fmla="*/ 0 h 5753325"/>
              <a:gd name="connsiteX2" fmla="*/ 6439047 w 6447632"/>
              <a:gd name="connsiteY2" fmla="*/ 147 h 5753325"/>
              <a:gd name="connsiteX3" fmla="*/ 6443456 w 6447632"/>
              <a:gd name="connsiteY3" fmla="*/ 130105 h 5753325"/>
              <a:gd name="connsiteX4" fmla="*/ 6447632 w 6447632"/>
              <a:gd name="connsiteY4" fmla="*/ 170016 h 5753325"/>
              <a:gd name="connsiteX5" fmla="*/ 6396598 w 6447632"/>
              <a:gd name="connsiteY5" fmla="*/ 274847 h 5753325"/>
              <a:gd name="connsiteX6" fmla="*/ 6358350 w 6447632"/>
              <a:gd name="connsiteY6" fmla="*/ 492529 h 5753325"/>
              <a:gd name="connsiteX7" fmla="*/ 6354187 w 6447632"/>
              <a:gd name="connsiteY7" fmla="*/ 615799 h 5753325"/>
              <a:gd name="connsiteX8" fmla="*/ 6303977 w 6447632"/>
              <a:gd name="connsiteY8" fmla="*/ 664291 h 5753325"/>
              <a:gd name="connsiteX9" fmla="*/ 6344988 w 6447632"/>
              <a:gd name="connsiteY9" fmla="*/ 697330 h 5753325"/>
              <a:gd name="connsiteX10" fmla="*/ 6334770 w 6447632"/>
              <a:gd name="connsiteY10" fmla="*/ 754001 h 5753325"/>
              <a:gd name="connsiteX11" fmla="*/ 6339879 w 6447632"/>
              <a:gd name="connsiteY11" fmla="*/ 811136 h 5753325"/>
              <a:gd name="connsiteX12" fmla="*/ 6330065 w 6447632"/>
              <a:gd name="connsiteY12" fmla="*/ 893399 h 5753325"/>
              <a:gd name="connsiteX13" fmla="*/ 6345206 w 6447632"/>
              <a:gd name="connsiteY13" fmla="*/ 1018060 h 5753325"/>
              <a:gd name="connsiteX14" fmla="*/ 6362266 w 6447632"/>
              <a:gd name="connsiteY14" fmla="*/ 1151111 h 5753325"/>
              <a:gd name="connsiteX15" fmla="*/ 6371722 w 6447632"/>
              <a:gd name="connsiteY15" fmla="*/ 1318080 h 5753325"/>
              <a:gd name="connsiteX16" fmla="*/ 6356023 w 6447632"/>
              <a:gd name="connsiteY16" fmla="*/ 1356227 h 5753325"/>
              <a:gd name="connsiteX17" fmla="*/ 6356157 w 6447632"/>
              <a:gd name="connsiteY17" fmla="*/ 1361967 h 5753325"/>
              <a:gd name="connsiteX18" fmla="*/ 6350613 w 6447632"/>
              <a:gd name="connsiteY18" fmla="*/ 1393569 h 5753325"/>
              <a:gd name="connsiteX19" fmla="*/ 6357062 w 6447632"/>
              <a:gd name="connsiteY19" fmla="*/ 1444071 h 5753325"/>
              <a:gd name="connsiteX20" fmla="*/ 6364832 w 6447632"/>
              <a:gd name="connsiteY20" fmla="*/ 1478763 h 5753325"/>
              <a:gd name="connsiteX21" fmla="*/ 6369745 w 6447632"/>
              <a:gd name="connsiteY21" fmla="*/ 1495680 h 5753325"/>
              <a:gd name="connsiteX22" fmla="*/ 6370898 w 6447632"/>
              <a:gd name="connsiteY22" fmla="*/ 1513331 h 5753325"/>
              <a:gd name="connsiteX23" fmla="*/ 6368801 w 6447632"/>
              <a:gd name="connsiteY23" fmla="*/ 1527414 h 5753325"/>
              <a:gd name="connsiteX24" fmla="*/ 6359177 w 6447632"/>
              <a:gd name="connsiteY24" fmla="*/ 1639513 h 5753325"/>
              <a:gd name="connsiteX25" fmla="*/ 6299489 w 6447632"/>
              <a:gd name="connsiteY25" fmla="*/ 1784860 h 5753325"/>
              <a:gd name="connsiteX26" fmla="*/ 6267878 w 6447632"/>
              <a:gd name="connsiteY26" fmla="*/ 1858572 h 5753325"/>
              <a:gd name="connsiteX27" fmla="*/ 6251146 w 6447632"/>
              <a:gd name="connsiteY27" fmla="*/ 1926167 h 5753325"/>
              <a:gd name="connsiteX28" fmla="*/ 6210686 w 6447632"/>
              <a:gd name="connsiteY28" fmla="*/ 2014834 h 5753325"/>
              <a:gd name="connsiteX29" fmla="*/ 6106652 w 6447632"/>
              <a:gd name="connsiteY29" fmla="*/ 2150572 h 5753325"/>
              <a:gd name="connsiteX30" fmla="*/ 6097813 w 6447632"/>
              <a:gd name="connsiteY30" fmla="*/ 2172208 h 5753325"/>
              <a:gd name="connsiteX31" fmla="*/ 6095990 w 6447632"/>
              <a:gd name="connsiteY31" fmla="*/ 2181185 h 5753325"/>
              <a:gd name="connsiteX32" fmla="*/ 6090126 w 6447632"/>
              <a:gd name="connsiteY32" fmla="*/ 2192533 h 5753325"/>
              <a:gd name="connsiteX33" fmla="*/ 6089503 w 6447632"/>
              <a:gd name="connsiteY33" fmla="*/ 2192543 h 5753325"/>
              <a:gd name="connsiteX34" fmla="*/ 6084946 w 6447632"/>
              <a:gd name="connsiteY34" fmla="*/ 2203694 h 5753325"/>
              <a:gd name="connsiteX35" fmla="*/ 5987861 w 6447632"/>
              <a:gd name="connsiteY35" fmla="*/ 2304868 h 5753325"/>
              <a:gd name="connsiteX36" fmla="*/ 5973439 w 6447632"/>
              <a:gd name="connsiteY36" fmla="*/ 2385635 h 5753325"/>
              <a:gd name="connsiteX37" fmla="*/ 5916727 w 6447632"/>
              <a:gd name="connsiteY37" fmla="*/ 2458777 h 5753325"/>
              <a:gd name="connsiteX38" fmla="*/ 5856524 w 6447632"/>
              <a:gd name="connsiteY38" fmla="*/ 2583281 h 5753325"/>
              <a:gd name="connsiteX39" fmla="*/ 5838091 w 6447632"/>
              <a:gd name="connsiteY39" fmla="*/ 2753474 h 5753325"/>
              <a:gd name="connsiteX40" fmla="*/ 5777471 w 6447632"/>
              <a:gd name="connsiteY40" fmla="*/ 2901570 h 5753325"/>
              <a:gd name="connsiteX41" fmla="*/ 5723992 w 6447632"/>
              <a:gd name="connsiteY41" fmla="*/ 2998752 h 5753325"/>
              <a:gd name="connsiteX42" fmla="*/ 5557886 w 6447632"/>
              <a:gd name="connsiteY42" fmla="*/ 3329735 h 5753325"/>
              <a:gd name="connsiteX43" fmla="*/ 5483942 w 6447632"/>
              <a:gd name="connsiteY43" fmla="*/ 3416604 h 5753325"/>
              <a:gd name="connsiteX44" fmla="*/ 5465154 w 6447632"/>
              <a:gd name="connsiteY44" fmla="*/ 3541065 h 5753325"/>
              <a:gd name="connsiteX45" fmla="*/ 5437889 w 6447632"/>
              <a:gd name="connsiteY45" fmla="*/ 3559927 h 5753325"/>
              <a:gd name="connsiteX46" fmla="*/ 5432770 w 6447632"/>
              <a:gd name="connsiteY46" fmla="*/ 3562948 h 5753325"/>
              <a:gd name="connsiteX47" fmla="*/ 5406795 w 6447632"/>
              <a:gd name="connsiteY47" fmla="*/ 3578594 h 5753325"/>
              <a:gd name="connsiteX48" fmla="*/ 5381495 w 6447632"/>
              <a:gd name="connsiteY48" fmla="*/ 3599883 h 5753325"/>
              <a:gd name="connsiteX49" fmla="*/ 5363689 w 6447632"/>
              <a:gd name="connsiteY49" fmla="*/ 3633299 h 5753325"/>
              <a:gd name="connsiteX50" fmla="*/ 5291870 w 6447632"/>
              <a:gd name="connsiteY50" fmla="*/ 3799039 h 5753325"/>
              <a:gd name="connsiteX51" fmla="*/ 5241600 w 6447632"/>
              <a:gd name="connsiteY51" fmla="*/ 3894238 h 5753325"/>
              <a:gd name="connsiteX52" fmla="*/ 5211041 w 6447632"/>
              <a:gd name="connsiteY52" fmla="*/ 3924184 h 5753325"/>
              <a:gd name="connsiteX53" fmla="*/ 5176073 w 6447632"/>
              <a:gd name="connsiteY53" fmla="*/ 3970179 h 5753325"/>
              <a:gd name="connsiteX54" fmla="*/ 5172826 w 6447632"/>
              <a:gd name="connsiteY54" fmla="*/ 3991773 h 5753325"/>
              <a:gd name="connsiteX55" fmla="*/ 5157053 w 6447632"/>
              <a:gd name="connsiteY55" fmla="*/ 3997708 h 5753325"/>
              <a:gd name="connsiteX56" fmla="*/ 5127922 w 6447632"/>
              <a:gd name="connsiteY56" fmla="*/ 4022660 h 5753325"/>
              <a:gd name="connsiteX57" fmla="*/ 5020872 w 6447632"/>
              <a:gd name="connsiteY57" fmla="*/ 4075951 h 5753325"/>
              <a:gd name="connsiteX58" fmla="*/ 4991410 w 6447632"/>
              <a:gd name="connsiteY58" fmla="*/ 4087598 h 5753325"/>
              <a:gd name="connsiteX59" fmla="*/ 4930112 w 6447632"/>
              <a:gd name="connsiteY59" fmla="*/ 4138459 h 5753325"/>
              <a:gd name="connsiteX60" fmla="*/ 4834224 w 6447632"/>
              <a:gd name="connsiteY60" fmla="*/ 4231643 h 5753325"/>
              <a:gd name="connsiteX61" fmla="*/ 4812599 w 6447632"/>
              <a:gd name="connsiteY61" fmla="*/ 4249449 h 5753325"/>
              <a:gd name="connsiteX62" fmla="*/ 4789188 w 6447632"/>
              <a:gd name="connsiteY62" fmla="*/ 4256678 h 5753325"/>
              <a:gd name="connsiteX63" fmla="*/ 4779554 w 6447632"/>
              <a:gd name="connsiteY63" fmla="*/ 4251313 h 5753325"/>
              <a:gd name="connsiteX64" fmla="*/ 4766885 w 6447632"/>
              <a:gd name="connsiteY64" fmla="*/ 4259812 h 5753325"/>
              <a:gd name="connsiteX65" fmla="*/ 4762510 w 6447632"/>
              <a:gd name="connsiteY65" fmla="*/ 4260383 h 5753325"/>
              <a:gd name="connsiteX66" fmla="*/ 4738416 w 6447632"/>
              <a:gd name="connsiteY66" fmla="*/ 4265355 h 5753325"/>
              <a:gd name="connsiteX67" fmla="*/ 4712007 w 6447632"/>
              <a:gd name="connsiteY67" fmla="*/ 4317892 h 5753325"/>
              <a:gd name="connsiteX68" fmla="*/ 4658930 w 6447632"/>
              <a:gd name="connsiteY68" fmla="*/ 4348041 h 5753325"/>
              <a:gd name="connsiteX69" fmla="*/ 4443526 w 6447632"/>
              <a:gd name="connsiteY69" fmla="*/ 4507851 h 5753325"/>
              <a:gd name="connsiteX70" fmla="*/ 4289766 w 6447632"/>
              <a:gd name="connsiteY70" fmla="*/ 4711450 h 5753325"/>
              <a:gd name="connsiteX71" fmla="*/ 4150870 w 6447632"/>
              <a:gd name="connsiteY71" fmla="*/ 4818480 h 5753325"/>
              <a:gd name="connsiteX72" fmla="*/ 4006639 w 6447632"/>
              <a:gd name="connsiteY72" fmla="*/ 4933815 h 5753325"/>
              <a:gd name="connsiteX73" fmla="*/ 3298210 w 6447632"/>
              <a:gd name="connsiteY73" fmla="*/ 5070790 h 5753325"/>
              <a:gd name="connsiteX74" fmla="*/ 2947678 w 6447632"/>
              <a:gd name="connsiteY74" fmla="*/ 5117869 h 5753325"/>
              <a:gd name="connsiteX75" fmla="*/ 2822169 w 6447632"/>
              <a:gd name="connsiteY75" fmla="*/ 5129396 h 5753325"/>
              <a:gd name="connsiteX76" fmla="*/ 2538773 w 6447632"/>
              <a:gd name="connsiteY76" fmla="*/ 5313397 h 5753325"/>
              <a:gd name="connsiteX77" fmla="*/ 2014500 w 6447632"/>
              <a:gd name="connsiteY77" fmla="*/ 5519744 h 5753325"/>
              <a:gd name="connsiteX78" fmla="*/ 1934391 w 6447632"/>
              <a:gd name="connsiteY78" fmla="*/ 5591335 h 5753325"/>
              <a:gd name="connsiteX79" fmla="*/ 1892550 w 6447632"/>
              <a:gd name="connsiteY79" fmla="*/ 5649708 h 5753325"/>
              <a:gd name="connsiteX80" fmla="*/ 1854769 w 6447632"/>
              <a:gd name="connsiteY80" fmla="*/ 5647691 h 5753325"/>
              <a:gd name="connsiteX81" fmla="*/ 1809461 w 6447632"/>
              <a:gd name="connsiteY81" fmla="*/ 5648628 h 5753325"/>
              <a:gd name="connsiteX82" fmla="*/ 1745150 w 6447632"/>
              <a:gd name="connsiteY82" fmla="*/ 5693879 h 5753325"/>
              <a:gd name="connsiteX83" fmla="*/ 1713375 w 6447632"/>
              <a:gd name="connsiteY83" fmla="*/ 5684672 h 5753325"/>
              <a:gd name="connsiteX84" fmla="*/ 1707808 w 6447632"/>
              <a:gd name="connsiteY84" fmla="*/ 5682611 h 5753325"/>
              <a:gd name="connsiteX85" fmla="*/ 1679313 w 6447632"/>
              <a:gd name="connsiteY85" fmla="*/ 5672360 h 5753325"/>
              <a:gd name="connsiteX86" fmla="*/ 1646933 w 6447632"/>
              <a:gd name="connsiteY86" fmla="*/ 5666227 h 5753325"/>
              <a:gd name="connsiteX87" fmla="*/ 1610055 w 6447632"/>
              <a:gd name="connsiteY87" fmla="*/ 5673643 h 5753325"/>
              <a:gd name="connsiteX88" fmla="*/ 1437641 w 6447632"/>
              <a:gd name="connsiteY88" fmla="*/ 5723266 h 5753325"/>
              <a:gd name="connsiteX89" fmla="*/ 1332869 w 6447632"/>
              <a:gd name="connsiteY89" fmla="*/ 5744752 h 5753325"/>
              <a:gd name="connsiteX90" fmla="*/ 1290525 w 6447632"/>
              <a:gd name="connsiteY90" fmla="*/ 5740036 h 5753325"/>
              <a:gd name="connsiteX91" fmla="*/ 1233107 w 6447632"/>
              <a:gd name="connsiteY91" fmla="*/ 5742106 h 5753325"/>
              <a:gd name="connsiteX92" fmla="*/ 1214532 w 6447632"/>
              <a:gd name="connsiteY92" fmla="*/ 5753325 h 5753325"/>
              <a:gd name="connsiteX93" fmla="*/ 1199955 w 6447632"/>
              <a:gd name="connsiteY93" fmla="*/ 5744831 h 5753325"/>
              <a:gd name="connsiteX94" fmla="*/ 1162337 w 6447632"/>
              <a:gd name="connsiteY94" fmla="*/ 5738048 h 5753325"/>
              <a:gd name="connsiteX95" fmla="*/ 1053457 w 6447632"/>
              <a:gd name="connsiteY95" fmla="*/ 5688676 h 5753325"/>
              <a:gd name="connsiteX96" fmla="*/ 1025798 w 6447632"/>
              <a:gd name="connsiteY96" fmla="*/ 5673166 h 5753325"/>
              <a:gd name="connsiteX97" fmla="*/ 947900 w 6447632"/>
              <a:gd name="connsiteY97" fmla="*/ 5657848 h 5753325"/>
              <a:gd name="connsiteX98" fmla="*/ 815627 w 6447632"/>
              <a:gd name="connsiteY98" fmla="*/ 5642557 h 5753325"/>
              <a:gd name="connsiteX99" fmla="*/ 788251 w 6447632"/>
              <a:gd name="connsiteY99" fmla="*/ 5637065 h 5753325"/>
              <a:gd name="connsiteX100" fmla="*/ 767822 w 6447632"/>
              <a:gd name="connsiteY100" fmla="*/ 5623450 h 5753325"/>
              <a:gd name="connsiteX101" fmla="*/ 765791 w 6447632"/>
              <a:gd name="connsiteY101" fmla="*/ 5612539 h 5753325"/>
              <a:gd name="connsiteX102" fmla="*/ 751230 w 6447632"/>
              <a:gd name="connsiteY102" fmla="*/ 5608092 h 5753325"/>
              <a:gd name="connsiteX103" fmla="*/ 748008 w 6447632"/>
              <a:gd name="connsiteY103" fmla="*/ 5605052 h 5753325"/>
              <a:gd name="connsiteX104" fmla="*/ 728871 w 6447632"/>
              <a:gd name="connsiteY104" fmla="*/ 5589469 h 5753325"/>
              <a:gd name="connsiteX105" fmla="*/ 671898 w 6447632"/>
              <a:gd name="connsiteY105" fmla="*/ 5602363 h 5753325"/>
              <a:gd name="connsiteX106" fmla="*/ 615065 w 6447632"/>
              <a:gd name="connsiteY106" fmla="*/ 5580257 h 5753325"/>
              <a:gd name="connsiteX107" fmla="*/ 355785 w 6447632"/>
              <a:gd name="connsiteY107" fmla="*/ 5514383 h 5753325"/>
              <a:gd name="connsiteX108" fmla="*/ 102269 w 6447632"/>
              <a:gd name="connsiteY108" fmla="*/ 5524347 h 5753325"/>
              <a:gd name="connsiteX109" fmla="*/ 13160 w 6447632"/>
              <a:gd name="connsiteY109" fmla="*/ 5514159 h 5753325"/>
              <a:gd name="connsiteX110" fmla="*/ 0 w 6447632"/>
              <a:gd name="connsiteY110" fmla="*/ 5511735 h 5753325"/>
              <a:gd name="connsiteX111" fmla="*/ 0 w 6447632"/>
              <a:gd name="connsiteY111" fmla="*/ 0 h 5753325"/>
              <a:gd name="connsiteX0" fmla="*/ 0 w 6447632"/>
              <a:gd name="connsiteY0" fmla="*/ 0 h 5753325"/>
              <a:gd name="connsiteX1" fmla="*/ 6438980 w 6447632"/>
              <a:gd name="connsiteY1" fmla="*/ 0 h 5753325"/>
              <a:gd name="connsiteX2" fmla="*/ 6439047 w 6447632"/>
              <a:gd name="connsiteY2" fmla="*/ 147 h 5753325"/>
              <a:gd name="connsiteX3" fmla="*/ 6443456 w 6447632"/>
              <a:gd name="connsiteY3" fmla="*/ 130105 h 5753325"/>
              <a:gd name="connsiteX4" fmla="*/ 6447632 w 6447632"/>
              <a:gd name="connsiteY4" fmla="*/ 170016 h 5753325"/>
              <a:gd name="connsiteX5" fmla="*/ 6396598 w 6447632"/>
              <a:gd name="connsiteY5" fmla="*/ 274847 h 5753325"/>
              <a:gd name="connsiteX6" fmla="*/ 6358350 w 6447632"/>
              <a:gd name="connsiteY6" fmla="*/ 492529 h 5753325"/>
              <a:gd name="connsiteX7" fmla="*/ 6354187 w 6447632"/>
              <a:gd name="connsiteY7" fmla="*/ 615799 h 5753325"/>
              <a:gd name="connsiteX8" fmla="*/ 6303977 w 6447632"/>
              <a:gd name="connsiteY8" fmla="*/ 664291 h 5753325"/>
              <a:gd name="connsiteX9" fmla="*/ 6344988 w 6447632"/>
              <a:gd name="connsiteY9" fmla="*/ 697330 h 5753325"/>
              <a:gd name="connsiteX10" fmla="*/ 6334770 w 6447632"/>
              <a:gd name="connsiteY10" fmla="*/ 754001 h 5753325"/>
              <a:gd name="connsiteX11" fmla="*/ 6339879 w 6447632"/>
              <a:gd name="connsiteY11" fmla="*/ 811136 h 5753325"/>
              <a:gd name="connsiteX12" fmla="*/ 6330065 w 6447632"/>
              <a:gd name="connsiteY12" fmla="*/ 893399 h 5753325"/>
              <a:gd name="connsiteX13" fmla="*/ 6345206 w 6447632"/>
              <a:gd name="connsiteY13" fmla="*/ 1018060 h 5753325"/>
              <a:gd name="connsiteX14" fmla="*/ 6362266 w 6447632"/>
              <a:gd name="connsiteY14" fmla="*/ 1151111 h 5753325"/>
              <a:gd name="connsiteX15" fmla="*/ 6371722 w 6447632"/>
              <a:gd name="connsiteY15" fmla="*/ 1318080 h 5753325"/>
              <a:gd name="connsiteX16" fmla="*/ 6356023 w 6447632"/>
              <a:gd name="connsiteY16" fmla="*/ 1356227 h 5753325"/>
              <a:gd name="connsiteX17" fmla="*/ 6356157 w 6447632"/>
              <a:gd name="connsiteY17" fmla="*/ 1361967 h 5753325"/>
              <a:gd name="connsiteX18" fmla="*/ 6350613 w 6447632"/>
              <a:gd name="connsiteY18" fmla="*/ 1393569 h 5753325"/>
              <a:gd name="connsiteX19" fmla="*/ 6357062 w 6447632"/>
              <a:gd name="connsiteY19" fmla="*/ 1444071 h 5753325"/>
              <a:gd name="connsiteX20" fmla="*/ 6364832 w 6447632"/>
              <a:gd name="connsiteY20" fmla="*/ 1478763 h 5753325"/>
              <a:gd name="connsiteX21" fmla="*/ 6369745 w 6447632"/>
              <a:gd name="connsiteY21" fmla="*/ 1495680 h 5753325"/>
              <a:gd name="connsiteX22" fmla="*/ 6370898 w 6447632"/>
              <a:gd name="connsiteY22" fmla="*/ 1513331 h 5753325"/>
              <a:gd name="connsiteX23" fmla="*/ 6368801 w 6447632"/>
              <a:gd name="connsiteY23" fmla="*/ 1527414 h 5753325"/>
              <a:gd name="connsiteX24" fmla="*/ 6359177 w 6447632"/>
              <a:gd name="connsiteY24" fmla="*/ 1639513 h 5753325"/>
              <a:gd name="connsiteX25" fmla="*/ 6299489 w 6447632"/>
              <a:gd name="connsiteY25" fmla="*/ 1784860 h 5753325"/>
              <a:gd name="connsiteX26" fmla="*/ 6267878 w 6447632"/>
              <a:gd name="connsiteY26" fmla="*/ 1858572 h 5753325"/>
              <a:gd name="connsiteX27" fmla="*/ 6251146 w 6447632"/>
              <a:gd name="connsiteY27" fmla="*/ 1926167 h 5753325"/>
              <a:gd name="connsiteX28" fmla="*/ 6210686 w 6447632"/>
              <a:gd name="connsiteY28" fmla="*/ 2014834 h 5753325"/>
              <a:gd name="connsiteX29" fmla="*/ 6106652 w 6447632"/>
              <a:gd name="connsiteY29" fmla="*/ 2150572 h 5753325"/>
              <a:gd name="connsiteX30" fmla="*/ 6097813 w 6447632"/>
              <a:gd name="connsiteY30" fmla="*/ 2172208 h 5753325"/>
              <a:gd name="connsiteX31" fmla="*/ 6095990 w 6447632"/>
              <a:gd name="connsiteY31" fmla="*/ 2181185 h 5753325"/>
              <a:gd name="connsiteX32" fmla="*/ 6090126 w 6447632"/>
              <a:gd name="connsiteY32" fmla="*/ 2192533 h 5753325"/>
              <a:gd name="connsiteX33" fmla="*/ 6089503 w 6447632"/>
              <a:gd name="connsiteY33" fmla="*/ 2192543 h 5753325"/>
              <a:gd name="connsiteX34" fmla="*/ 6084946 w 6447632"/>
              <a:gd name="connsiteY34" fmla="*/ 2203694 h 5753325"/>
              <a:gd name="connsiteX35" fmla="*/ 5987861 w 6447632"/>
              <a:gd name="connsiteY35" fmla="*/ 2304868 h 5753325"/>
              <a:gd name="connsiteX36" fmla="*/ 5973439 w 6447632"/>
              <a:gd name="connsiteY36" fmla="*/ 2385635 h 5753325"/>
              <a:gd name="connsiteX37" fmla="*/ 5916727 w 6447632"/>
              <a:gd name="connsiteY37" fmla="*/ 2458777 h 5753325"/>
              <a:gd name="connsiteX38" fmla="*/ 5856524 w 6447632"/>
              <a:gd name="connsiteY38" fmla="*/ 2583281 h 5753325"/>
              <a:gd name="connsiteX39" fmla="*/ 5838091 w 6447632"/>
              <a:gd name="connsiteY39" fmla="*/ 2753474 h 5753325"/>
              <a:gd name="connsiteX40" fmla="*/ 5777471 w 6447632"/>
              <a:gd name="connsiteY40" fmla="*/ 2901570 h 5753325"/>
              <a:gd name="connsiteX41" fmla="*/ 5723992 w 6447632"/>
              <a:gd name="connsiteY41" fmla="*/ 2998752 h 5753325"/>
              <a:gd name="connsiteX42" fmla="*/ 5557886 w 6447632"/>
              <a:gd name="connsiteY42" fmla="*/ 3329735 h 5753325"/>
              <a:gd name="connsiteX43" fmla="*/ 5483942 w 6447632"/>
              <a:gd name="connsiteY43" fmla="*/ 3416604 h 5753325"/>
              <a:gd name="connsiteX44" fmla="*/ 5461007 w 6447632"/>
              <a:gd name="connsiteY44" fmla="*/ 3503742 h 5753325"/>
              <a:gd name="connsiteX45" fmla="*/ 5437889 w 6447632"/>
              <a:gd name="connsiteY45" fmla="*/ 3559927 h 5753325"/>
              <a:gd name="connsiteX46" fmla="*/ 5432770 w 6447632"/>
              <a:gd name="connsiteY46" fmla="*/ 3562948 h 5753325"/>
              <a:gd name="connsiteX47" fmla="*/ 5406795 w 6447632"/>
              <a:gd name="connsiteY47" fmla="*/ 3578594 h 5753325"/>
              <a:gd name="connsiteX48" fmla="*/ 5381495 w 6447632"/>
              <a:gd name="connsiteY48" fmla="*/ 3599883 h 5753325"/>
              <a:gd name="connsiteX49" fmla="*/ 5363689 w 6447632"/>
              <a:gd name="connsiteY49" fmla="*/ 3633299 h 5753325"/>
              <a:gd name="connsiteX50" fmla="*/ 5291870 w 6447632"/>
              <a:gd name="connsiteY50" fmla="*/ 3799039 h 5753325"/>
              <a:gd name="connsiteX51" fmla="*/ 5241600 w 6447632"/>
              <a:gd name="connsiteY51" fmla="*/ 3894238 h 5753325"/>
              <a:gd name="connsiteX52" fmla="*/ 5211041 w 6447632"/>
              <a:gd name="connsiteY52" fmla="*/ 3924184 h 5753325"/>
              <a:gd name="connsiteX53" fmla="*/ 5176073 w 6447632"/>
              <a:gd name="connsiteY53" fmla="*/ 3970179 h 5753325"/>
              <a:gd name="connsiteX54" fmla="*/ 5172826 w 6447632"/>
              <a:gd name="connsiteY54" fmla="*/ 3991773 h 5753325"/>
              <a:gd name="connsiteX55" fmla="*/ 5157053 w 6447632"/>
              <a:gd name="connsiteY55" fmla="*/ 3997708 h 5753325"/>
              <a:gd name="connsiteX56" fmla="*/ 5127922 w 6447632"/>
              <a:gd name="connsiteY56" fmla="*/ 4022660 h 5753325"/>
              <a:gd name="connsiteX57" fmla="*/ 5020872 w 6447632"/>
              <a:gd name="connsiteY57" fmla="*/ 4075951 h 5753325"/>
              <a:gd name="connsiteX58" fmla="*/ 4991410 w 6447632"/>
              <a:gd name="connsiteY58" fmla="*/ 4087598 h 5753325"/>
              <a:gd name="connsiteX59" fmla="*/ 4930112 w 6447632"/>
              <a:gd name="connsiteY59" fmla="*/ 4138459 h 5753325"/>
              <a:gd name="connsiteX60" fmla="*/ 4834224 w 6447632"/>
              <a:gd name="connsiteY60" fmla="*/ 4231643 h 5753325"/>
              <a:gd name="connsiteX61" fmla="*/ 4812599 w 6447632"/>
              <a:gd name="connsiteY61" fmla="*/ 4249449 h 5753325"/>
              <a:gd name="connsiteX62" fmla="*/ 4789188 w 6447632"/>
              <a:gd name="connsiteY62" fmla="*/ 4256678 h 5753325"/>
              <a:gd name="connsiteX63" fmla="*/ 4779554 w 6447632"/>
              <a:gd name="connsiteY63" fmla="*/ 4251313 h 5753325"/>
              <a:gd name="connsiteX64" fmla="*/ 4766885 w 6447632"/>
              <a:gd name="connsiteY64" fmla="*/ 4259812 h 5753325"/>
              <a:gd name="connsiteX65" fmla="*/ 4762510 w 6447632"/>
              <a:gd name="connsiteY65" fmla="*/ 4260383 h 5753325"/>
              <a:gd name="connsiteX66" fmla="*/ 4738416 w 6447632"/>
              <a:gd name="connsiteY66" fmla="*/ 4265355 h 5753325"/>
              <a:gd name="connsiteX67" fmla="*/ 4712007 w 6447632"/>
              <a:gd name="connsiteY67" fmla="*/ 4317892 h 5753325"/>
              <a:gd name="connsiteX68" fmla="*/ 4658930 w 6447632"/>
              <a:gd name="connsiteY68" fmla="*/ 4348041 h 5753325"/>
              <a:gd name="connsiteX69" fmla="*/ 4443526 w 6447632"/>
              <a:gd name="connsiteY69" fmla="*/ 4507851 h 5753325"/>
              <a:gd name="connsiteX70" fmla="*/ 4289766 w 6447632"/>
              <a:gd name="connsiteY70" fmla="*/ 4711450 h 5753325"/>
              <a:gd name="connsiteX71" fmla="*/ 4150870 w 6447632"/>
              <a:gd name="connsiteY71" fmla="*/ 4818480 h 5753325"/>
              <a:gd name="connsiteX72" fmla="*/ 4006639 w 6447632"/>
              <a:gd name="connsiteY72" fmla="*/ 4933815 h 5753325"/>
              <a:gd name="connsiteX73" fmla="*/ 3298210 w 6447632"/>
              <a:gd name="connsiteY73" fmla="*/ 5070790 h 5753325"/>
              <a:gd name="connsiteX74" fmla="*/ 2947678 w 6447632"/>
              <a:gd name="connsiteY74" fmla="*/ 5117869 h 5753325"/>
              <a:gd name="connsiteX75" fmla="*/ 2822169 w 6447632"/>
              <a:gd name="connsiteY75" fmla="*/ 5129396 h 5753325"/>
              <a:gd name="connsiteX76" fmla="*/ 2538773 w 6447632"/>
              <a:gd name="connsiteY76" fmla="*/ 5313397 h 5753325"/>
              <a:gd name="connsiteX77" fmla="*/ 2014500 w 6447632"/>
              <a:gd name="connsiteY77" fmla="*/ 5519744 h 5753325"/>
              <a:gd name="connsiteX78" fmla="*/ 1934391 w 6447632"/>
              <a:gd name="connsiteY78" fmla="*/ 5591335 h 5753325"/>
              <a:gd name="connsiteX79" fmla="*/ 1892550 w 6447632"/>
              <a:gd name="connsiteY79" fmla="*/ 5649708 h 5753325"/>
              <a:gd name="connsiteX80" fmla="*/ 1854769 w 6447632"/>
              <a:gd name="connsiteY80" fmla="*/ 5647691 h 5753325"/>
              <a:gd name="connsiteX81" fmla="*/ 1809461 w 6447632"/>
              <a:gd name="connsiteY81" fmla="*/ 5648628 h 5753325"/>
              <a:gd name="connsiteX82" fmla="*/ 1745150 w 6447632"/>
              <a:gd name="connsiteY82" fmla="*/ 5693879 h 5753325"/>
              <a:gd name="connsiteX83" fmla="*/ 1713375 w 6447632"/>
              <a:gd name="connsiteY83" fmla="*/ 5684672 h 5753325"/>
              <a:gd name="connsiteX84" fmla="*/ 1707808 w 6447632"/>
              <a:gd name="connsiteY84" fmla="*/ 5682611 h 5753325"/>
              <a:gd name="connsiteX85" fmla="*/ 1679313 w 6447632"/>
              <a:gd name="connsiteY85" fmla="*/ 5672360 h 5753325"/>
              <a:gd name="connsiteX86" fmla="*/ 1646933 w 6447632"/>
              <a:gd name="connsiteY86" fmla="*/ 5666227 h 5753325"/>
              <a:gd name="connsiteX87" fmla="*/ 1610055 w 6447632"/>
              <a:gd name="connsiteY87" fmla="*/ 5673643 h 5753325"/>
              <a:gd name="connsiteX88" fmla="*/ 1437641 w 6447632"/>
              <a:gd name="connsiteY88" fmla="*/ 5723266 h 5753325"/>
              <a:gd name="connsiteX89" fmla="*/ 1332869 w 6447632"/>
              <a:gd name="connsiteY89" fmla="*/ 5744752 h 5753325"/>
              <a:gd name="connsiteX90" fmla="*/ 1290525 w 6447632"/>
              <a:gd name="connsiteY90" fmla="*/ 5740036 h 5753325"/>
              <a:gd name="connsiteX91" fmla="*/ 1233107 w 6447632"/>
              <a:gd name="connsiteY91" fmla="*/ 5742106 h 5753325"/>
              <a:gd name="connsiteX92" fmla="*/ 1214532 w 6447632"/>
              <a:gd name="connsiteY92" fmla="*/ 5753325 h 5753325"/>
              <a:gd name="connsiteX93" fmla="*/ 1199955 w 6447632"/>
              <a:gd name="connsiteY93" fmla="*/ 5744831 h 5753325"/>
              <a:gd name="connsiteX94" fmla="*/ 1162337 w 6447632"/>
              <a:gd name="connsiteY94" fmla="*/ 5738048 h 5753325"/>
              <a:gd name="connsiteX95" fmla="*/ 1053457 w 6447632"/>
              <a:gd name="connsiteY95" fmla="*/ 5688676 h 5753325"/>
              <a:gd name="connsiteX96" fmla="*/ 1025798 w 6447632"/>
              <a:gd name="connsiteY96" fmla="*/ 5673166 h 5753325"/>
              <a:gd name="connsiteX97" fmla="*/ 947900 w 6447632"/>
              <a:gd name="connsiteY97" fmla="*/ 5657848 h 5753325"/>
              <a:gd name="connsiteX98" fmla="*/ 815627 w 6447632"/>
              <a:gd name="connsiteY98" fmla="*/ 5642557 h 5753325"/>
              <a:gd name="connsiteX99" fmla="*/ 788251 w 6447632"/>
              <a:gd name="connsiteY99" fmla="*/ 5637065 h 5753325"/>
              <a:gd name="connsiteX100" fmla="*/ 767822 w 6447632"/>
              <a:gd name="connsiteY100" fmla="*/ 5623450 h 5753325"/>
              <a:gd name="connsiteX101" fmla="*/ 765791 w 6447632"/>
              <a:gd name="connsiteY101" fmla="*/ 5612539 h 5753325"/>
              <a:gd name="connsiteX102" fmla="*/ 751230 w 6447632"/>
              <a:gd name="connsiteY102" fmla="*/ 5608092 h 5753325"/>
              <a:gd name="connsiteX103" fmla="*/ 748008 w 6447632"/>
              <a:gd name="connsiteY103" fmla="*/ 5605052 h 5753325"/>
              <a:gd name="connsiteX104" fmla="*/ 728871 w 6447632"/>
              <a:gd name="connsiteY104" fmla="*/ 5589469 h 5753325"/>
              <a:gd name="connsiteX105" fmla="*/ 671898 w 6447632"/>
              <a:gd name="connsiteY105" fmla="*/ 5602363 h 5753325"/>
              <a:gd name="connsiteX106" fmla="*/ 615065 w 6447632"/>
              <a:gd name="connsiteY106" fmla="*/ 5580257 h 5753325"/>
              <a:gd name="connsiteX107" fmla="*/ 355785 w 6447632"/>
              <a:gd name="connsiteY107" fmla="*/ 5514383 h 5753325"/>
              <a:gd name="connsiteX108" fmla="*/ 102269 w 6447632"/>
              <a:gd name="connsiteY108" fmla="*/ 5524347 h 5753325"/>
              <a:gd name="connsiteX109" fmla="*/ 13160 w 6447632"/>
              <a:gd name="connsiteY109" fmla="*/ 5514159 h 5753325"/>
              <a:gd name="connsiteX110" fmla="*/ 0 w 6447632"/>
              <a:gd name="connsiteY110" fmla="*/ 5511735 h 5753325"/>
              <a:gd name="connsiteX111" fmla="*/ 0 w 6447632"/>
              <a:gd name="connsiteY111" fmla="*/ 0 h 5753325"/>
              <a:gd name="connsiteX0" fmla="*/ 0 w 6447632"/>
              <a:gd name="connsiteY0" fmla="*/ 0 h 5753325"/>
              <a:gd name="connsiteX1" fmla="*/ 6438980 w 6447632"/>
              <a:gd name="connsiteY1" fmla="*/ 0 h 5753325"/>
              <a:gd name="connsiteX2" fmla="*/ 6439047 w 6447632"/>
              <a:gd name="connsiteY2" fmla="*/ 147 h 5753325"/>
              <a:gd name="connsiteX3" fmla="*/ 6443456 w 6447632"/>
              <a:gd name="connsiteY3" fmla="*/ 130105 h 5753325"/>
              <a:gd name="connsiteX4" fmla="*/ 6447632 w 6447632"/>
              <a:gd name="connsiteY4" fmla="*/ 170016 h 5753325"/>
              <a:gd name="connsiteX5" fmla="*/ 6396598 w 6447632"/>
              <a:gd name="connsiteY5" fmla="*/ 274847 h 5753325"/>
              <a:gd name="connsiteX6" fmla="*/ 6358350 w 6447632"/>
              <a:gd name="connsiteY6" fmla="*/ 492529 h 5753325"/>
              <a:gd name="connsiteX7" fmla="*/ 6354187 w 6447632"/>
              <a:gd name="connsiteY7" fmla="*/ 615799 h 5753325"/>
              <a:gd name="connsiteX8" fmla="*/ 6303977 w 6447632"/>
              <a:gd name="connsiteY8" fmla="*/ 664291 h 5753325"/>
              <a:gd name="connsiteX9" fmla="*/ 6344988 w 6447632"/>
              <a:gd name="connsiteY9" fmla="*/ 697330 h 5753325"/>
              <a:gd name="connsiteX10" fmla="*/ 6334770 w 6447632"/>
              <a:gd name="connsiteY10" fmla="*/ 754001 h 5753325"/>
              <a:gd name="connsiteX11" fmla="*/ 6339879 w 6447632"/>
              <a:gd name="connsiteY11" fmla="*/ 811136 h 5753325"/>
              <a:gd name="connsiteX12" fmla="*/ 6330065 w 6447632"/>
              <a:gd name="connsiteY12" fmla="*/ 893399 h 5753325"/>
              <a:gd name="connsiteX13" fmla="*/ 6345206 w 6447632"/>
              <a:gd name="connsiteY13" fmla="*/ 1018060 h 5753325"/>
              <a:gd name="connsiteX14" fmla="*/ 6362266 w 6447632"/>
              <a:gd name="connsiteY14" fmla="*/ 1151111 h 5753325"/>
              <a:gd name="connsiteX15" fmla="*/ 6371722 w 6447632"/>
              <a:gd name="connsiteY15" fmla="*/ 1318080 h 5753325"/>
              <a:gd name="connsiteX16" fmla="*/ 6356023 w 6447632"/>
              <a:gd name="connsiteY16" fmla="*/ 1356227 h 5753325"/>
              <a:gd name="connsiteX17" fmla="*/ 6356157 w 6447632"/>
              <a:gd name="connsiteY17" fmla="*/ 1361967 h 5753325"/>
              <a:gd name="connsiteX18" fmla="*/ 6350613 w 6447632"/>
              <a:gd name="connsiteY18" fmla="*/ 1393569 h 5753325"/>
              <a:gd name="connsiteX19" fmla="*/ 6357062 w 6447632"/>
              <a:gd name="connsiteY19" fmla="*/ 1444071 h 5753325"/>
              <a:gd name="connsiteX20" fmla="*/ 6364832 w 6447632"/>
              <a:gd name="connsiteY20" fmla="*/ 1478763 h 5753325"/>
              <a:gd name="connsiteX21" fmla="*/ 6369745 w 6447632"/>
              <a:gd name="connsiteY21" fmla="*/ 1495680 h 5753325"/>
              <a:gd name="connsiteX22" fmla="*/ 6370898 w 6447632"/>
              <a:gd name="connsiteY22" fmla="*/ 1513331 h 5753325"/>
              <a:gd name="connsiteX23" fmla="*/ 6368801 w 6447632"/>
              <a:gd name="connsiteY23" fmla="*/ 1527414 h 5753325"/>
              <a:gd name="connsiteX24" fmla="*/ 6359177 w 6447632"/>
              <a:gd name="connsiteY24" fmla="*/ 1639513 h 5753325"/>
              <a:gd name="connsiteX25" fmla="*/ 6299489 w 6447632"/>
              <a:gd name="connsiteY25" fmla="*/ 1784860 h 5753325"/>
              <a:gd name="connsiteX26" fmla="*/ 6267878 w 6447632"/>
              <a:gd name="connsiteY26" fmla="*/ 1858572 h 5753325"/>
              <a:gd name="connsiteX27" fmla="*/ 6251146 w 6447632"/>
              <a:gd name="connsiteY27" fmla="*/ 1926167 h 5753325"/>
              <a:gd name="connsiteX28" fmla="*/ 6210686 w 6447632"/>
              <a:gd name="connsiteY28" fmla="*/ 2014834 h 5753325"/>
              <a:gd name="connsiteX29" fmla="*/ 6106652 w 6447632"/>
              <a:gd name="connsiteY29" fmla="*/ 2150572 h 5753325"/>
              <a:gd name="connsiteX30" fmla="*/ 6097813 w 6447632"/>
              <a:gd name="connsiteY30" fmla="*/ 2172208 h 5753325"/>
              <a:gd name="connsiteX31" fmla="*/ 6095990 w 6447632"/>
              <a:gd name="connsiteY31" fmla="*/ 2181185 h 5753325"/>
              <a:gd name="connsiteX32" fmla="*/ 6090126 w 6447632"/>
              <a:gd name="connsiteY32" fmla="*/ 2192533 h 5753325"/>
              <a:gd name="connsiteX33" fmla="*/ 6089503 w 6447632"/>
              <a:gd name="connsiteY33" fmla="*/ 2192543 h 5753325"/>
              <a:gd name="connsiteX34" fmla="*/ 6084946 w 6447632"/>
              <a:gd name="connsiteY34" fmla="*/ 2203694 h 5753325"/>
              <a:gd name="connsiteX35" fmla="*/ 5987861 w 6447632"/>
              <a:gd name="connsiteY35" fmla="*/ 2304868 h 5753325"/>
              <a:gd name="connsiteX36" fmla="*/ 5973439 w 6447632"/>
              <a:gd name="connsiteY36" fmla="*/ 2385635 h 5753325"/>
              <a:gd name="connsiteX37" fmla="*/ 5916727 w 6447632"/>
              <a:gd name="connsiteY37" fmla="*/ 2458777 h 5753325"/>
              <a:gd name="connsiteX38" fmla="*/ 5856524 w 6447632"/>
              <a:gd name="connsiteY38" fmla="*/ 2583281 h 5753325"/>
              <a:gd name="connsiteX39" fmla="*/ 5838091 w 6447632"/>
              <a:gd name="connsiteY39" fmla="*/ 2753474 h 5753325"/>
              <a:gd name="connsiteX40" fmla="*/ 5777471 w 6447632"/>
              <a:gd name="connsiteY40" fmla="*/ 2901570 h 5753325"/>
              <a:gd name="connsiteX41" fmla="*/ 5723992 w 6447632"/>
              <a:gd name="connsiteY41" fmla="*/ 2998752 h 5753325"/>
              <a:gd name="connsiteX42" fmla="*/ 5557886 w 6447632"/>
              <a:gd name="connsiteY42" fmla="*/ 3329735 h 5753325"/>
              <a:gd name="connsiteX43" fmla="*/ 5483942 w 6447632"/>
              <a:gd name="connsiteY43" fmla="*/ 3416604 h 5753325"/>
              <a:gd name="connsiteX44" fmla="*/ 5461007 w 6447632"/>
              <a:gd name="connsiteY44" fmla="*/ 3503742 h 5753325"/>
              <a:gd name="connsiteX45" fmla="*/ 5437889 w 6447632"/>
              <a:gd name="connsiteY45" fmla="*/ 3559927 h 5753325"/>
              <a:gd name="connsiteX46" fmla="*/ 5432770 w 6447632"/>
              <a:gd name="connsiteY46" fmla="*/ 3562948 h 5753325"/>
              <a:gd name="connsiteX47" fmla="*/ 5406795 w 6447632"/>
              <a:gd name="connsiteY47" fmla="*/ 3578594 h 5753325"/>
              <a:gd name="connsiteX48" fmla="*/ 5381495 w 6447632"/>
              <a:gd name="connsiteY48" fmla="*/ 3599883 h 5753325"/>
              <a:gd name="connsiteX49" fmla="*/ 5363689 w 6447632"/>
              <a:gd name="connsiteY49" fmla="*/ 3633299 h 5753325"/>
              <a:gd name="connsiteX50" fmla="*/ 5291870 w 6447632"/>
              <a:gd name="connsiteY50" fmla="*/ 3799039 h 5753325"/>
              <a:gd name="connsiteX51" fmla="*/ 5241600 w 6447632"/>
              <a:gd name="connsiteY51" fmla="*/ 3894238 h 5753325"/>
              <a:gd name="connsiteX52" fmla="*/ 5211041 w 6447632"/>
              <a:gd name="connsiteY52" fmla="*/ 3924184 h 5753325"/>
              <a:gd name="connsiteX53" fmla="*/ 5176073 w 6447632"/>
              <a:gd name="connsiteY53" fmla="*/ 3970179 h 5753325"/>
              <a:gd name="connsiteX54" fmla="*/ 5172826 w 6447632"/>
              <a:gd name="connsiteY54" fmla="*/ 3991773 h 5753325"/>
              <a:gd name="connsiteX55" fmla="*/ 5157053 w 6447632"/>
              <a:gd name="connsiteY55" fmla="*/ 3997708 h 5753325"/>
              <a:gd name="connsiteX56" fmla="*/ 5127922 w 6447632"/>
              <a:gd name="connsiteY56" fmla="*/ 4022660 h 5753325"/>
              <a:gd name="connsiteX57" fmla="*/ 5020872 w 6447632"/>
              <a:gd name="connsiteY57" fmla="*/ 4075951 h 5753325"/>
              <a:gd name="connsiteX58" fmla="*/ 4991410 w 6447632"/>
              <a:gd name="connsiteY58" fmla="*/ 4087598 h 5753325"/>
              <a:gd name="connsiteX59" fmla="*/ 4930112 w 6447632"/>
              <a:gd name="connsiteY59" fmla="*/ 4138459 h 5753325"/>
              <a:gd name="connsiteX60" fmla="*/ 4834224 w 6447632"/>
              <a:gd name="connsiteY60" fmla="*/ 4231643 h 5753325"/>
              <a:gd name="connsiteX61" fmla="*/ 4812599 w 6447632"/>
              <a:gd name="connsiteY61" fmla="*/ 4249449 h 5753325"/>
              <a:gd name="connsiteX62" fmla="*/ 4789188 w 6447632"/>
              <a:gd name="connsiteY62" fmla="*/ 4256678 h 5753325"/>
              <a:gd name="connsiteX63" fmla="*/ 4779554 w 6447632"/>
              <a:gd name="connsiteY63" fmla="*/ 4251313 h 5753325"/>
              <a:gd name="connsiteX64" fmla="*/ 4766885 w 6447632"/>
              <a:gd name="connsiteY64" fmla="*/ 4259812 h 5753325"/>
              <a:gd name="connsiteX65" fmla="*/ 4762510 w 6447632"/>
              <a:gd name="connsiteY65" fmla="*/ 4260383 h 5753325"/>
              <a:gd name="connsiteX66" fmla="*/ 4738416 w 6447632"/>
              <a:gd name="connsiteY66" fmla="*/ 4265355 h 5753325"/>
              <a:gd name="connsiteX67" fmla="*/ 4712007 w 6447632"/>
              <a:gd name="connsiteY67" fmla="*/ 4317892 h 5753325"/>
              <a:gd name="connsiteX68" fmla="*/ 4658930 w 6447632"/>
              <a:gd name="connsiteY68" fmla="*/ 4348041 h 5753325"/>
              <a:gd name="connsiteX69" fmla="*/ 4443526 w 6447632"/>
              <a:gd name="connsiteY69" fmla="*/ 4507851 h 5753325"/>
              <a:gd name="connsiteX70" fmla="*/ 4289766 w 6447632"/>
              <a:gd name="connsiteY70" fmla="*/ 4711450 h 5753325"/>
              <a:gd name="connsiteX71" fmla="*/ 4150870 w 6447632"/>
              <a:gd name="connsiteY71" fmla="*/ 4818480 h 5753325"/>
              <a:gd name="connsiteX72" fmla="*/ 4006639 w 6447632"/>
              <a:gd name="connsiteY72" fmla="*/ 4933815 h 5753325"/>
              <a:gd name="connsiteX73" fmla="*/ 3298210 w 6447632"/>
              <a:gd name="connsiteY73" fmla="*/ 5070790 h 5753325"/>
              <a:gd name="connsiteX74" fmla="*/ 2947678 w 6447632"/>
              <a:gd name="connsiteY74" fmla="*/ 5117869 h 5753325"/>
              <a:gd name="connsiteX75" fmla="*/ 2822169 w 6447632"/>
              <a:gd name="connsiteY75" fmla="*/ 5129396 h 5753325"/>
              <a:gd name="connsiteX76" fmla="*/ 2538773 w 6447632"/>
              <a:gd name="connsiteY76" fmla="*/ 5313397 h 5753325"/>
              <a:gd name="connsiteX77" fmla="*/ 2014500 w 6447632"/>
              <a:gd name="connsiteY77" fmla="*/ 5519744 h 5753325"/>
              <a:gd name="connsiteX78" fmla="*/ 1934391 w 6447632"/>
              <a:gd name="connsiteY78" fmla="*/ 5591335 h 5753325"/>
              <a:gd name="connsiteX79" fmla="*/ 1892550 w 6447632"/>
              <a:gd name="connsiteY79" fmla="*/ 5649708 h 5753325"/>
              <a:gd name="connsiteX80" fmla="*/ 1854769 w 6447632"/>
              <a:gd name="connsiteY80" fmla="*/ 5647691 h 5753325"/>
              <a:gd name="connsiteX81" fmla="*/ 1809461 w 6447632"/>
              <a:gd name="connsiteY81" fmla="*/ 5648628 h 5753325"/>
              <a:gd name="connsiteX82" fmla="*/ 1745150 w 6447632"/>
              <a:gd name="connsiteY82" fmla="*/ 5693879 h 5753325"/>
              <a:gd name="connsiteX83" fmla="*/ 1713375 w 6447632"/>
              <a:gd name="connsiteY83" fmla="*/ 5684672 h 5753325"/>
              <a:gd name="connsiteX84" fmla="*/ 1707808 w 6447632"/>
              <a:gd name="connsiteY84" fmla="*/ 5682611 h 5753325"/>
              <a:gd name="connsiteX85" fmla="*/ 1679313 w 6447632"/>
              <a:gd name="connsiteY85" fmla="*/ 5672360 h 5753325"/>
              <a:gd name="connsiteX86" fmla="*/ 1646933 w 6447632"/>
              <a:gd name="connsiteY86" fmla="*/ 5666227 h 5753325"/>
              <a:gd name="connsiteX87" fmla="*/ 1610055 w 6447632"/>
              <a:gd name="connsiteY87" fmla="*/ 5673643 h 5753325"/>
              <a:gd name="connsiteX88" fmla="*/ 1437641 w 6447632"/>
              <a:gd name="connsiteY88" fmla="*/ 5723266 h 5753325"/>
              <a:gd name="connsiteX89" fmla="*/ 1332869 w 6447632"/>
              <a:gd name="connsiteY89" fmla="*/ 5744752 h 5753325"/>
              <a:gd name="connsiteX90" fmla="*/ 1290525 w 6447632"/>
              <a:gd name="connsiteY90" fmla="*/ 5740036 h 5753325"/>
              <a:gd name="connsiteX91" fmla="*/ 1233107 w 6447632"/>
              <a:gd name="connsiteY91" fmla="*/ 5742106 h 5753325"/>
              <a:gd name="connsiteX92" fmla="*/ 1214532 w 6447632"/>
              <a:gd name="connsiteY92" fmla="*/ 5753325 h 5753325"/>
              <a:gd name="connsiteX93" fmla="*/ 1199955 w 6447632"/>
              <a:gd name="connsiteY93" fmla="*/ 5744831 h 5753325"/>
              <a:gd name="connsiteX94" fmla="*/ 1162337 w 6447632"/>
              <a:gd name="connsiteY94" fmla="*/ 5738048 h 5753325"/>
              <a:gd name="connsiteX95" fmla="*/ 1053457 w 6447632"/>
              <a:gd name="connsiteY95" fmla="*/ 5688676 h 5753325"/>
              <a:gd name="connsiteX96" fmla="*/ 1025798 w 6447632"/>
              <a:gd name="connsiteY96" fmla="*/ 5673166 h 5753325"/>
              <a:gd name="connsiteX97" fmla="*/ 947900 w 6447632"/>
              <a:gd name="connsiteY97" fmla="*/ 5657848 h 5753325"/>
              <a:gd name="connsiteX98" fmla="*/ 815627 w 6447632"/>
              <a:gd name="connsiteY98" fmla="*/ 5642557 h 5753325"/>
              <a:gd name="connsiteX99" fmla="*/ 788251 w 6447632"/>
              <a:gd name="connsiteY99" fmla="*/ 5637065 h 5753325"/>
              <a:gd name="connsiteX100" fmla="*/ 767822 w 6447632"/>
              <a:gd name="connsiteY100" fmla="*/ 5623450 h 5753325"/>
              <a:gd name="connsiteX101" fmla="*/ 765791 w 6447632"/>
              <a:gd name="connsiteY101" fmla="*/ 5612539 h 5753325"/>
              <a:gd name="connsiteX102" fmla="*/ 751230 w 6447632"/>
              <a:gd name="connsiteY102" fmla="*/ 5608092 h 5753325"/>
              <a:gd name="connsiteX103" fmla="*/ 748008 w 6447632"/>
              <a:gd name="connsiteY103" fmla="*/ 5605052 h 5753325"/>
              <a:gd name="connsiteX104" fmla="*/ 728871 w 6447632"/>
              <a:gd name="connsiteY104" fmla="*/ 5589469 h 5753325"/>
              <a:gd name="connsiteX105" fmla="*/ 671898 w 6447632"/>
              <a:gd name="connsiteY105" fmla="*/ 5602363 h 5753325"/>
              <a:gd name="connsiteX106" fmla="*/ 615065 w 6447632"/>
              <a:gd name="connsiteY106" fmla="*/ 5580257 h 5753325"/>
              <a:gd name="connsiteX107" fmla="*/ 355785 w 6447632"/>
              <a:gd name="connsiteY107" fmla="*/ 5514383 h 5753325"/>
              <a:gd name="connsiteX108" fmla="*/ 102269 w 6447632"/>
              <a:gd name="connsiteY108" fmla="*/ 5524347 h 5753325"/>
              <a:gd name="connsiteX109" fmla="*/ 13160 w 6447632"/>
              <a:gd name="connsiteY109" fmla="*/ 5514159 h 5753325"/>
              <a:gd name="connsiteX110" fmla="*/ 0 w 6447632"/>
              <a:gd name="connsiteY110" fmla="*/ 5511735 h 5753325"/>
              <a:gd name="connsiteX111" fmla="*/ 0 w 6447632"/>
              <a:gd name="connsiteY111" fmla="*/ 0 h 5753325"/>
              <a:gd name="connsiteX0" fmla="*/ 0 w 6447632"/>
              <a:gd name="connsiteY0" fmla="*/ 0 h 5753325"/>
              <a:gd name="connsiteX1" fmla="*/ 6438980 w 6447632"/>
              <a:gd name="connsiteY1" fmla="*/ 0 h 5753325"/>
              <a:gd name="connsiteX2" fmla="*/ 6439047 w 6447632"/>
              <a:gd name="connsiteY2" fmla="*/ 147 h 5753325"/>
              <a:gd name="connsiteX3" fmla="*/ 6443456 w 6447632"/>
              <a:gd name="connsiteY3" fmla="*/ 130105 h 5753325"/>
              <a:gd name="connsiteX4" fmla="*/ 6447632 w 6447632"/>
              <a:gd name="connsiteY4" fmla="*/ 170016 h 5753325"/>
              <a:gd name="connsiteX5" fmla="*/ 6396598 w 6447632"/>
              <a:gd name="connsiteY5" fmla="*/ 274847 h 5753325"/>
              <a:gd name="connsiteX6" fmla="*/ 6358350 w 6447632"/>
              <a:gd name="connsiteY6" fmla="*/ 492529 h 5753325"/>
              <a:gd name="connsiteX7" fmla="*/ 6354187 w 6447632"/>
              <a:gd name="connsiteY7" fmla="*/ 615799 h 5753325"/>
              <a:gd name="connsiteX8" fmla="*/ 6303977 w 6447632"/>
              <a:gd name="connsiteY8" fmla="*/ 664291 h 5753325"/>
              <a:gd name="connsiteX9" fmla="*/ 6344988 w 6447632"/>
              <a:gd name="connsiteY9" fmla="*/ 697330 h 5753325"/>
              <a:gd name="connsiteX10" fmla="*/ 6334770 w 6447632"/>
              <a:gd name="connsiteY10" fmla="*/ 754001 h 5753325"/>
              <a:gd name="connsiteX11" fmla="*/ 6339879 w 6447632"/>
              <a:gd name="connsiteY11" fmla="*/ 811136 h 5753325"/>
              <a:gd name="connsiteX12" fmla="*/ 6330065 w 6447632"/>
              <a:gd name="connsiteY12" fmla="*/ 893399 h 5753325"/>
              <a:gd name="connsiteX13" fmla="*/ 6345206 w 6447632"/>
              <a:gd name="connsiteY13" fmla="*/ 1018060 h 5753325"/>
              <a:gd name="connsiteX14" fmla="*/ 6362266 w 6447632"/>
              <a:gd name="connsiteY14" fmla="*/ 1151111 h 5753325"/>
              <a:gd name="connsiteX15" fmla="*/ 6371722 w 6447632"/>
              <a:gd name="connsiteY15" fmla="*/ 1318080 h 5753325"/>
              <a:gd name="connsiteX16" fmla="*/ 6356023 w 6447632"/>
              <a:gd name="connsiteY16" fmla="*/ 1356227 h 5753325"/>
              <a:gd name="connsiteX17" fmla="*/ 6356157 w 6447632"/>
              <a:gd name="connsiteY17" fmla="*/ 1361967 h 5753325"/>
              <a:gd name="connsiteX18" fmla="*/ 6350613 w 6447632"/>
              <a:gd name="connsiteY18" fmla="*/ 1393569 h 5753325"/>
              <a:gd name="connsiteX19" fmla="*/ 6357062 w 6447632"/>
              <a:gd name="connsiteY19" fmla="*/ 1444071 h 5753325"/>
              <a:gd name="connsiteX20" fmla="*/ 6364832 w 6447632"/>
              <a:gd name="connsiteY20" fmla="*/ 1478763 h 5753325"/>
              <a:gd name="connsiteX21" fmla="*/ 6369745 w 6447632"/>
              <a:gd name="connsiteY21" fmla="*/ 1495680 h 5753325"/>
              <a:gd name="connsiteX22" fmla="*/ 6370898 w 6447632"/>
              <a:gd name="connsiteY22" fmla="*/ 1513331 h 5753325"/>
              <a:gd name="connsiteX23" fmla="*/ 6368801 w 6447632"/>
              <a:gd name="connsiteY23" fmla="*/ 1527414 h 5753325"/>
              <a:gd name="connsiteX24" fmla="*/ 6359177 w 6447632"/>
              <a:gd name="connsiteY24" fmla="*/ 1639513 h 5753325"/>
              <a:gd name="connsiteX25" fmla="*/ 6299489 w 6447632"/>
              <a:gd name="connsiteY25" fmla="*/ 1784860 h 5753325"/>
              <a:gd name="connsiteX26" fmla="*/ 6267878 w 6447632"/>
              <a:gd name="connsiteY26" fmla="*/ 1858572 h 5753325"/>
              <a:gd name="connsiteX27" fmla="*/ 6251146 w 6447632"/>
              <a:gd name="connsiteY27" fmla="*/ 1926167 h 5753325"/>
              <a:gd name="connsiteX28" fmla="*/ 6210686 w 6447632"/>
              <a:gd name="connsiteY28" fmla="*/ 2014834 h 5753325"/>
              <a:gd name="connsiteX29" fmla="*/ 6106652 w 6447632"/>
              <a:gd name="connsiteY29" fmla="*/ 2150572 h 5753325"/>
              <a:gd name="connsiteX30" fmla="*/ 6097813 w 6447632"/>
              <a:gd name="connsiteY30" fmla="*/ 2172208 h 5753325"/>
              <a:gd name="connsiteX31" fmla="*/ 6095990 w 6447632"/>
              <a:gd name="connsiteY31" fmla="*/ 2181185 h 5753325"/>
              <a:gd name="connsiteX32" fmla="*/ 6090126 w 6447632"/>
              <a:gd name="connsiteY32" fmla="*/ 2192533 h 5753325"/>
              <a:gd name="connsiteX33" fmla="*/ 6089503 w 6447632"/>
              <a:gd name="connsiteY33" fmla="*/ 2192543 h 5753325"/>
              <a:gd name="connsiteX34" fmla="*/ 6084946 w 6447632"/>
              <a:gd name="connsiteY34" fmla="*/ 2203694 h 5753325"/>
              <a:gd name="connsiteX35" fmla="*/ 5987861 w 6447632"/>
              <a:gd name="connsiteY35" fmla="*/ 2304868 h 5753325"/>
              <a:gd name="connsiteX36" fmla="*/ 5973439 w 6447632"/>
              <a:gd name="connsiteY36" fmla="*/ 2385635 h 5753325"/>
              <a:gd name="connsiteX37" fmla="*/ 5916727 w 6447632"/>
              <a:gd name="connsiteY37" fmla="*/ 2458777 h 5753325"/>
              <a:gd name="connsiteX38" fmla="*/ 5856524 w 6447632"/>
              <a:gd name="connsiteY38" fmla="*/ 2583281 h 5753325"/>
              <a:gd name="connsiteX39" fmla="*/ 5838091 w 6447632"/>
              <a:gd name="connsiteY39" fmla="*/ 2753474 h 5753325"/>
              <a:gd name="connsiteX40" fmla="*/ 5777471 w 6447632"/>
              <a:gd name="connsiteY40" fmla="*/ 2901570 h 5753325"/>
              <a:gd name="connsiteX41" fmla="*/ 5723992 w 6447632"/>
              <a:gd name="connsiteY41" fmla="*/ 2998752 h 5753325"/>
              <a:gd name="connsiteX42" fmla="*/ 5557886 w 6447632"/>
              <a:gd name="connsiteY42" fmla="*/ 3304853 h 5753325"/>
              <a:gd name="connsiteX43" fmla="*/ 5483942 w 6447632"/>
              <a:gd name="connsiteY43" fmla="*/ 3416604 h 5753325"/>
              <a:gd name="connsiteX44" fmla="*/ 5461007 w 6447632"/>
              <a:gd name="connsiteY44" fmla="*/ 3503742 h 5753325"/>
              <a:gd name="connsiteX45" fmla="*/ 5437889 w 6447632"/>
              <a:gd name="connsiteY45" fmla="*/ 3559927 h 5753325"/>
              <a:gd name="connsiteX46" fmla="*/ 5432770 w 6447632"/>
              <a:gd name="connsiteY46" fmla="*/ 3562948 h 5753325"/>
              <a:gd name="connsiteX47" fmla="*/ 5406795 w 6447632"/>
              <a:gd name="connsiteY47" fmla="*/ 3578594 h 5753325"/>
              <a:gd name="connsiteX48" fmla="*/ 5381495 w 6447632"/>
              <a:gd name="connsiteY48" fmla="*/ 3599883 h 5753325"/>
              <a:gd name="connsiteX49" fmla="*/ 5363689 w 6447632"/>
              <a:gd name="connsiteY49" fmla="*/ 3633299 h 5753325"/>
              <a:gd name="connsiteX50" fmla="*/ 5291870 w 6447632"/>
              <a:gd name="connsiteY50" fmla="*/ 3799039 h 5753325"/>
              <a:gd name="connsiteX51" fmla="*/ 5241600 w 6447632"/>
              <a:gd name="connsiteY51" fmla="*/ 3894238 h 5753325"/>
              <a:gd name="connsiteX52" fmla="*/ 5211041 w 6447632"/>
              <a:gd name="connsiteY52" fmla="*/ 3924184 h 5753325"/>
              <a:gd name="connsiteX53" fmla="*/ 5176073 w 6447632"/>
              <a:gd name="connsiteY53" fmla="*/ 3970179 h 5753325"/>
              <a:gd name="connsiteX54" fmla="*/ 5172826 w 6447632"/>
              <a:gd name="connsiteY54" fmla="*/ 3991773 h 5753325"/>
              <a:gd name="connsiteX55" fmla="*/ 5157053 w 6447632"/>
              <a:gd name="connsiteY55" fmla="*/ 3997708 h 5753325"/>
              <a:gd name="connsiteX56" fmla="*/ 5127922 w 6447632"/>
              <a:gd name="connsiteY56" fmla="*/ 4022660 h 5753325"/>
              <a:gd name="connsiteX57" fmla="*/ 5020872 w 6447632"/>
              <a:gd name="connsiteY57" fmla="*/ 4075951 h 5753325"/>
              <a:gd name="connsiteX58" fmla="*/ 4991410 w 6447632"/>
              <a:gd name="connsiteY58" fmla="*/ 4087598 h 5753325"/>
              <a:gd name="connsiteX59" fmla="*/ 4930112 w 6447632"/>
              <a:gd name="connsiteY59" fmla="*/ 4138459 h 5753325"/>
              <a:gd name="connsiteX60" fmla="*/ 4834224 w 6447632"/>
              <a:gd name="connsiteY60" fmla="*/ 4231643 h 5753325"/>
              <a:gd name="connsiteX61" fmla="*/ 4812599 w 6447632"/>
              <a:gd name="connsiteY61" fmla="*/ 4249449 h 5753325"/>
              <a:gd name="connsiteX62" fmla="*/ 4789188 w 6447632"/>
              <a:gd name="connsiteY62" fmla="*/ 4256678 h 5753325"/>
              <a:gd name="connsiteX63" fmla="*/ 4779554 w 6447632"/>
              <a:gd name="connsiteY63" fmla="*/ 4251313 h 5753325"/>
              <a:gd name="connsiteX64" fmla="*/ 4766885 w 6447632"/>
              <a:gd name="connsiteY64" fmla="*/ 4259812 h 5753325"/>
              <a:gd name="connsiteX65" fmla="*/ 4762510 w 6447632"/>
              <a:gd name="connsiteY65" fmla="*/ 4260383 h 5753325"/>
              <a:gd name="connsiteX66" fmla="*/ 4738416 w 6447632"/>
              <a:gd name="connsiteY66" fmla="*/ 4265355 h 5753325"/>
              <a:gd name="connsiteX67" fmla="*/ 4712007 w 6447632"/>
              <a:gd name="connsiteY67" fmla="*/ 4317892 h 5753325"/>
              <a:gd name="connsiteX68" fmla="*/ 4658930 w 6447632"/>
              <a:gd name="connsiteY68" fmla="*/ 4348041 h 5753325"/>
              <a:gd name="connsiteX69" fmla="*/ 4443526 w 6447632"/>
              <a:gd name="connsiteY69" fmla="*/ 4507851 h 5753325"/>
              <a:gd name="connsiteX70" fmla="*/ 4289766 w 6447632"/>
              <a:gd name="connsiteY70" fmla="*/ 4711450 h 5753325"/>
              <a:gd name="connsiteX71" fmla="*/ 4150870 w 6447632"/>
              <a:gd name="connsiteY71" fmla="*/ 4818480 h 5753325"/>
              <a:gd name="connsiteX72" fmla="*/ 4006639 w 6447632"/>
              <a:gd name="connsiteY72" fmla="*/ 4933815 h 5753325"/>
              <a:gd name="connsiteX73" fmla="*/ 3298210 w 6447632"/>
              <a:gd name="connsiteY73" fmla="*/ 5070790 h 5753325"/>
              <a:gd name="connsiteX74" fmla="*/ 2947678 w 6447632"/>
              <a:gd name="connsiteY74" fmla="*/ 5117869 h 5753325"/>
              <a:gd name="connsiteX75" fmla="*/ 2822169 w 6447632"/>
              <a:gd name="connsiteY75" fmla="*/ 5129396 h 5753325"/>
              <a:gd name="connsiteX76" fmla="*/ 2538773 w 6447632"/>
              <a:gd name="connsiteY76" fmla="*/ 5313397 h 5753325"/>
              <a:gd name="connsiteX77" fmla="*/ 2014500 w 6447632"/>
              <a:gd name="connsiteY77" fmla="*/ 5519744 h 5753325"/>
              <a:gd name="connsiteX78" fmla="*/ 1934391 w 6447632"/>
              <a:gd name="connsiteY78" fmla="*/ 5591335 h 5753325"/>
              <a:gd name="connsiteX79" fmla="*/ 1892550 w 6447632"/>
              <a:gd name="connsiteY79" fmla="*/ 5649708 h 5753325"/>
              <a:gd name="connsiteX80" fmla="*/ 1854769 w 6447632"/>
              <a:gd name="connsiteY80" fmla="*/ 5647691 h 5753325"/>
              <a:gd name="connsiteX81" fmla="*/ 1809461 w 6447632"/>
              <a:gd name="connsiteY81" fmla="*/ 5648628 h 5753325"/>
              <a:gd name="connsiteX82" fmla="*/ 1745150 w 6447632"/>
              <a:gd name="connsiteY82" fmla="*/ 5693879 h 5753325"/>
              <a:gd name="connsiteX83" fmla="*/ 1713375 w 6447632"/>
              <a:gd name="connsiteY83" fmla="*/ 5684672 h 5753325"/>
              <a:gd name="connsiteX84" fmla="*/ 1707808 w 6447632"/>
              <a:gd name="connsiteY84" fmla="*/ 5682611 h 5753325"/>
              <a:gd name="connsiteX85" fmla="*/ 1679313 w 6447632"/>
              <a:gd name="connsiteY85" fmla="*/ 5672360 h 5753325"/>
              <a:gd name="connsiteX86" fmla="*/ 1646933 w 6447632"/>
              <a:gd name="connsiteY86" fmla="*/ 5666227 h 5753325"/>
              <a:gd name="connsiteX87" fmla="*/ 1610055 w 6447632"/>
              <a:gd name="connsiteY87" fmla="*/ 5673643 h 5753325"/>
              <a:gd name="connsiteX88" fmla="*/ 1437641 w 6447632"/>
              <a:gd name="connsiteY88" fmla="*/ 5723266 h 5753325"/>
              <a:gd name="connsiteX89" fmla="*/ 1332869 w 6447632"/>
              <a:gd name="connsiteY89" fmla="*/ 5744752 h 5753325"/>
              <a:gd name="connsiteX90" fmla="*/ 1290525 w 6447632"/>
              <a:gd name="connsiteY90" fmla="*/ 5740036 h 5753325"/>
              <a:gd name="connsiteX91" fmla="*/ 1233107 w 6447632"/>
              <a:gd name="connsiteY91" fmla="*/ 5742106 h 5753325"/>
              <a:gd name="connsiteX92" fmla="*/ 1214532 w 6447632"/>
              <a:gd name="connsiteY92" fmla="*/ 5753325 h 5753325"/>
              <a:gd name="connsiteX93" fmla="*/ 1199955 w 6447632"/>
              <a:gd name="connsiteY93" fmla="*/ 5744831 h 5753325"/>
              <a:gd name="connsiteX94" fmla="*/ 1162337 w 6447632"/>
              <a:gd name="connsiteY94" fmla="*/ 5738048 h 5753325"/>
              <a:gd name="connsiteX95" fmla="*/ 1053457 w 6447632"/>
              <a:gd name="connsiteY95" fmla="*/ 5688676 h 5753325"/>
              <a:gd name="connsiteX96" fmla="*/ 1025798 w 6447632"/>
              <a:gd name="connsiteY96" fmla="*/ 5673166 h 5753325"/>
              <a:gd name="connsiteX97" fmla="*/ 947900 w 6447632"/>
              <a:gd name="connsiteY97" fmla="*/ 5657848 h 5753325"/>
              <a:gd name="connsiteX98" fmla="*/ 815627 w 6447632"/>
              <a:gd name="connsiteY98" fmla="*/ 5642557 h 5753325"/>
              <a:gd name="connsiteX99" fmla="*/ 788251 w 6447632"/>
              <a:gd name="connsiteY99" fmla="*/ 5637065 h 5753325"/>
              <a:gd name="connsiteX100" fmla="*/ 767822 w 6447632"/>
              <a:gd name="connsiteY100" fmla="*/ 5623450 h 5753325"/>
              <a:gd name="connsiteX101" fmla="*/ 765791 w 6447632"/>
              <a:gd name="connsiteY101" fmla="*/ 5612539 h 5753325"/>
              <a:gd name="connsiteX102" fmla="*/ 751230 w 6447632"/>
              <a:gd name="connsiteY102" fmla="*/ 5608092 h 5753325"/>
              <a:gd name="connsiteX103" fmla="*/ 748008 w 6447632"/>
              <a:gd name="connsiteY103" fmla="*/ 5605052 h 5753325"/>
              <a:gd name="connsiteX104" fmla="*/ 728871 w 6447632"/>
              <a:gd name="connsiteY104" fmla="*/ 5589469 h 5753325"/>
              <a:gd name="connsiteX105" fmla="*/ 671898 w 6447632"/>
              <a:gd name="connsiteY105" fmla="*/ 5602363 h 5753325"/>
              <a:gd name="connsiteX106" fmla="*/ 615065 w 6447632"/>
              <a:gd name="connsiteY106" fmla="*/ 5580257 h 5753325"/>
              <a:gd name="connsiteX107" fmla="*/ 355785 w 6447632"/>
              <a:gd name="connsiteY107" fmla="*/ 5514383 h 5753325"/>
              <a:gd name="connsiteX108" fmla="*/ 102269 w 6447632"/>
              <a:gd name="connsiteY108" fmla="*/ 5524347 h 5753325"/>
              <a:gd name="connsiteX109" fmla="*/ 13160 w 6447632"/>
              <a:gd name="connsiteY109" fmla="*/ 5514159 h 5753325"/>
              <a:gd name="connsiteX110" fmla="*/ 0 w 6447632"/>
              <a:gd name="connsiteY110" fmla="*/ 5511735 h 5753325"/>
              <a:gd name="connsiteX111" fmla="*/ 0 w 6447632"/>
              <a:gd name="connsiteY111" fmla="*/ 0 h 5753325"/>
              <a:gd name="connsiteX0" fmla="*/ 0 w 6447632"/>
              <a:gd name="connsiteY0" fmla="*/ 0 h 5753325"/>
              <a:gd name="connsiteX1" fmla="*/ 6438980 w 6447632"/>
              <a:gd name="connsiteY1" fmla="*/ 0 h 5753325"/>
              <a:gd name="connsiteX2" fmla="*/ 6439047 w 6447632"/>
              <a:gd name="connsiteY2" fmla="*/ 147 h 5753325"/>
              <a:gd name="connsiteX3" fmla="*/ 6443456 w 6447632"/>
              <a:gd name="connsiteY3" fmla="*/ 130105 h 5753325"/>
              <a:gd name="connsiteX4" fmla="*/ 6447632 w 6447632"/>
              <a:gd name="connsiteY4" fmla="*/ 170016 h 5753325"/>
              <a:gd name="connsiteX5" fmla="*/ 6396598 w 6447632"/>
              <a:gd name="connsiteY5" fmla="*/ 274847 h 5753325"/>
              <a:gd name="connsiteX6" fmla="*/ 6358350 w 6447632"/>
              <a:gd name="connsiteY6" fmla="*/ 492529 h 5753325"/>
              <a:gd name="connsiteX7" fmla="*/ 6354187 w 6447632"/>
              <a:gd name="connsiteY7" fmla="*/ 615799 h 5753325"/>
              <a:gd name="connsiteX8" fmla="*/ 6303977 w 6447632"/>
              <a:gd name="connsiteY8" fmla="*/ 664291 h 5753325"/>
              <a:gd name="connsiteX9" fmla="*/ 6344988 w 6447632"/>
              <a:gd name="connsiteY9" fmla="*/ 697330 h 5753325"/>
              <a:gd name="connsiteX10" fmla="*/ 6334770 w 6447632"/>
              <a:gd name="connsiteY10" fmla="*/ 754001 h 5753325"/>
              <a:gd name="connsiteX11" fmla="*/ 6339879 w 6447632"/>
              <a:gd name="connsiteY11" fmla="*/ 811136 h 5753325"/>
              <a:gd name="connsiteX12" fmla="*/ 6330065 w 6447632"/>
              <a:gd name="connsiteY12" fmla="*/ 893399 h 5753325"/>
              <a:gd name="connsiteX13" fmla="*/ 6345206 w 6447632"/>
              <a:gd name="connsiteY13" fmla="*/ 1018060 h 5753325"/>
              <a:gd name="connsiteX14" fmla="*/ 6362266 w 6447632"/>
              <a:gd name="connsiteY14" fmla="*/ 1151111 h 5753325"/>
              <a:gd name="connsiteX15" fmla="*/ 6371722 w 6447632"/>
              <a:gd name="connsiteY15" fmla="*/ 1318080 h 5753325"/>
              <a:gd name="connsiteX16" fmla="*/ 6356023 w 6447632"/>
              <a:gd name="connsiteY16" fmla="*/ 1356227 h 5753325"/>
              <a:gd name="connsiteX17" fmla="*/ 6356157 w 6447632"/>
              <a:gd name="connsiteY17" fmla="*/ 1361967 h 5753325"/>
              <a:gd name="connsiteX18" fmla="*/ 6350613 w 6447632"/>
              <a:gd name="connsiteY18" fmla="*/ 1393569 h 5753325"/>
              <a:gd name="connsiteX19" fmla="*/ 6357062 w 6447632"/>
              <a:gd name="connsiteY19" fmla="*/ 1444071 h 5753325"/>
              <a:gd name="connsiteX20" fmla="*/ 6364832 w 6447632"/>
              <a:gd name="connsiteY20" fmla="*/ 1478763 h 5753325"/>
              <a:gd name="connsiteX21" fmla="*/ 6369745 w 6447632"/>
              <a:gd name="connsiteY21" fmla="*/ 1495680 h 5753325"/>
              <a:gd name="connsiteX22" fmla="*/ 6370898 w 6447632"/>
              <a:gd name="connsiteY22" fmla="*/ 1513331 h 5753325"/>
              <a:gd name="connsiteX23" fmla="*/ 6368801 w 6447632"/>
              <a:gd name="connsiteY23" fmla="*/ 1527414 h 5753325"/>
              <a:gd name="connsiteX24" fmla="*/ 6359177 w 6447632"/>
              <a:gd name="connsiteY24" fmla="*/ 1639513 h 5753325"/>
              <a:gd name="connsiteX25" fmla="*/ 6299489 w 6447632"/>
              <a:gd name="connsiteY25" fmla="*/ 1784860 h 5753325"/>
              <a:gd name="connsiteX26" fmla="*/ 6267878 w 6447632"/>
              <a:gd name="connsiteY26" fmla="*/ 1858572 h 5753325"/>
              <a:gd name="connsiteX27" fmla="*/ 6251146 w 6447632"/>
              <a:gd name="connsiteY27" fmla="*/ 1926167 h 5753325"/>
              <a:gd name="connsiteX28" fmla="*/ 6210686 w 6447632"/>
              <a:gd name="connsiteY28" fmla="*/ 2014834 h 5753325"/>
              <a:gd name="connsiteX29" fmla="*/ 6106652 w 6447632"/>
              <a:gd name="connsiteY29" fmla="*/ 2150572 h 5753325"/>
              <a:gd name="connsiteX30" fmla="*/ 6097813 w 6447632"/>
              <a:gd name="connsiteY30" fmla="*/ 2172208 h 5753325"/>
              <a:gd name="connsiteX31" fmla="*/ 6095990 w 6447632"/>
              <a:gd name="connsiteY31" fmla="*/ 2181185 h 5753325"/>
              <a:gd name="connsiteX32" fmla="*/ 6090126 w 6447632"/>
              <a:gd name="connsiteY32" fmla="*/ 2192533 h 5753325"/>
              <a:gd name="connsiteX33" fmla="*/ 6089503 w 6447632"/>
              <a:gd name="connsiteY33" fmla="*/ 2192543 h 5753325"/>
              <a:gd name="connsiteX34" fmla="*/ 6084946 w 6447632"/>
              <a:gd name="connsiteY34" fmla="*/ 2203694 h 5753325"/>
              <a:gd name="connsiteX35" fmla="*/ 5987861 w 6447632"/>
              <a:gd name="connsiteY35" fmla="*/ 2304868 h 5753325"/>
              <a:gd name="connsiteX36" fmla="*/ 5973439 w 6447632"/>
              <a:gd name="connsiteY36" fmla="*/ 2385635 h 5753325"/>
              <a:gd name="connsiteX37" fmla="*/ 5916727 w 6447632"/>
              <a:gd name="connsiteY37" fmla="*/ 2458777 h 5753325"/>
              <a:gd name="connsiteX38" fmla="*/ 5856524 w 6447632"/>
              <a:gd name="connsiteY38" fmla="*/ 2583281 h 5753325"/>
              <a:gd name="connsiteX39" fmla="*/ 5838091 w 6447632"/>
              <a:gd name="connsiteY39" fmla="*/ 2753474 h 5753325"/>
              <a:gd name="connsiteX40" fmla="*/ 5777471 w 6447632"/>
              <a:gd name="connsiteY40" fmla="*/ 2901570 h 5753325"/>
              <a:gd name="connsiteX41" fmla="*/ 5723992 w 6447632"/>
              <a:gd name="connsiteY41" fmla="*/ 2998752 h 5753325"/>
              <a:gd name="connsiteX42" fmla="*/ 5557886 w 6447632"/>
              <a:gd name="connsiteY42" fmla="*/ 3304853 h 5753325"/>
              <a:gd name="connsiteX43" fmla="*/ 5483942 w 6447632"/>
              <a:gd name="connsiteY43" fmla="*/ 3416604 h 5753325"/>
              <a:gd name="connsiteX44" fmla="*/ 5461007 w 6447632"/>
              <a:gd name="connsiteY44" fmla="*/ 3503742 h 5753325"/>
              <a:gd name="connsiteX45" fmla="*/ 5437889 w 6447632"/>
              <a:gd name="connsiteY45" fmla="*/ 3559927 h 5753325"/>
              <a:gd name="connsiteX46" fmla="*/ 5432770 w 6447632"/>
              <a:gd name="connsiteY46" fmla="*/ 3562948 h 5753325"/>
              <a:gd name="connsiteX47" fmla="*/ 5406795 w 6447632"/>
              <a:gd name="connsiteY47" fmla="*/ 3578594 h 5753325"/>
              <a:gd name="connsiteX48" fmla="*/ 5381495 w 6447632"/>
              <a:gd name="connsiteY48" fmla="*/ 3599883 h 5753325"/>
              <a:gd name="connsiteX49" fmla="*/ 5363689 w 6447632"/>
              <a:gd name="connsiteY49" fmla="*/ 3633299 h 5753325"/>
              <a:gd name="connsiteX50" fmla="*/ 5291870 w 6447632"/>
              <a:gd name="connsiteY50" fmla="*/ 3799039 h 5753325"/>
              <a:gd name="connsiteX51" fmla="*/ 5241600 w 6447632"/>
              <a:gd name="connsiteY51" fmla="*/ 3894238 h 5753325"/>
              <a:gd name="connsiteX52" fmla="*/ 5211041 w 6447632"/>
              <a:gd name="connsiteY52" fmla="*/ 3924184 h 5753325"/>
              <a:gd name="connsiteX53" fmla="*/ 5176073 w 6447632"/>
              <a:gd name="connsiteY53" fmla="*/ 3970179 h 5753325"/>
              <a:gd name="connsiteX54" fmla="*/ 5172826 w 6447632"/>
              <a:gd name="connsiteY54" fmla="*/ 3991773 h 5753325"/>
              <a:gd name="connsiteX55" fmla="*/ 5157053 w 6447632"/>
              <a:gd name="connsiteY55" fmla="*/ 3997708 h 5753325"/>
              <a:gd name="connsiteX56" fmla="*/ 5127922 w 6447632"/>
              <a:gd name="connsiteY56" fmla="*/ 4022660 h 5753325"/>
              <a:gd name="connsiteX57" fmla="*/ 5020872 w 6447632"/>
              <a:gd name="connsiteY57" fmla="*/ 4075951 h 5753325"/>
              <a:gd name="connsiteX58" fmla="*/ 4991410 w 6447632"/>
              <a:gd name="connsiteY58" fmla="*/ 4087598 h 5753325"/>
              <a:gd name="connsiteX59" fmla="*/ 4930112 w 6447632"/>
              <a:gd name="connsiteY59" fmla="*/ 4138459 h 5753325"/>
              <a:gd name="connsiteX60" fmla="*/ 4834224 w 6447632"/>
              <a:gd name="connsiteY60" fmla="*/ 4231643 h 5753325"/>
              <a:gd name="connsiteX61" fmla="*/ 4812599 w 6447632"/>
              <a:gd name="connsiteY61" fmla="*/ 4249449 h 5753325"/>
              <a:gd name="connsiteX62" fmla="*/ 4789188 w 6447632"/>
              <a:gd name="connsiteY62" fmla="*/ 4256678 h 5753325"/>
              <a:gd name="connsiteX63" fmla="*/ 4779554 w 6447632"/>
              <a:gd name="connsiteY63" fmla="*/ 4251313 h 5753325"/>
              <a:gd name="connsiteX64" fmla="*/ 4766885 w 6447632"/>
              <a:gd name="connsiteY64" fmla="*/ 4259812 h 5753325"/>
              <a:gd name="connsiteX65" fmla="*/ 4762510 w 6447632"/>
              <a:gd name="connsiteY65" fmla="*/ 4260383 h 5753325"/>
              <a:gd name="connsiteX66" fmla="*/ 4738416 w 6447632"/>
              <a:gd name="connsiteY66" fmla="*/ 4265355 h 5753325"/>
              <a:gd name="connsiteX67" fmla="*/ 4712007 w 6447632"/>
              <a:gd name="connsiteY67" fmla="*/ 4317892 h 5753325"/>
              <a:gd name="connsiteX68" fmla="*/ 4658930 w 6447632"/>
              <a:gd name="connsiteY68" fmla="*/ 4348041 h 5753325"/>
              <a:gd name="connsiteX69" fmla="*/ 4443526 w 6447632"/>
              <a:gd name="connsiteY69" fmla="*/ 4507851 h 5753325"/>
              <a:gd name="connsiteX70" fmla="*/ 4289766 w 6447632"/>
              <a:gd name="connsiteY70" fmla="*/ 4711450 h 5753325"/>
              <a:gd name="connsiteX71" fmla="*/ 4150870 w 6447632"/>
              <a:gd name="connsiteY71" fmla="*/ 4818480 h 5753325"/>
              <a:gd name="connsiteX72" fmla="*/ 4006639 w 6447632"/>
              <a:gd name="connsiteY72" fmla="*/ 4933815 h 5753325"/>
              <a:gd name="connsiteX73" fmla="*/ 3298210 w 6447632"/>
              <a:gd name="connsiteY73" fmla="*/ 5070790 h 5753325"/>
              <a:gd name="connsiteX74" fmla="*/ 2947678 w 6447632"/>
              <a:gd name="connsiteY74" fmla="*/ 5117869 h 5753325"/>
              <a:gd name="connsiteX75" fmla="*/ 2822169 w 6447632"/>
              <a:gd name="connsiteY75" fmla="*/ 5129396 h 5753325"/>
              <a:gd name="connsiteX76" fmla="*/ 2538773 w 6447632"/>
              <a:gd name="connsiteY76" fmla="*/ 5313397 h 5753325"/>
              <a:gd name="connsiteX77" fmla="*/ 2014500 w 6447632"/>
              <a:gd name="connsiteY77" fmla="*/ 5519744 h 5753325"/>
              <a:gd name="connsiteX78" fmla="*/ 1934391 w 6447632"/>
              <a:gd name="connsiteY78" fmla="*/ 5591335 h 5753325"/>
              <a:gd name="connsiteX79" fmla="*/ 1892550 w 6447632"/>
              <a:gd name="connsiteY79" fmla="*/ 5649708 h 5753325"/>
              <a:gd name="connsiteX80" fmla="*/ 1854769 w 6447632"/>
              <a:gd name="connsiteY80" fmla="*/ 5647691 h 5753325"/>
              <a:gd name="connsiteX81" fmla="*/ 1809461 w 6447632"/>
              <a:gd name="connsiteY81" fmla="*/ 5648628 h 5753325"/>
              <a:gd name="connsiteX82" fmla="*/ 1745150 w 6447632"/>
              <a:gd name="connsiteY82" fmla="*/ 5693879 h 5753325"/>
              <a:gd name="connsiteX83" fmla="*/ 1713375 w 6447632"/>
              <a:gd name="connsiteY83" fmla="*/ 5684672 h 5753325"/>
              <a:gd name="connsiteX84" fmla="*/ 1707808 w 6447632"/>
              <a:gd name="connsiteY84" fmla="*/ 5682611 h 5753325"/>
              <a:gd name="connsiteX85" fmla="*/ 1679313 w 6447632"/>
              <a:gd name="connsiteY85" fmla="*/ 5672360 h 5753325"/>
              <a:gd name="connsiteX86" fmla="*/ 1646933 w 6447632"/>
              <a:gd name="connsiteY86" fmla="*/ 5666227 h 5753325"/>
              <a:gd name="connsiteX87" fmla="*/ 1610055 w 6447632"/>
              <a:gd name="connsiteY87" fmla="*/ 5673643 h 5753325"/>
              <a:gd name="connsiteX88" fmla="*/ 1437641 w 6447632"/>
              <a:gd name="connsiteY88" fmla="*/ 5723266 h 5753325"/>
              <a:gd name="connsiteX89" fmla="*/ 1332869 w 6447632"/>
              <a:gd name="connsiteY89" fmla="*/ 5744752 h 5753325"/>
              <a:gd name="connsiteX90" fmla="*/ 1290525 w 6447632"/>
              <a:gd name="connsiteY90" fmla="*/ 5740036 h 5753325"/>
              <a:gd name="connsiteX91" fmla="*/ 1233107 w 6447632"/>
              <a:gd name="connsiteY91" fmla="*/ 5742106 h 5753325"/>
              <a:gd name="connsiteX92" fmla="*/ 1214532 w 6447632"/>
              <a:gd name="connsiteY92" fmla="*/ 5753325 h 5753325"/>
              <a:gd name="connsiteX93" fmla="*/ 1199955 w 6447632"/>
              <a:gd name="connsiteY93" fmla="*/ 5744831 h 5753325"/>
              <a:gd name="connsiteX94" fmla="*/ 1162337 w 6447632"/>
              <a:gd name="connsiteY94" fmla="*/ 5738048 h 5753325"/>
              <a:gd name="connsiteX95" fmla="*/ 1053457 w 6447632"/>
              <a:gd name="connsiteY95" fmla="*/ 5688676 h 5753325"/>
              <a:gd name="connsiteX96" fmla="*/ 1025798 w 6447632"/>
              <a:gd name="connsiteY96" fmla="*/ 5673166 h 5753325"/>
              <a:gd name="connsiteX97" fmla="*/ 947900 w 6447632"/>
              <a:gd name="connsiteY97" fmla="*/ 5657848 h 5753325"/>
              <a:gd name="connsiteX98" fmla="*/ 815627 w 6447632"/>
              <a:gd name="connsiteY98" fmla="*/ 5642557 h 5753325"/>
              <a:gd name="connsiteX99" fmla="*/ 788251 w 6447632"/>
              <a:gd name="connsiteY99" fmla="*/ 5637065 h 5753325"/>
              <a:gd name="connsiteX100" fmla="*/ 767822 w 6447632"/>
              <a:gd name="connsiteY100" fmla="*/ 5623450 h 5753325"/>
              <a:gd name="connsiteX101" fmla="*/ 765791 w 6447632"/>
              <a:gd name="connsiteY101" fmla="*/ 5612539 h 5753325"/>
              <a:gd name="connsiteX102" fmla="*/ 751230 w 6447632"/>
              <a:gd name="connsiteY102" fmla="*/ 5608092 h 5753325"/>
              <a:gd name="connsiteX103" fmla="*/ 748008 w 6447632"/>
              <a:gd name="connsiteY103" fmla="*/ 5605052 h 5753325"/>
              <a:gd name="connsiteX104" fmla="*/ 728871 w 6447632"/>
              <a:gd name="connsiteY104" fmla="*/ 5589469 h 5753325"/>
              <a:gd name="connsiteX105" fmla="*/ 671898 w 6447632"/>
              <a:gd name="connsiteY105" fmla="*/ 5602363 h 5753325"/>
              <a:gd name="connsiteX106" fmla="*/ 615065 w 6447632"/>
              <a:gd name="connsiteY106" fmla="*/ 5580257 h 5753325"/>
              <a:gd name="connsiteX107" fmla="*/ 355785 w 6447632"/>
              <a:gd name="connsiteY107" fmla="*/ 5514383 h 5753325"/>
              <a:gd name="connsiteX108" fmla="*/ 102269 w 6447632"/>
              <a:gd name="connsiteY108" fmla="*/ 5524347 h 5753325"/>
              <a:gd name="connsiteX109" fmla="*/ 13160 w 6447632"/>
              <a:gd name="connsiteY109" fmla="*/ 5514159 h 5753325"/>
              <a:gd name="connsiteX110" fmla="*/ 0 w 6447632"/>
              <a:gd name="connsiteY110" fmla="*/ 5511735 h 5753325"/>
              <a:gd name="connsiteX111" fmla="*/ 0 w 6447632"/>
              <a:gd name="connsiteY111" fmla="*/ 0 h 5753325"/>
              <a:gd name="connsiteX0" fmla="*/ 0 w 6447632"/>
              <a:gd name="connsiteY0" fmla="*/ 0 h 5753325"/>
              <a:gd name="connsiteX1" fmla="*/ 6438980 w 6447632"/>
              <a:gd name="connsiteY1" fmla="*/ 0 h 5753325"/>
              <a:gd name="connsiteX2" fmla="*/ 6439047 w 6447632"/>
              <a:gd name="connsiteY2" fmla="*/ 147 h 5753325"/>
              <a:gd name="connsiteX3" fmla="*/ 6443456 w 6447632"/>
              <a:gd name="connsiteY3" fmla="*/ 130105 h 5753325"/>
              <a:gd name="connsiteX4" fmla="*/ 6447632 w 6447632"/>
              <a:gd name="connsiteY4" fmla="*/ 170016 h 5753325"/>
              <a:gd name="connsiteX5" fmla="*/ 6396598 w 6447632"/>
              <a:gd name="connsiteY5" fmla="*/ 274847 h 5753325"/>
              <a:gd name="connsiteX6" fmla="*/ 6358350 w 6447632"/>
              <a:gd name="connsiteY6" fmla="*/ 492529 h 5753325"/>
              <a:gd name="connsiteX7" fmla="*/ 6354187 w 6447632"/>
              <a:gd name="connsiteY7" fmla="*/ 615799 h 5753325"/>
              <a:gd name="connsiteX8" fmla="*/ 6303977 w 6447632"/>
              <a:gd name="connsiteY8" fmla="*/ 664291 h 5753325"/>
              <a:gd name="connsiteX9" fmla="*/ 6344988 w 6447632"/>
              <a:gd name="connsiteY9" fmla="*/ 697330 h 5753325"/>
              <a:gd name="connsiteX10" fmla="*/ 6334770 w 6447632"/>
              <a:gd name="connsiteY10" fmla="*/ 754001 h 5753325"/>
              <a:gd name="connsiteX11" fmla="*/ 6339879 w 6447632"/>
              <a:gd name="connsiteY11" fmla="*/ 811136 h 5753325"/>
              <a:gd name="connsiteX12" fmla="*/ 6330065 w 6447632"/>
              <a:gd name="connsiteY12" fmla="*/ 893399 h 5753325"/>
              <a:gd name="connsiteX13" fmla="*/ 6345206 w 6447632"/>
              <a:gd name="connsiteY13" fmla="*/ 1018060 h 5753325"/>
              <a:gd name="connsiteX14" fmla="*/ 6362266 w 6447632"/>
              <a:gd name="connsiteY14" fmla="*/ 1151111 h 5753325"/>
              <a:gd name="connsiteX15" fmla="*/ 6371722 w 6447632"/>
              <a:gd name="connsiteY15" fmla="*/ 1318080 h 5753325"/>
              <a:gd name="connsiteX16" fmla="*/ 6356023 w 6447632"/>
              <a:gd name="connsiteY16" fmla="*/ 1356227 h 5753325"/>
              <a:gd name="connsiteX17" fmla="*/ 6356157 w 6447632"/>
              <a:gd name="connsiteY17" fmla="*/ 1361967 h 5753325"/>
              <a:gd name="connsiteX18" fmla="*/ 6350613 w 6447632"/>
              <a:gd name="connsiteY18" fmla="*/ 1393569 h 5753325"/>
              <a:gd name="connsiteX19" fmla="*/ 6357062 w 6447632"/>
              <a:gd name="connsiteY19" fmla="*/ 1444071 h 5753325"/>
              <a:gd name="connsiteX20" fmla="*/ 6364832 w 6447632"/>
              <a:gd name="connsiteY20" fmla="*/ 1478763 h 5753325"/>
              <a:gd name="connsiteX21" fmla="*/ 6369745 w 6447632"/>
              <a:gd name="connsiteY21" fmla="*/ 1495680 h 5753325"/>
              <a:gd name="connsiteX22" fmla="*/ 6370898 w 6447632"/>
              <a:gd name="connsiteY22" fmla="*/ 1513331 h 5753325"/>
              <a:gd name="connsiteX23" fmla="*/ 6368801 w 6447632"/>
              <a:gd name="connsiteY23" fmla="*/ 1527414 h 5753325"/>
              <a:gd name="connsiteX24" fmla="*/ 6359177 w 6447632"/>
              <a:gd name="connsiteY24" fmla="*/ 1639513 h 5753325"/>
              <a:gd name="connsiteX25" fmla="*/ 6299489 w 6447632"/>
              <a:gd name="connsiteY25" fmla="*/ 1784860 h 5753325"/>
              <a:gd name="connsiteX26" fmla="*/ 6267878 w 6447632"/>
              <a:gd name="connsiteY26" fmla="*/ 1858572 h 5753325"/>
              <a:gd name="connsiteX27" fmla="*/ 6251146 w 6447632"/>
              <a:gd name="connsiteY27" fmla="*/ 1926167 h 5753325"/>
              <a:gd name="connsiteX28" fmla="*/ 6210686 w 6447632"/>
              <a:gd name="connsiteY28" fmla="*/ 2014834 h 5753325"/>
              <a:gd name="connsiteX29" fmla="*/ 6106652 w 6447632"/>
              <a:gd name="connsiteY29" fmla="*/ 2150572 h 5753325"/>
              <a:gd name="connsiteX30" fmla="*/ 6097813 w 6447632"/>
              <a:gd name="connsiteY30" fmla="*/ 2172208 h 5753325"/>
              <a:gd name="connsiteX31" fmla="*/ 6095990 w 6447632"/>
              <a:gd name="connsiteY31" fmla="*/ 2181185 h 5753325"/>
              <a:gd name="connsiteX32" fmla="*/ 6090126 w 6447632"/>
              <a:gd name="connsiteY32" fmla="*/ 2192533 h 5753325"/>
              <a:gd name="connsiteX33" fmla="*/ 6089503 w 6447632"/>
              <a:gd name="connsiteY33" fmla="*/ 2192543 h 5753325"/>
              <a:gd name="connsiteX34" fmla="*/ 6084946 w 6447632"/>
              <a:gd name="connsiteY34" fmla="*/ 2203694 h 5753325"/>
              <a:gd name="connsiteX35" fmla="*/ 5987861 w 6447632"/>
              <a:gd name="connsiteY35" fmla="*/ 2304868 h 5753325"/>
              <a:gd name="connsiteX36" fmla="*/ 5973439 w 6447632"/>
              <a:gd name="connsiteY36" fmla="*/ 2385635 h 5753325"/>
              <a:gd name="connsiteX37" fmla="*/ 5916727 w 6447632"/>
              <a:gd name="connsiteY37" fmla="*/ 2458777 h 5753325"/>
              <a:gd name="connsiteX38" fmla="*/ 5856524 w 6447632"/>
              <a:gd name="connsiteY38" fmla="*/ 2583281 h 5753325"/>
              <a:gd name="connsiteX39" fmla="*/ 5838091 w 6447632"/>
              <a:gd name="connsiteY39" fmla="*/ 2753474 h 5753325"/>
              <a:gd name="connsiteX40" fmla="*/ 5777471 w 6447632"/>
              <a:gd name="connsiteY40" fmla="*/ 2901570 h 5753325"/>
              <a:gd name="connsiteX41" fmla="*/ 5723992 w 6447632"/>
              <a:gd name="connsiteY41" fmla="*/ 2998752 h 5753325"/>
              <a:gd name="connsiteX42" fmla="*/ 5557886 w 6447632"/>
              <a:gd name="connsiteY42" fmla="*/ 3304853 h 5753325"/>
              <a:gd name="connsiteX43" fmla="*/ 5483942 w 6447632"/>
              <a:gd name="connsiteY43" fmla="*/ 3416604 h 5753325"/>
              <a:gd name="connsiteX44" fmla="*/ 5461007 w 6447632"/>
              <a:gd name="connsiteY44" fmla="*/ 3503742 h 5753325"/>
              <a:gd name="connsiteX45" fmla="*/ 5437889 w 6447632"/>
              <a:gd name="connsiteY45" fmla="*/ 3559927 h 5753325"/>
              <a:gd name="connsiteX46" fmla="*/ 5432770 w 6447632"/>
              <a:gd name="connsiteY46" fmla="*/ 3562948 h 5753325"/>
              <a:gd name="connsiteX47" fmla="*/ 5406795 w 6447632"/>
              <a:gd name="connsiteY47" fmla="*/ 3578594 h 5753325"/>
              <a:gd name="connsiteX48" fmla="*/ 5381495 w 6447632"/>
              <a:gd name="connsiteY48" fmla="*/ 3599883 h 5753325"/>
              <a:gd name="connsiteX49" fmla="*/ 5363689 w 6447632"/>
              <a:gd name="connsiteY49" fmla="*/ 3633299 h 5753325"/>
              <a:gd name="connsiteX50" fmla="*/ 5291870 w 6447632"/>
              <a:gd name="connsiteY50" fmla="*/ 3799039 h 5753325"/>
              <a:gd name="connsiteX51" fmla="*/ 5241600 w 6447632"/>
              <a:gd name="connsiteY51" fmla="*/ 3894238 h 5753325"/>
              <a:gd name="connsiteX52" fmla="*/ 5211041 w 6447632"/>
              <a:gd name="connsiteY52" fmla="*/ 3924184 h 5753325"/>
              <a:gd name="connsiteX53" fmla="*/ 5176073 w 6447632"/>
              <a:gd name="connsiteY53" fmla="*/ 3970179 h 5753325"/>
              <a:gd name="connsiteX54" fmla="*/ 5172826 w 6447632"/>
              <a:gd name="connsiteY54" fmla="*/ 3991773 h 5753325"/>
              <a:gd name="connsiteX55" fmla="*/ 5157053 w 6447632"/>
              <a:gd name="connsiteY55" fmla="*/ 3997708 h 5753325"/>
              <a:gd name="connsiteX56" fmla="*/ 5127922 w 6447632"/>
              <a:gd name="connsiteY56" fmla="*/ 4022660 h 5753325"/>
              <a:gd name="connsiteX57" fmla="*/ 5020872 w 6447632"/>
              <a:gd name="connsiteY57" fmla="*/ 4075951 h 5753325"/>
              <a:gd name="connsiteX58" fmla="*/ 4991410 w 6447632"/>
              <a:gd name="connsiteY58" fmla="*/ 4087598 h 5753325"/>
              <a:gd name="connsiteX59" fmla="*/ 4930112 w 6447632"/>
              <a:gd name="connsiteY59" fmla="*/ 4138459 h 5753325"/>
              <a:gd name="connsiteX60" fmla="*/ 4834224 w 6447632"/>
              <a:gd name="connsiteY60" fmla="*/ 4231643 h 5753325"/>
              <a:gd name="connsiteX61" fmla="*/ 4812599 w 6447632"/>
              <a:gd name="connsiteY61" fmla="*/ 4249449 h 5753325"/>
              <a:gd name="connsiteX62" fmla="*/ 4789188 w 6447632"/>
              <a:gd name="connsiteY62" fmla="*/ 4256678 h 5753325"/>
              <a:gd name="connsiteX63" fmla="*/ 4779554 w 6447632"/>
              <a:gd name="connsiteY63" fmla="*/ 4251313 h 5753325"/>
              <a:gd name="connsiteX64" fmla="*/ 4766885 w 6447632"/>
              <a:gd name="connsiteY64" fmla="*/ 4259812 h 5753325"/>
              <a:gd name="connsiteX65" fmla="*/ 4762510 w 6447632"/>
              <a:gd name="connsiteY65" fmla="*/ 4260383 h 5753325"/>
              <a:gd name="connsiteX66" fmla="*/ 4738416 w 6447632"/>
              <a:gd name="connsiteY66" fmla="*/ 4265355 h 5753325"/>
              <a:gd name="connsiteX67" fmla="*/ 4712007 w 6447632"/>
              <a:gd name="connsiteY67" fmla="*/ 4317892 h 5753325"/>
              <a:gd name="connsiteX68" fmla="*/ 4658930 w 6447632"/>
              <a:gd name="connsiteY68" fmla="*/ 4348041 h 5753325"/>
              <a:gd name="connsiteX69" fmla="*/ 4443526 w 6447632"/>
              <a:gd name="connsiteY69" fmla="*/ 4507851 h 5753325"/>
              <a:gd name="connsiteX70" fmla="*/ 4289766 w 6447632"/>
              <a:gd name="connsiteY70" fmla="*/ 4711450 h 5753325"/>
              <a:gd name="connsiteX71" fmla="*/ 4150870 w 6447632"/>
              <a:gd name="connsiteY71" fmla="*/ 4818480 h 5753325"/>
              <a:gd name="connsiteX72" fmla="*/ 4006639 w 6447632"/>
              <a:gd name="connsiteY72" fmla="*/ 4933815 h 5753325"/>
              <a:gd name="connsiteX73" fmla="*/ 3298210 w 6447632"/>
              <a:gd name="connsiteY73" fmla="*/ 5070790 h 5753325"/>
              <a:gd name="connsiteX74" fmla="*/ 2947678 w 6447632"/>
              <a:gd name="connsiteY74" fmla="*/ 5117869 h 5753325"/>
              <a:gd name="connsiteX75" fmla="*/ 2822169 w 6447632"/>
              <a:gd name="connsiteY75" fmla="*/ 5129396 h 5753325"/>
              <a:gd name="connsiteX76" fmla="*/ 2538773 w 6447632"/>
              <a:gd name="connsiteY76" fmla="*/ 5313397 h 5753325"/>
              <a:gd name="connsiteX77" fmla="*/ 2014500 w 6447632"/>
              <a:gd name="connsiteY77" fmla="*/ 5519744 h 5753325"/>
              <a:gd name="connsiteX78" fmla="*/ 1934391 w 6447632"/>
              <a:gd name="connsiteY78" fmla="*/ 5591335 h 5753325"/>
              <a:gd name="connsiteX79" fmla="*/ 1892550 w 6447632"/>
              <a:gd name="connsiteY79" fmla="*/ 5649708 h 5753325"/>
              <a:gd name="connsiteX80" fmla="*/ 1854769 w 6447632"/>
              <a:gd name="connsiteY80" fmla="*/ 5647691 h 5753325"/>
              <a:gd name="connsiteX81" fmla="*/ 1809461 w 6447632"/>
              <a:gd name="connsiteY81" fmla="*/ 5648628 h 5753325"/>
              <a:gd name="connsiteX82" fmla="*/ 1745150 w 6447632"/>
              <a:gd name="connsiteY82" fmla="*/ 5693879 h 5753325"/>
              <a:gd name="connsiteX83" fmla="*/ 1713375 w 6447632"/>
              <a:gd name="connsiteY83" fmla="*/ 5684672 h 5753325"/>
              <a:gd name="connsiteX84" fmla="*/ 1707808 w 6447632"/>
              <a:gd name="connsiteY84" fmla="*/ 5682611 h 5753325"/>
              <a:gd name="connsiteX85" fmla="*/ 1679313 w 6447632"/>
              <a:gd name="connsiteY85" fmla="*/ 5672360 h 5753325"/>
              <a:gd name="connsiteX86" fmla="*/ 1646933 w 6447632"/>
              <a:gd name="connsiteY86" fmla="*/ 5666227 h 5753325"/>
              <a:gd name="connsiteX87" fmla="*/ 1610055 w 6447632"/>
              <a:gd name="connsiteY87" fmla="*/ 5673643 h 5753325"/>
              <a:gd name="connsiteX88" fmla="*/ 1437641 w 6447632"/>
              <a:gd name="connsiteY88" fmla="*/ 5723266 h 5753325"/>
              <a:gd name="connsiteX89" fmla="*/ 1332869 w 6447632"/>
              <a:gd name="connsiteY89" fmla="*/ 5744752 h 5753325"/>
              <a:gd name="connsiteX90" fmla="*/ 1290525 w 6447632"/>
              <a:gd name="connsiteY90" fmla="*/ 5740036 h 5753325"/>
              <a:gd name="connsiteX91" fmla="*/ 1233107 w 6447632"/>
              <a:gd name="connsiteY91" fmla="*/ 5742106 h 5753325"/>
              <a:gd name="connsiteX92" fmla="*/ 1214532 w 6447632"/>
              <a:gd name="connsiteY92" fmla="*/ 5753325 h 5753325"/>
              <a:gd name="connsiteX93" fmla="*/ 1199955 w 6447632"/>
              <a:gd name="connsiteY93" fmla="*/ 5744831 h 5753325"/>
              <a:gd name="connsiteX94" fmla="*/ 1162337 w 6447632"/>
              <a:gd name="connsiteY94" fmla="*/ 5738048 h 5753325"/>
              <a:gd name="connsiteX95" fmla="*/ 1053457 w 6447632"/>
              <a:gd name="connsiteY95" fmla="*/ 5688676 h 5753325"/>
              <a:gd name="connsiteX96" fmla="*/ 1025798 w 6447632"/>
              <a:gd name="connsiteY96" fmla="*/ 5673166 h 5753325"/>
              <a:gd name="connsiteX97" fmla="*/ 947900 w 6447632"/>
              <a:gd name="connsiteY97" fmla="*/ 5657848 h 5753325"/>
              <a:gd name="connsiteX98" fmla="*/ 815627 w 6447632"/>
              <a:gd name="connsiteY98" fmla="*/ 5642557 h 5753325"/>
              <a:gd name="connsiteX99" fmla="*/ 788251 w 6447632"/>
              <a:gd name="connsiteY99" fmla="*/ 5637065 h 5753325"/>
              <a:gd name="connsiteX100" fmla="*/ 767822 w 6447632"/>
              <a:gd name="connsiteY100" fmla="*/ 5623450 h 5753325"/>
              <a:gd name="connsiteX101" fmla="*/ 765791 w 6447632"/>
              <a:gd name="connsiteY101" fmla="*/ 5612539 h 5753325"/>
              <a:gd name="connsiteX102" fmla="*/ 751230 w 6447632"/>
              <a:gd name="connsiteY102" fmla="*/ 5608092 h 5753325"/>
              <a:gd name="connsiteX103" fmla="*/ 748008 w 6447632"/>
              <a:gd name="connsiteY103" fmla="*/ 5605052 h 5753325"/>
              <a:gd name="connsiteX104" fmla="*/ 728871 w 6447632"/>
              <a:gd name="connsiteY104" fmla="*/ 5589469 h 5753325"/>
              <a:gd name="connsiteX105" fmla="*/ 671898 w 6447632"/>
              <a:gd name="connsiteY105" fmla="*/ 5602363 h 5753325"/>
              <a:gd name="connsiteX106" fmla="*/ 615065 w 6447632"/>
              <a:gd name="connsiteY106" fmla="*/ 5580257 h 5753325"/>
              <a:gd name="connsiteX107" fmla="*/ 355785 w 6447632"/>
              <a:gd name="connsiteY107" fmla="*/ 5514383 h 5753325"/>
              <a:gd name="connsiteX108" fmla="*/ 102269 w 6447632"/>
              <a:gd name="connsiteY108" fmla="*/ 5524347 h 5753325"/>
              <a:gd name="connsiteX109" fmla="*/ 13160 w 6447632"/>
              <a:gd name="connsiteY109" fmla="*/ 5514159 h 5753325"/>
              <a:gd name="connsiteX110" fmla="*/ 0 w 6447632"/>
              <a:gd name="connsiteY110" fmla="*/ 5511735 h 5753325"/>
              <a:gd name="connsiteX111" fmla="*/ 0 w 6447632"/>
              <a:gd name="connsiteY111" fmla="*/ 0 h 5753325"/>
              <a:gd name="connsiteX0" fmla="*/ 0 w 6447632"/>
              <a:gd name="connsiteY0" fmla="*/ 0 h 5753325"/>
              <a:gd name="connsiteX1" fmla="*/ 6438980 w 6447632"/>
              <a:gd name="connsiteY1" fmla="*/ 0 h 5753325"/>
              <a:gd name="connsiteX2" fmla="*/ 6439047 w 6447632"/>
              <a:gd name="connsiteY2" fmla="*/ 147 h 5753325"/>
              <a:gd name="connsiteX3" fmla="*/ 6443456 w 6447632"/>
              <a:gd name="connsiteY3" fmla="*/ 130105 h 5753325"/>
              <a:gd name="connsiteX4" fmla="*/ 6447632 w 6447632"/>
              <a:gd name="connsiteY4" fmla="*/ 170016 h 5753325"/>
              <a:gd name="connsiteX5" fmla="*/ 6396598 w 6447632"/>
              <a:gd name="connsiteY5" fmla="*/ 274847 h 5753325"/>
              <a:gd name="connsiteX6" fmla="*/ 6358350 w 6447632"/>
              <a:gd name="connsiteY6" fmla="*/ 492529 h 5753325"/>
              <a:gd name="connsiteX7" fmla="*/ 6354187 w 6447632"/>
              <a:gd name="connsiteY7" fmla="*/ 615799 h 5753325"/>
              <a:gd name="connsiteX8" fmla="*/ 6303977 w 6447632"/>
              <a:gd name="connsiteY8" fmla="*/ 664291 h 5753325"/>
              <a:gd name="connsiteX9" fmla="*/ 6344988 w 6447632"/>
              <a:gd name="connsiteY9" fmla="*/ 697330 h 5753325"/>
              <a:gd name="connsiteX10" fmla="*/ 6334770 w 6447632"/>
              <a:gd name="connsiteY10" fmla="*/ 754001 h 5753325"/>
              <a:gd name="connsiteX11" fmla="*/ 6339879 w 6447632"/>
              <a:gd name="connsiteY11" fmla="*/ 811136 h 5753325"/>
              <a:gd name="connsiteX12" fmla="*/ 6330065 w 6447632"/>
              <a:gd name="connsiteY12" fmla="*/ 893399 h 5753325"/>
              <a:gd name="connsiteX13" fmla="*/ 6345206 w 6447632"/>
              <a:gd name="connsiteY13" fmla="*/ 1018060 h 5753325"/>
              <a:gd name="connsiteX14" fmla="*/ 6362266 w 6447632"/>
              <a:gd name="connsiteY14" fmla="*/ 1151111 h 5753325"/>
              <a:gd name="connsiteX15" fmla="*/ 6371722 w 6447632"/>
              <a:gd name="connsiteY15" fmla="*/ 1318080 h 5753325"/>
              <a:gd name="connsiteX16" fmla="*/ 6356023 w 6447632"/>
              <a:gd name="connsiteY16" fmla="*/ 1356227 h 5753325"/>
              <a:gd name="connsiteX17" fmla="*/ 6356157 w 6447632"/>
              <a:gd name="connsiteY17" fmla="*/ 1361967 h 5753325"/>
              <a:gd name="connsiteX18" fmla="*/ 6350613 w 6447632"/>
              <a:gd name="connsiteY18" fmla="*/ 1393569 h 5753325"/>
              <a:gd name="connsiteX19" fmla="*/ 6357062 w 6447632"/>
              <a:gd name="connsiteY19" fmla="*/ 1444071 h 5753325"/>
              <a:gd name="connsiteX20" fmla="*/ 6364832 w 6447632"/>
              <a:gd name="connsiteY20" fmla="*/ 1478763 h 5753325"/>
              <a:gd name="connsiteX21" fmla="*/ 6369745 w 6447632"/>
              <a:gd name="connsiteY21" fmla="*/ 1495680 h 5753325"/>
              <a:gd name="connsiteX22" fmla="*/ 6370898 w 6447632"/>
              <a:gd name="connsiteY22" fmla="*/ 1513331 h 5753325"/>
              <a:gd name="connsiteX23" fmla="*/ 6368801 w 6447632"/>
              <a:gd name="connsiteY23" fmla="*/ 1527414 h 5753325"/>
              <a:gd name="connsiteX24" fmla="*/ 6359177 w 6447632"/>
              <a:gd name="connsiteY24" fmla="*/ 1639513 h 5753325"/>
              <a:gd name="connsiteX25" fmla="*/ 6299489 w 6447632"/>
              <a:gd name="connsiteY25" fmla="*/ 1784860 h 5753325"/>
              <a:gd name="connsiteX26" fmla="*/ 6267878 w 6447632"/>
              <a:gd name="connsiteY26" fmla="*/ 1858572 h 5753325"/>
              <a:gd name="connsiteX27" fmla="*/ 6251146 w 6447632"/>
              <a:gd name="connsiteY27" fmla="*/ 1926167 h 5753325"/>
              <a:gd name="connsiteX28" fmla="*/ 6210686 w 6447632"/>
              <a:gd name="connsiteY28" fmla="*/ 2014834 h 5753325"/>
              <a:gd name="connsiteX29" fmla="*/ 6106652 w 6447632"/>
              <a:gd name="connsiteY29" fmla="*/ 2150572 h 5753325"/>
              <a:gd name="connsiteX30" fmla="*/ 6097813 w 6447632"/>
              <a:gd name="connsiteY30" fmla="*/ 2172208 h 5753325"/>
              <a:gd name="connsiteX31" fmla="*/ 6095990 w 6447632"/>
              <a:gd name="connsiteY31" fmla="*/ 2181185 h 5753325"/>
              <a:gd name="connsiteX32" fmla="*/ 6090126 w 6447632"/>
              <a:gd name="connsiteY32" fmla="*/ 2192533 h 5753325"/>
              <a:gd name="connsiteX33" fmla="*/ 6089503 w 6447632"/>
              <a:gd name="connsiteY33" fmla="*/ 2192543 h 5753325"/>
              <a:gd name="connsiteX34" fmla="*/ 6084946 w 6447632"/>
              <a:gd name="connsiteY34" fmla="*/ 2203694 h 5753325"/>
              <a:gd name="connsiteX35" fmla="*/ 5987861 w 6447632"/>
              <a:gd name="connsiteY35" fmla="*/ 2304868 h 5753325"/>
              <a:gd name="connsiteX36" fmla="*/ 5973439 w 6447632"/>
              <a:gd name="connsiteY36" fmla="*/ 2385635 h 5753325"/>
              <a:gd name="connsiteX37" fmla="*/ 5916727 w 6447632"/>
              <a:gd name="connsiteY37" fmla="*/ 2458777 h 5753325"/>
              <a:gd name="connsiteX38" fmla="*/ 5856524 w 6447632"/>
              <a:gd name="connsiteY38" fmla="*/ 2583281 h 5753325"/>
              <a:gd name="connsiteX39" fmla="*/ 5838091 w 6447632"/>
              <a:gd name="connsiteY39" fmla="*/ 2753474 h 5753325"/>
              <a:gd name="connsiteX40" fmla="*/ 5777471 w 6447632"/>
              <a:gd name="connsiteY40" fmla="*/ 2901570 h 5753325"/>
              <a:gd name="connsiteX41" fmla="*/ 5682522 w 6447632"/>
              <a:gd name="connsiteY41" fmla="*/ 3044368 h 5753325"/>
              <a:gd name="connsiteX42" fmla="*/ 5557886 w 6447632"/>
              <a:gd name="connsiteY42" fmla="*/ 3304853 h 5753325"/>
              <a:gd name="connsiteX43" fmla="*/ 5483942 w 6447632"/>
              <a:gd name="connsiteY43" fmla="*/ 3416604 h 5753325"/>
              <a:gd name="connsiteX44" fmla="*/ 5461007 w 6447632"/>
              <a:gd name="connsiteY44" fmla="*/ 3503742 h 5753325"/>
              <a:gd name="connsiteX45" fmla="*/ 5437889 w 6447632"/>
              <a:gd name="connsiteY45" fmla="*/ 3559927 h 5753325"/>
              <a:gd name="connsiteX46" fmla="*/ 5432770 w 6447632"/>
              <a:gd name="connsiteY46" fmla="*/ 3562948 h 5753325"/>
              <a:gd name="connsiteX47" fmla="*/ 5406795 w 6447632"/>
              <a:gd name="connsiteY47" fmla="*/ 3578594 h 5753325"/>
              <a:gd name="connsiteX48" fmla="*/ 5381495 w 6447632"/>
              <a:gd name="connsiteY48" fmla="*/ 3599883 h 5753325"/>
              <a:gd name="connsiteX49" fmla="*/ 5363689 w 6447632"/>
              <a:gd name="connsiteY49" fmla="*/ 3633299 h 5753325"/>
              <a:gd name="connsiteX50" fmla="*/ 5291870 w 6447632"/>
              <a:gd name="connsiteY50" fmla="*/ 3799039 h 5753325"/>
              <a:gd name="connsiteX51" fmla="*/ 5241600 w 6447632"/>
              <a:gd name="connsiteY51" fmla="*/ 3894238 h 5753325"/>
              <a:gd name="connsiteX52" fmla="*/ 5211041 w 6447632"/>
              <a:gd name="connsiteY52" fmla="*/ 3924184 h 5753325"/>
              <a:gd name="connsiteX53" fmla="*/ 5176073 w 6447632"/>
              <a:gd name="connsiteY53" fmla="*/ 3970179 h 5753325"/>
              <a:gd name="connsiteX54" fmla="*/ 5172826 w 6447632"/>
              <a:gd name="connsiteY54" fmla="*/ 3991773 h 5753325"/>
              <a:gd name="connsiteX55" fmla="*/ 5157053 w 6447632"/>
              <a:gd name="connsiteY55" fmla="*/ 3997708 h 5753325"/>
              <a:gd name="connsiteX56" fmla="*/ 5127922 w 6447632"/>
              <a:gd name="connsiteY56" fmla="*/ 4022660 h 5753325"/>
              <a:gd name="connsiteX57" fmla="*/ 5020872 w 6447632"/>
              <a:gd name="connsiteY57" fmla="*/ 4075951 h 5753325"/>
              <a:gd name="connsiteX58" fmla="*/ 4991410 w 6447632"/>
              <a:gd name="connsiteY58" fmla="*/ 4087598 h 5753325"/>
              <a:gd name="connsiteX59" fmla="*/ 4930112 w 6447632"/>
              <a:gd name="connsiteY59" fmla="*/ 4138459 h 5753325"/>
              <a:gd name="connsiteX60" fmla="*/ 4834224 w 6447632"/>
              <a:gd name="connsiteY60" fmla="*/ 4231643 h 5753325"/>
              <a:gd name="connsiteX61" fmla="*/ 4812599 w 6447632"/>
              <a:gd name="connsiteY61" fmla="*/ 4249449 h 5753325"/>
              <a:gd name="connsiteX62" fmla="*/ 4789188 w 6447632"/>
              <a:gd name="connsiteY62" fmla="*/ 4256678 h 5753325"/>
              <a:gd name="connsiteX63" fmla="*/ 4779554 w 6447632"/>
              <a:gd name="connsiteY63" fmla="*/ 4251313 h 5753325"/>
              <a:gd name="connsiteX64" fmla="*/ 4766885 w 6447632"/>
              <a:gd name="connsiteY64" fmla="*/ 4259812 h 5753325"/>
              <a:gd name="connsiteX65" fmla="*/ 4762510 w 6447632"/>
              <a:gd name="connsiteY65" fmla="*/ 4260383 h 5753325"/>
              <a:gd name="connsiteX66" fmla="*/ 4738416 w 6447632"/>
              <a:gd name="connsiteY66" fmla="*/ 4265355 h 5753325"/>
              <a:gd name="connsiteX67" fmla="*/ 4712007 w 6447632"/>
              <a:gd name="connsiteY67" fmla="*/ 4317892 h 5753325"/>
              <a:gd name="connsiteX68" fmla="*/ 4658930 w 6447632"/>
              <a:gd name="connsiteY68" fmla="*/ 4348041 h 5753325"/>
              <a:gd name="connsiteX69" fmla="*/ 4443526 w 6447632"/>
              <a:gd name="connsiteY69" fmla="*/ 4507851 h 5753325"/>
              <a:gd name="connsiteX70" fmla="*/ 4289766 w 6447632"/>
              <a:gd name="connsiteY70" fmla="*/ 4711450 h 5753325"/>
              <a:gd name="connsiteX71" fmla="*/ 4150870 w 6447632"/>
              <a:gd name="connsiteY71" fmla="*/ 4818480 h 5753325"/>
              <a:gd name="connsiteX72" fmla="*/ 4006639 w 6447632"/>
              <a:gd name="connsiteY72" fmla="*/ 4933815 h 5753325"/>
              <a:gd name="connsiteX73" fmla="*/ 3298210 w 6447632"/>
              <a:gd name="connsiteY73" fmla="*/ 5070790 h 5753325"/>
              <a:gd name="connsiteX74" fmla="*/ 2947678 w 6447632"/>
              <a:gd name="connsiteY74" fmla="*/ 5117869 h 5753325"/>
              <a:gd name="connsiteX75" fmla="*/ 2822169 w 6447632"/>
              <a:gd name="connsiteY75" fmla="*/ 5129396 h 5753325"/>
              <a:gd name="connsiteX76" fmla="*/ 2538773 w 6447632"/>
              <a:gd name="connsiteY76" fmla="*/ 5313397 h 5753325"/>
              <a:gd name="connsiteX77" fmla="*/ 2014500 w 6447632"/>
              <a:gd name="connsiteY77" fmla="*/ 5519744 h 5753325"/>
              <a:gd name="connsiteX78" fmla="*/ 1934391 w 6447632"/>
              <a:gd name="connsiteY78" fmla="*/ 5591335 h 5753325"/>
              <a:gd name="connsiteX79" fmla="*/ 1892550 w 6447632"/>
              <a:gd name="connsiteY79" fmla="*/ 5649708 h 5753325"/>
              <a:gd name="connsiteX80" fmla="*/ 1854769 w 6447632"/>
              <a:gd name="connsiteY80" fmla="*/ 5647691 h 5753325"/>
              <a:gd name="connsiteX81" fmla="*/ 1809461 w 6447632"/>
              <a:gd name="connsiteY81" fmla="*/ 5648628 h 5753325"/>
              <a:gd name="connsiteX82" fmla="*/ 1745150 w 6447632"/>
              <a:gd name="connsiteY82" fmla="*/ 5693879 h 5753325"/>
              <a:gd name="connsiteX83" fmla="*/ 1713375 w 6447632"/>
              <a:gd name="connsiteY83" fmla="*/ 5684672 h 5753325"/>
              <a:gd name="connsiteX84" fmla="*/ 1707808 w 6447632"/>
              <a:gd name="connsiteY84" fmla="*/ 5682611 h 5753325"/>
              <a:gd name="connsiteX85" fmla="*/ 1679313 w 6447632"/>
              <a:gd name="connsiteY85" fmla="*/ 5672360 h 5753325"/>
              <a:gd name="connsiteX86" fmla="*/ 1646933 w 6447632"/>
              <a:gd name="connsiteY86" fmla="*/ 5666227 h 5753325"/>
              <a:gd name="connsiteX87" fmla="*/ 1610055 w 6447632"/>
              <a:gd name="connsiteY87" fmla="*/ 5673643 h 5753325"/>
              <a:gd name="connsiteX88" fmla="*/ 1437641 w 6447632"/>
              <a:gd name="connsiteY88" fmla="*/ 5723266 h 5753325"/>
              <a:gd name="connsiteX89" fmla="*/ 1332869 w 6447632"/>
              <a:gd name="connsiteY89" fmla="*/ 5744752 h 5753325"/>
              <a:gd name="connsiteX90" fmla="*/ 1290525 w 6447632"/>
              <a:gd name="connsiteY90" fmla="*/ 5740036 h 5753325"/>
              <a:gd name="connsiteX91" fmla="*/ 1233107 w 6447632"/>
              <a:gd name="connsiteY91" fmla="*/ 5742106 h 5753325"/>
              <a:gd name="connsiteX92" fmla="*/ 1214532 w 6447632"/>
              <a:gd name="connsiteY92" fmla="*/ 5753325 h 5753325"/>
              <a:gd name="connsiteX93" fmla="*/ 1199955 w 6447632"/>
              <a:gd name="connsiteY93" fmla="*/ 5744831 h 5753325"/>
              <a:gd name="connsiteX94" fmla="*/ 1162337 w 6447632"/>
              <a:gd name="connsiteY94" fmla="*/ 5738048 h 5753325"/>
              <a:gd name="connsiteX95" fmla="*/ 1053457 w 6447632"/>
              <a:gd name="connsiteY95" fmla="*/ 5688676 h 5753325"/>
              <a:gd name="connsiteX96" fmla="*/ 1025798 w 6447632"/>
              <a:gd name="connsiteY96" fmla="*/ 5673166 h 5753325"/>
              <a:gd name="connsiteX97" fmla="*/ 947900 w 6447632"/>
              <a:gd name="connsiteY97" fmla="*/ 5657848 h 5753325"/>
              <a:gd name="connsiteX98" fmla="*/ 815627 w 6447632"/>
              <a:gd name="connsiteY98" fmla="*/ 5642557 h 5753325"/>
              <a:gd name="connsiteX99" fmla="*/ 788251 w 6447632"/>
              <a:gd name="connsiteY99" fmla="*/ 5637065 h 5753325"/>
              <a:gd name="connsiteX100" fmla="*/ 767822 w 6447632"/>
              <a:gd name="connsiteY100" fmla="*/ 5623450 h 5753325"/>
              <a:gd name="connsiteX101" fmla="*/ 765791 w 6447632"/>
              <a:gd name="connsiteY101" fmla="*/ 5612539 h 5753325"/>
              <a:gd name="connsiteX102" fmla="*/ 751230 w 6447632"/>
              <a:gd name="connsiteY102" fmla="*/ 5608092 h 5753325"/>
              <a:gd name="connsiteX103" fmla="*/ 748008 w 6447632"/>
              <a:gd name="connsiteY103" fmla="*/ 5605052 h 5753325"/>
              <a:gd name="connsiteX104" fmla="*/ 728871 w 6447632"/>
              <a:gd name="connsiteY104" fmla="*/ 5589469 h 5753325"/>
              <a:gd name="connsiteX105" fmla="*/ 671898 w 6447632"/>
              <a:gd name="connsiteY105" fmla="*/ 5602363 h 5753325"/>
              <a:gd name="connsiteX106" fmla="*/ 615065 w 6447632"/>
              <a:gd name="connsiteY106" fmla="*/ 5580257 h 5753325"/>
              <a:gd name="connsiteX107" fmla="*/ 355785 w 6447632"/>
              <a:gd name="connsiteY107" fmla="*/ 5514383 h 5753325"/>
              <a:gd name="connsiteX108" fmla="*/ 102269 w 6447632"/>
              <a:gd name="connsiteY108" fmla="*/ 5524347 h 5753325"/>
              <a:gd name="connsiteX109" fmla="*/ 13160 w 6447632"/>
              <a:gd name="connsiteY109" fmla="*/ 5514159 h 5753325"/>
              <a:gd name="connsiteX110" fmla="*/ 0 w 6447632"/>
              <a:gd name="connsiteY110" fmla="*/ 5511735 h 5753325"/>
              <a:gd name="connsiteX111" fmla="*/ 0 w 6447632"/>
              <a:gd name="connsiteY111" fmla="*/ 0 h 5753325"/>
              <a:gd name="connsiteX0" fmla="*/ 0 w 6447632"/>
              <a:gd name="connsiteY0" fmla="*/ 0 h 5753325"/>
              <a:gd name="connsiteX1" fmla="*/ 6438980 w 6447632"/>
              <a:gd name="connsiteY1" fmla="*/ 0 h 5753325"/>
              <a:gd name="connsiteX2" fmla="*/ 6439047 w 6447632"/>
              <a:gd name="connsiteY2" fmla="*/ 147 h 5753325"/>
              <a:gd name="connsiteX3" fmla="*/ 6443456 w 6447632"/>
              <a:gd name="connsiteY3" fmla="*/ 130105 h 5753325"/>
              <a:gd name="connsiteX4" fmla="*/ 6447632 w 6447632"/>
              <a:gd name="connsiteY4" fmla="*/ 170016 h 5753325"/>
              <a:gd name="connsiteX5" fmla="*/ 6396598 w 6447632"/>
              <a:gd name="connsiteY5" fmla="*/ 274847 h 5753325"/>
              <a:gd name="connsiteX6" fmla="*/ 6358350 w 6447632"/>
              <a:gd name="connsiteY6" fmla="*/ 492529 h 5753325"/>
              <a:gd name="connsiteX7" fmla="*/ 6354187 w 6447632"/>
              <a:gd name="connsiteY7" fmla="*/ 615799 h 5753325"/>
              <a:gd name="connsiteX8" fmla="*/ 6303977 w 6447632"/>
              <a:gd name="connsiteY8" fmla="*/ 664291 h 5753325"/>
              <a:gd name="connsiteX9" fmla="*/ 6344988 w 6447632"/>
              <a:gd name="connsiteY9" fmla="*/ 697330 h 5753325"/>
              <a:gd name="connsiteX10" fmla="*/ 6334770 w 6447632"/>
              <a:gd name="connsiteY10" fmla="*/ 754001 h 5753325"/>
              <a:gd name="connsiteX11" fmla="*/ 6339879 w 6447632"/>
              <a:gd name="connsiteY11" fmla="*/ 811136 h 5753325"/>
              <a:gd name="connsiteX12" fmla="*/ 6330065 w 6447632"/>
              <a:gd name="connsiteY12" fmla="*/ 893399 h 5753325"/>
              <a:gd name="connsiteX13" fmla="*/ 6345206 w 6447632"/>
              <a:gd name="connsiteY13" fmla="*/ 1018060 h 5753325"/>
              <a:gd name="connsiteX14" fmla="*/ 6362266 w 6447632"/>
              <a:gd name="connsiteY14" fmla="*/ 1151111 h 5753325"/>
              <a:gd name="connsiteX15" fmla="*/ 6371722 w 6447632"/>
              <a:gd name="connsiteY15" fmla="*/ 1318080 h 5753325"/>
              <a:gd name="connsiteX16" fmla="*/ 6356023 w 6447632"/>
              <a:gd name="connsiteY16" fmla="*/ 1356227 h 5753325"/>
              <a:gd name="connsiteX17" fmla="*/ 6356157 w 6447632"/>
              <a:gd name="connsiteY17" fmla="*/ 1361967 h 5753325"/>
              <a:gd name="connsiteX18" fmla="*/ 6350613 w 6447632"/>
              <a:gd name="connsiteY18" fmla="*/ 1393569 h 5753325"/>
              <a:gd name="connsiteX19" fmla="*/ 6357062 w 6447632"/>
              <a:gd name="connsiteY19" fmla="*/ 1444071 h 5753325"/>
              <a:gd name="connsiteX20" fmla="*/ 6364832 w 6447632"/>
              <a:gd name="connsiteY20" fmla="*/ 1478763 h 5753325"/>
              <a:gd name="connsiteX21" fmla="*/ 6369745 w 6447632"/>
              <a:gd name="connsiteY21" fmla="*/ 1495680 h 5753325"/>
              <a:gd name="connsiteX22" fmla="*/ 6370898 w 6447632"/>
              <a:gd name="connsiteY22" fmla="*/ 1513331 h 5753325"/>
              <a:gd name="connsiteX23" fmla="*/ 6368801 w 6447632"/>
              <a:gd name="connsiteY23" fmla="*/ 1527414 h 5753325"/>
              <a:gd name="connsiteX24" fmla="*/ 6359177 w 6447632"/>
              <a:gd name="connsiteY24" fmla="*/ 1639513 h 5753325"/>
              <a:gd name="connsiteX25" fmla="*/ 6299489 w 6447632"/>
              <a:gd name="connsiteY25" fmla="*/ 1784860 h 5753325"/>
              <a:gd name="connsiteX26" fmla="*/ 6267878 w 6447632"/>
              <a:gd name="connsiteY26" fmla="*/ 1858572 h 5753325"/>
              <a:gd name="connsiteX27" fmla="*/ 6251146 w 6447632"/>
              <a:gd name="connsiteY27" fmla="*/ 1926167 h 5753325"/>
              <a:gd name="connsiteX28" fmla="*/ 6210686 w 6447632"/>
              <a:gd name="connsiteY28" fmla="*/ 2014834 h 5753325"/>
              <a:gd name="connsiteX29" fmla="*/ 6106652 w 6447632"/>
              <a:gd name="connsiteY29" fmla="*/ 2150572 h 5753325"/>
              <a:gd name="connsiteX30" fmla="*/ 6097813 w 6447632"/>
              <a:gd name="connsiteY30" fmla="*/ 2172208 h 5753325"/>
              <a:gd name="connsiteX31" fmla="*/ 6095990 w 6447632"/>
              <a:gd name="connsiteY31" fmla="*/ 2181185 h 5753325"/>
              <a:gd name="connsiteX32" fmla="*/ 6090126 w 6447632"/>
              <a:gd name="connsiteY32" fmla="*/ 2192533 h 5753325"/>
              <a:gd name="connsiteX33" fmla="*/ 6089503 w 6447632"/>
              <a:gd name="connsiteY33" fmla="*/ 2192543 h 5753325"/>
              <a:gd name="connsiteX34" fmla="*/ 6084946 w 6447632"/>
              <a:gd name="connsiteY34" fmla="*/ 2203694 h 5753325"/>
              <a:gd name="connsiteX35" fmla="*/ 5987861 w 6447632"/>
              <a:gd name="connsiteY35" fmla="*/ 2304868 h 5753325"/>
              <a:gd name="connsiteX36" fmla="*/ 5973439 w 6447632"/>
              <a:gd name="connsiteY36" fmla="*/ 2385635 h 5753325"/>
              <a:gd name="connsiteX37" fmla="*/ 5916727 w 6447632"/>
              <a:gd name="connsiteY37" fmla="*/ 2458777 h 5753325"/>
              <a:gd name="connsiteX38" fmla="*/ 5856524 w 6447632"/>
              <a:gd name="connsiteY38" fmla="*/ 2583281 h 5753325"/>
              <a:gd name="connsiteX39" fmla="*/ 5838091 w 6447632"/>
              <a:gd name="connsiteY39" fmla="*/ 2753474 h 5753325"/>
              <a:gd name="connsiteX40" fmla="*/ 5744296 w 6447632"/>
              <a:gd name="connsiteY40" fmla="*/ 2893276 h 5753325"/>
              <a:gd name="connsiteX41" fmla="*/ 5682522 w 6447632"/>
              <a:gd name="connsiteY41" fmla="*/ 3044368 h 5753325"/>
              <a:gd name="connsiteX42" fmla="*/ 5557886 w 6447632"/>
              <a:gd name="connsiteY42" fmla="*/ 3304853 h 5753325"/>
              <a:gd name="connsiteX43" fmla="*/ 5483942 w 6447632"/>
              <a:gd name="connsiteY43" fmla="*/ 3416604 h 5753325"/>
              <a:gd name="connsiteX44" fmla="*/ 5461007 w 6447632"/>
              <a:gd name="connsiteY44" fmla="*/ 3503742 h 5753325"/>
              <a:gd name="connsiteX45" fmla="*/ 5437889 w 6447632"/>
              <a:gd name="connsiteY45" fmla="*/ 3559927 h 5753325"/>
              <a:gd name="connsiteX46" fmla="*/ 5432770 w 6447632"/>
              <a:gd name="connsiteY46" fmla="*/ 3562948 h 5753325"/>
              <a:gd name="connsiteX47" fmla="*/ 5406795 w 6447632"/>
              <a:gd name="connsiteY47" fmla="*/ 3578594 h 5753325"/>
              <a:gd name="connsiteX48" fmla="*/ 5381495 w 6447632"/>
              <a:gd name="connsiteY48" fmla="*/ 3599883 h 5753325"/>
              <a:gd name="connsiteX49" fmla="*/ 5363689 w 6447632"/>
              <a:gd name="connsiteY49" fmla="*/ 3633299 h 5753325"/>
              <a:gd name="connsiteX50" fmla="*/ 5291870 w 6447632"/>
              <a:gd name="connsiteY50" fmla="*/ 3799039 h 5753325"/>
              <a:gd name="connsiteX51" fmla="*/ 5241600 w 6447632"/>
              <a:gd name="connsiteY51" fmla="*/ 3894238 h 5753325"/>
              <a:gd name="connsiteX52" fmla="*/ 5211041 w 6447632"/>
              <a:gd name="connsiteY52" fmla="*/ 3924184 h 5753325"/>
              <a:gd name="connsiteX53" fmla="*/ 5176073 w 6447632"/>
              <a:gd name="connsiteY53" fmla="*/ 3970179 h 5753325"/>
              <a:gd name="connsiteX54" fmla="*/ 5172826 w 6447632"/>
              <a:gd name="connsiteY54" fmla="*/ 3991773 h 5753325"/>
              <a:gd name="connsiteX55" fmla="*/ 5157053 w 6447632"/>
              <a:gd name="connsiteY55" fmla="*/ 3997708 h 5753325"/>
              <a:gd name="connsiteX56" fmla="*/ 5127922 w 6447632"/>
              <a:gd name="connsiteY56" fmla="*/ 4022660 h 5753325"/>
              <a:gd name="connsiteX57" fmla="*/ 5020872 w 6447632"/>
              <a:gd name="connsiteY57" fmla="*/ 4075951 h 5753325"/>
              <a:gd name="connsiteX58" fmla="*/ 4991410 w 6447632"/>
              <a:gd name="connsiteY58" fmla="*/ 4087598 h 5753325"/>
              <a:gd name="connsiteX59" fmla="*/ 4930112 w 6447632"/>
              <a:gd name="connsiteY59" fmla="*/ 4138459 h 5753325"/>
              <a:gd name="connsiteX60" fmla="*/ 4834224 w 6447632"/>
              <a:gd name="connsiteY60" fmla="*/ 4231643 h 5753325"/>
              <a:gd name="connsiteX61" fmla="*/ 4812599 w 6447632"/>
              <a:gd name="connsiteY61" fmla="*/ 4249449 h 5753325"/>
              <a:gd name="connsiteX62" fmla="*/ 4789188 w 6447632"/>
              <a:gd name="connsiteY62" fmla="*/ 4256678 h 5753325"/>
              <a:gd name="connsiteX63" fmla="*/ 4779554 w 6447632"/>
              <a:gd name="connsiteY63" fmla="*/ 4251313 h 5753325"/>
              <a:gd name="connsiteX64" fmla="*/ 4766885 w 6447632"/>
              <a:gd name="connsiteY64" fmla="*/ 4259812 h 5753325"/>
              <a:gd name="connsiteX65" fmla="*/ 4762510 w 6447632"/>
              <a:gd name="connsiteY65" fmla="*/ 4260383 h 5753325"/>
              <a:gd name="connsiteX66" fmla="*/ 4738416 w 6447632"/>
              <a:gd name="connsiteY66" fmla="*/ 4265355 h 5753325"/>
              <a:gd name="connsiteX67" fmla="*/ 4712007 w 6447632"/>
              <a:gd name="connsiteY67" fmla="*/ 4317892 h 5753325"/>
              <a:gd name="connsiteX68" fmla="*/ 4658930 w 6447632"/>
              <a:gd name="connsiteY68" fmla="*/ 4348041 h 5753325"/>
              <a:gd name="connsiteX69" fmla="*/ 4443526 w 6447632"/>
              <a:gd name="connsiteY69" fmla="*/ 4507851 h 5753325"/>
              <a:gd name="connsiteX70" fmla="*/ 4289766 w 6447632"/>
              <a:gd name="connsiteY70" fmla="*/ 4711450 h 5753325"/>
              <a:gd name="connsiteX71" fmla="*/ 4150870 w 6447632"/>
              <a:gd name="connsiteY71" fmla="*/ 4818480 h 5753325"/>
              <a:gd name="connsiteX72" fmla="*/ 4006639 w 6447632"/>
              <a:gd name="connsiteY72" fmla="*/ 4933815 h 5753325"/>
              <a:gd name="connsiteX73" fmla="*/ 3298210 w 6447632"/>
              <a:gd name="connsiteY73" fmla="*/ 5070790 h 5753325"/>
              <a:gd name="connsiteX74" fmla="*/ 2947678 w 6447632"/>
              <a:gd name="connsiteY74" fmla="*/ 5117869 h 5753325"/>
              <a:gd name="connsiteX75" fmla="*/ 2822169 w 6447632"/>
              <a:gd name="connsiteY75" fmla="*/ 5129396 h 5753325"/>
              <a:gd name="connsiteX76" fmla="*/ 2538773 w 6447632"/>
              <a:gd name="connsiteY76" fmla="*/ 5313397 h 5753325"/>
              <a:gd name="connsiteX77" fmla="*/ 2014500 w 6447632"/>
              <a:gd name="connsiteY77" fmla="*/ 5519744 h 5753325"/>
              <a:gd name="connsiteX78" fmla="*/ 1934391 w 6447632"/>
              <a:gd name="connsiteY78" fmla="*/ 5591335 h 5753325"/>
              <a:gd name="connsiteX79" fmla="*/ 1892550 w 6447632"/>
              <a:gd name="connsiteY79" fmla="*/ 5649708 h 5753325"/>
              <a:gd name="connsiteX80" fmla="*/ 1854769 w 6447632"/>
              <a:gd name="connsiteY80" fmla="*/ 5647691 h 5753325"/>
              <a:gd name="connsiteX81" fmla="*/ 1809461 w 6447632"/>
              <a:gd name="connsiteY81" fmla="*/ 5648628 h 5753325"/>
              <a:gd name="connsiteX82" fmla="*/ 1745150 w 6447632"/>
              <a:gd name="connsiteY82" fmla="*/ 5693879 h 5753325"/>
              <a:gd name="connsiteX83" fmla="*/ 1713375 w 6447632"/>
              <a:gd name="connsiteY83" fmla="*/ 5684672 h 5753325"/>
              <a:gd name="connsiteX84" fmla="*/ 1707808 w 6447632"/>
              <a:gd name="connsiteY84" fmla="*/ 5682611 h 5753325"/>
              <a:gd name="connsiteX85" fmla="*/ 1679313 w 6447632"/>
              <a:gd name="connsiteY85" fmla="*/ 5672360 h 5753325"/>
              <a:gd name="connsiteX86" fmla="*/ 1646933 w 6447632"/>
              <a:gd name="connsiteY86" fmla="*/ 5666227 h 5753325"/>
              <a:gd name="connsiteX87" fmla="*/ 1610055 w 6447632"/>
              <a:gd name="connsiteY87" fmla="*/ 5673643 h 5753325"/>
              <a:gd name="connsiteX88" fmla="*/ 1437641 w 6447632"/>
              <a:gd name="connsiteY88" fmla="*/ 5723266 h 5753325"/>
              <a:gd name="connsiteX89" fmla="*/ 1332869 w 6447632"/>
              <a:gd name="connsiteY89" fmla="*/ 5744752 h 5753325"/>
              <a:gd name="connsiteX90" fmla="*/ 1290525 w 6447632"/>
              <a:gd name="connsiteY90" fmla="*/ 5740036 h 5753325"/>
              <a:gd name="connsiteX91" fmla="*/ 1233107 w 6447632"/>
              <a:gd name="connsiteY91" fmla="*/ 5742106 h 5753325"/>
              <a:gd name="connsiteX92" fmla="*/ 1214532 w 6447632"/>
              <a:gd name="connsiteY92" fmla="*/ 5753325 h 5753325"/>
              <a:gd name="connsiteX93" fmla="*/ 1199955 w 6447632"/>
              <a:gd name="connsiteY93" fmla="*/ 5744831 h 5753325"/>
              <a:gd name="connsiteX94" fmla="*/ 1162337 w 6447632"/>
              <a:gd name="connsiteY94" fmla="*/ 5738048 h 5753325"/>
              <a:gd name="connsiteX95" fmla="*/ 1053457 w 6447632"/>
              <a:gd name="connsiteY95" fmla="*/ 5688676 h 5753325"/>
              <a:gd name="connsiteX96" fmla="*/ 1025798 w 6447632"/>
              <a:gd name="connsiteY96" fmla="*/ 5673166 h 5753325"/>
              <a:gd name="connsiteX97" fmla="*/ 947900 w 6447632"/>
              <a:gd name="connsiteY97" fmla="*/ 5657848 h 5753325"/>
              <a:gd name="connsiteX98" fmla="*/ 815627 w 6447632"/>
              <a:gd name="connsiteY98" fmla="*/ 5642557 h 5753325"/>
              <a:gd name="connsiteX99" fmla="*/ 788251 w 6447632"/>
              <a:gd name="connsiteY99" fmla="*/ 5637065 h 5753325"/>
              <a:gd name="connsiteX100" fmla="*/ 767822 w 6447632"/>
              <a:gd name="connsiteY100" fmla="*/ 5623450 h 5753325"/>
              <a:gd name="connsiteX101" fmla="*/ 765791 w 6447632"/>
              <a:gd name="connsiteY101" fmla="*/ 5612539 h 5753325"/>
              <a:gd name="connsiteX102" fmla="*/ 751230 w 6447632"/>
              <a:gd name="connsiteY102" fmla="*/ 5608092 h 5753325"/>
              <a:gd name="connsiteX103" fmla="*/ 748008 w 6447632"/>
              <a:gd name="connsiteY103" fmla="*/ 5605052 h 5753325"/>
              <a:gd name="connsiteX104" fmla="*/ 728871 w 6447632"/>
              <a:gd name="connsiteY104" fmla="*/ 5589469 h 5753325"/>
              <a:gd name="connsiteX105" fmla="*/ 671898 w 6447632"/>
              <a:gd name="connsiteY105" fmla="*/ 5602363 h 5753325"/>
              <a:gd name="connsiteX106" fmla="*/ 615065 w 6447632"/>
              <a:gd name="connsiteY106" fmla="*/ 5580257 h 5753325"/>
              <a:gd name="connsiteX107" fmla="*/ 355785 w 6447632"/>
              <a:gd name="connsiteY107" fmla="*/ 5514383 h 5753325"/>
              <a:gd name="connsiteX108" fmla="*/ 102269 w 6447632"/>
              <a:gd name="connsiteY108" fmla="*/ 5524347 h 5753325"/>
              <a:gd name="connsiteX109" fmla="*/ 13160 w 6447632"/>
              <a:gd name="connsiteY109" fmla="*/ 5514159 h 5753325"/>
              <a:gd name="connsiteX110" fmla="*/ 0 w 6447632"/>
              <a:gd name="connsiteY110" fmla="*/ 5511735 h 5753325"/>
              <a:gd name="connsiteX111" fmla="*/ 0 w 6447632"/>
              <a:gd name="connsiteY111" fmla="*/ 0 h 5753325"/>
              <a:gd name="connsiteX0" fmla="*/ 0 w 6447632"/>
              <a:gd name="connsiteY0" fmla="*/ 0 h 5753325"/>
              <a:gd name="connsiteX1" fmla="*/ 6438980 w 6447632"/>
              <a:gd name="connsiteY1" fmla="*/ 0 h 5753325"/>
              <a:gd name="connsiteX2" fmla="*/ 6439047 w 6447632"/>
              <a:gd name="connsiteY2" fmla="*/ 147 h 5753325"/>
              <a:gd name="connsiteX3" fmla="*/ 6443456 w 6447632"/>
              <a:gd name="connsiteY3" fmla="*/ 130105 h 5753325"/>
              <a:gd name="connsiteX4" fmla="*/ 6447632 w 6447632"/>
              <a:gd name="connsiteY4" fmla="*/ 170016 h 5753325"/>
              <a:gd name="connsiteX5" fmla="*/ 6396598 w 6447632"/>
              <a:gd name="connsiteY5" fmla="*/ 274847 h 5753325"/>
              <a:gd name="connsiteX6" fmla="*/ 6358350 w 6447632"/>
              <a:gd name="connsiteY6" fmla="*/ 492529 h 5753325"/>
              <a:gd name="connsiteX7" fmla="*/ 6354187 w 6447632"/>
              <a:gd name="connsiteY7" fmla="*/ 615799 h 5753325"/>
              <a:gd name="connsiteX8" fmla="*/ 6303977 w 6447632"/>
              <a:gd name="connsiteY8" fmla="*/ 664291 h 5753325"/>
              <a:gd name="connsiteX9" fmla="*/ 6344988 w 6447632"/>
              <a:gd name="connsiteY9" fmla="*/ 697330 h 5753325"/>
              <a:gd name="connsiteX10" fmla="*/ 6334770 w 6447632"/>
              <a:gd name="connsiteY10" fmla="*/ 754001 h 5753325"/>
              <a:gd name="connsiteX11" fmla="*/ 6339879 w 6447632"/>
              <a:gd name="connsiteY11" fmla="*/ 811136 h 5753325"/>
              <a:gd name="connsiteX12" fmla="*/ 6330065 w 6447632"/>
              <a:gd name="connsiteY12" fmla="*/ 893399 h 5753325"/>
              <a:gd name="connsiteX13" fmla="*/ 6345206 w 6447632"/>
              <a:gd name="connsiteY13" fmla="*/ 1018060 h 5753325"/>
              <a:gd name="connsiteX14" fmla="*/ 6362266 w 6447632"/>
              <a:gd name="connsiteY14" fmla="*/ 1151111 h 5753325"/>
              <a:gd name="connsiteX15" fmla="*/ 6371722 w 6447632"/>
              <a:gd name="connsiteY15" fmla="*/ 1318080 h 5753325"/>
              <a:gd name="connsiteX16" fmla="*/ 6356023 w 6447632"/>
              <a:gd name="connsiteY16" fmla="*/ 1356227 h 5753325"/>
              <a:gd name="connsiteX17" fmla="*/ 6356157 w 6447632"/>
              <a:gd name="connsiteY17" fmla="*/ 1361967 h 5753325"/>
              <a:gd name="connsiteX18" fmla="*/ 6350613 w 6447632"/>
              <a:gd name="connsiteY18" fmla="*/ 1393569 h 5753325"/>
              <a:gd name="connsiteX19" fmla="*/ 6357062 w 6447632"/>
              <a:gd name="connsiteY19" fmla="*/ 1444071 h 5753325"/>
              <a:gd name="connsiteX20" fmla="*/ 6364832 w 6447632"/>
              <a:gd name="connsiteY20" fmla="*/ 1478763 h 5753325"/>
              <a:gd name="connsiteX21" fmla="*/ 6369745 w 6447632"/>
              <a:gd name="connsiteY21" fmla="*/ 1495680 h 5753325"/>
              <a:gd name="connsiteX22" fmla="*/ 6370898 w 6447632"/>
              <a:gd name="connsiteY22" fmla="*/ 1513331 h 5753325"/>
              <a:gd name="connsiteX23" fmla="*/ 6368801 w 6447632"/>
              <a:gd name="connsiteY23" fmla="*/ 1527414 h 5753325"/>
              <a:gd name="connsiteX24" fmla="*/ 6321854 w 6447632"/>
              <a:gd name="connsiteY24" fmla="*/ 1635366 h 5753325"/>
              <a:gd name="connsiteX25" fmla="*/ 6299489 w 6447632"/>
              <a:gd name="connsiteY25" fmla="*/ 1784860 h 5753325"/>
              <a:gd name="connsiteX26" fmla="*/ 6267878 w 6447632"/>
              <a:gd name="connsiteY26" fmla="*/ 1858572 h 5753325"/>
              <a:gd name="connsiteX27" fmla="*/ 6251146 w 6447632"/>
              <a:gd name="connsiteY27" fmla="*/ 1926167 h 5753325"/>
              <a:gd name="connsiteX28" fmla="*/ 6210686 w 6447632"/>
              <a:gd name="connsiteY28" fmla="*/ 2014834 h 5753325"/>
              <a:gd name="connsiteX29" fmla="*/ 6106652 w 6447632"/>
              <a:gd name="connsiteY29" fmla="*/ 2150572 h 5753325"/>
              <a:gd name="connsiteX30" fmla="*/ 6097813 w 6447632"/>
              <a:gd name="connsiteY30" fmla="*/ 2172208 h 5753325"/>
              <a:gd name="connsiteX31" fmla="*/ 6095990 w 6447632"/>
              <a:gd name="connsiteY31" fmla="*/ 2181185 h 5753325"/>
              <a:gd name="connsiteX32" fmla="*/ 6090126 w 6447632"/>
              <a:gd name="connsiteY32" fmla="*/ 2192533 h 5753325"/>
              <a:gd name="connsiteX33" fmla="*/ 6089503 w 6447632"/>
              <a:gd name="connsiteY33" fmla="*/ 2192543 h 5753325"/>
              <a:gd name="connsiteX34" fmla="*/ 6084946 w 6447632"/>
              <a:gd name="connsiteY34" fmla="*/ 2203694 h 5753325"/>
              <a:gd name="connsiteX35" fmla="*/ 5987861 w 6447632"/>
              <a:gd name="connsiteY35" fmla="*/ 2304868 h 5753325"/>
              <a:gd name="connsiteX36" fmla="*/ 5973439 w 6447632"/>
              <a:gd name="connsiteY36" fmla="*/ 2385635 h 5753325"/>
              <a:gd name="connsiteX37" fmla="*/ 5916727 w 6447632"/>
              <a:gd name="connsiteY37" fmla="*/ 2458777 h 5753325"/>
              <a:gd name="connsiteX38" fmla="*/ 5856524 w 6447632"/>
              <a:gd name="connsiteY38" fmla="*/ 2583281 h 5753325"/>
              <a:gd name="connsiteX39" fmla="*/ 5838091 w 6447632"/>
              <a:gd name="connsiteY39" fmla="*/ 2753474 h 5753325"/>
              <a:gd name="connsiteX40" fmla="*/ 5744296 w 6447632"/>
              <a:gd name="connsiteY40" fmla="*/ 2893276 h 5753325"/>
              <a:gd name="connsiteX41" fmla="*/ 5682522 w 6447632"/>
              <a:gd name="connsiteY41" fmla="*/ 3044368 h 5753325"/>
              <a:gd name="connsiteX42" fmla="*/ 5557886 w 6447632"/>
              <a:gd name="connsiteY42" fmla="*/ 3304853 h 5753325"/>
              <a:gd name="connsiteX43" fmla="*/ 5483942 w 6447632"/>
              <a:gd name="connsiteY43" fmla="*/ 3416604 h 5753325"/>
              <a:gd name="connsiteX44" fmla="*/ 5461007 w 6447632"/>
              <a:gd name="connsiteY44" fmla="*/ 3503742 h 5753325"/>
              <a:gd name="connsiteX45" fmla="*/ 5437889 w 6447632"/>
              <a:gd name="connsiteY45" fmla="*/ 3559927 h 5753325"/>
              <a:gd name="connsiteX46" fmla="*/ 5432770 w 6447632"/>
              <a:gd name="connsiteY46" fmla="*/ 3562948 h 5753325"/>
              <a:gd name="connsiteX47" fmla="*/ 5406795 w 6447632"/>
              <a:gd name="connsiteY47" fmla="*/ 3578594 h 5753325"/>
              <a:gd name="connsiteX48" fmla="*/ 5381495 w 6447632"/>
              <a:gd name="connsiteY48" fmla="*/ 3599883 h 5753325"/>
              <a:gd name="connsiteX49" fmla="*/ 5363689 w 6447632"/>
              <a:gd name="connsiteY49" fmla="*/ 3633299 h 5753325"/>
              <a:gd name="connsiteX50" fmla="*/ 5291870 w 6447632"/>
              <a:gd name="connsiteY50" fmla="*/ 3799039 h 5753325"/>
              <a:gd name="connsiteX51" fmla="*/ 5241600 w 6447632"/>
              <a:gd name="connsiteY51" fmla="*/ 3894238 h 5753325"/>
              <a:gd name="connsiteX52" fmla="*/ 5211041 w 6447632"/>
              <a:gd name="connsiteY52" fmla="*/ 3924184 h 5753325"/>
              <a:gd name="connsiteX53" fmla="*/ 5176073 w 6447632"/>
              <a:gd name="connsiteY53" fmla="*/ 3970179 h 5753325"/>
              <a:gd name="connsiteX54" fmla="*/ 5172826 w 6447632"/>
              <a:gd name="connsiteY54" fmla="*/ 3991773 h 5753325"/>
              <a:gd name="connsiteX55" fmla="*/ 5157053 w 6447632"/>
              <a:gd name="connsiteY55" fmla="*/ 3997708 h 5753325"/>
              <a:gd name="connsiteX56" fmla="*/ 5127922 w 6447632"/>
              <a:gd name="connsiteY56" fmla="*/ 4022660 h 5753325"/>
              <a:gd name="connsiteX57" fmla="*/ 5020872 w 6447632"/>
              <a:gd name="connsiteY57" fmla="*/ 4075951 h 5753325"/>
              <a:gd name="connsiteX58" fmla="*/ 4991410 w 6447632"/>
              <a:gd name="connsiteY58" fmla="*/ 4087598 h 5753325"/>
              <a:gd name="connsiteX59" fmla="*/ 4930112 w 6447632"/>
              <a:gd name="connsiteY59" fmla="*/ 4138459 h 5753325"/>
              <a:gd name="connsiteX60" fmla="*/ 4834224 w 6447632"/>
              <a:gd name="connsiteY60" fmla="*/ 4231643 h 5753325"/>
              <a:gd name="connsiteX61" fmla="*/ 4812599 w 6447632"/>
              <a:gd name="connsiteY61" fmla="*/ 4249449 h 5753325"/>
              <a:gd name="connsiteX62" fmla="*/ 4789188 w 6447632"/>
              <a:gd name="connsiteY62" fmla="*/ 4256678 h 5753325"/>
              <a:gd name="connsiteX63" fmla="*/ 4779554 w 6447632"/>
              <a:gd name="connsiteY63" fmla="*/ 4251313 h 5753325"/>
              <a:gd name="connsiteX64" fmla="*/ 4766885 w 6447632"/>
              <a:gd name="connsiteY64" fmla="*/ 4259812 h 5753325"/>
              <a:gd name="connsiteX65" fmla="*/ 4762510 w 6447632"/>
              <a:gd name="connsiteY65" fmla="*/ 4260383 h 5753325"/>
              <a:gd name="connsiteX66" fmla="*/ 4738416 w 6447632"/>
              <a:gd name="connsiteY66" fmla="*/ 4265355 h 5753325"/>
              <a:gd name="connsiteX67" fmla="*/ 4712007 w 6447632"/>
              <a:gd name="connsiteY67" fmla="*/ 4317892 h 5753325"/>
              <a:gd name="connsiteX68" fmla="*/ 4658930 w 6447632"/>
              <a:gd name="connsiteY68" fmla="*/ 4348041 h 5753325"/>
              <a:gd name="connsiteX69" fmla="*/ 4443526 w 6447632"/>
              <a:gd name="connsiteY69" fmla="*/ 4507851 h 5753325"/>
              <a:gd name="connsiteX70" fmla="*/ 4289766 w 6447632"/>
              <a:gd name="connsiteY70" fmla="*/ 4711450 h 5753325"/>
              <a:gd name="connsiteX71" fmla="*/ 4150870 w 6447632"/>
              <a:gd name="connsiteY71" fmla="*/ 4818480 h 5753325"/>
              <a:gd name="connsiteX72" fmla="*/ 4006639 w 6447632"/>
              <a:gd name="connsiteY72" fmla="*/ 4933815 h 5753325"/>
              <a:gd name="connsiteX73" fmla="*/ 3298210 w 6447632"/>
              <a:gd name="connsiteY73" fmla="*/ 5070790 h 5753325"/>
              <a:gd name="connsiteX74" fmla="*/ 2947678 w 6447632"/>
              <a:gd name="connsiteY74" fmla="*/ 5117869 h 5753325"/>
              <a:gd name="connsiteX75" fmla="*/ 2822169 w 6447632"/>
              <a:gd name="connsiteY75" fmla="*/ 5129396 h 5753325"/>
              <a:gd name="connsiteX76" fmla="*/ 2538773 w 6447632"/>
              <a:gd name="connsiteY76" fmla="*/ 5313397 h 5753325"/>
              <a:gd name="connsiteX77" fmla="*/ 2014500 w 6447632"/>
              <a:gd name="connsiteY77" fmla="*/ 5519744 h 5753325"/>
              <a:gd name="connsiteX78" fmla="*/ 1934391 w 6447632"/>
              <a:gd name="connsiteY78" fmla="*/ 5591335 h 5753325"/>
              <a:gd name="connsiteX79" fmla="*/ 1892550 w 6447632"/>
              <a:gd name="connsiteY79" fmla="*/ 5649708 h 5753325"/>
              <a:gd name="connsiteX80" fmla="*/ 1854769 w 6447632"/>
              <a:gd name="connsiteY80" fmla="*/ 5647691 h 5753325"/>
              <a:gd name="connsiteX81" fmla="*/ 1809461 w 6447632"/>
              <a:gd name="connsiteY81" fmla="*/ 5648628 h 5753325"/>
              <a:gd name="connsiteX82" fmla="*/ 1745150 w 6447632"/>
              <a:gd name="connsiteY82" fmla="*/ 5693879 h 5753325"/>
              <a:gd name="connsiteX83" fmla="*/ 1713375 w 6447632"/>
              <a:gd name="connsiteY83" fmla="*/ 5684672 h 5753325"/>
              <a:gd name="connsiteX84" fmla="*/ 1707808 w 6447632"/>
              <a:gd name="connsiteY84" fmla="*/ 5682611 h 5753325"/>
              <a:gd name="connsiteX85" fmla="*/ 1679313 w 6447632"/>
              <a:gd name="connsiteY85" fmla="*/ 5672360 h 5753325"/>
              <a:gd name="connsiteX86" fmla="*/ 1646933 w 6447632"/>
              <a:gd name="connsiteY86" fmla="*/ 5666227 h 5753325"/>
              <a:gd name="connsiteX87" fmla="*/ 1610055 w 6447632"/>
              <a:gd name="connsiteY87" fmla="*/ 5673643 h 5753325"/>
              <a:gd name="connsiteX88" fmla="*/ 1437641 w 6447632"/>
              <a:gd name="connsiteY88" fmla="*/ 5723266 h 5753325"/>
              <a:gd name="connsiteX89" fmla="*/ 1332869 w 6447632"/>
              <a:gd name="connsiteY89" fmla="*/ 5744752 h 5753325"/>
              <a:gd name="connsiteX90" fmla="*/ 1290525 w 6447632"/>
              <a:gd name="connsiteY90" fmla="*/ 5740036 h 5753325"/>
              <a:gd name="connsiteX91" fmla="*/ 1233107 w 6447632"/>
              <a:gd name="connsiteY91" fmla="*/ 5742106 h 5753325"/>
              <a:gd name="connsiteX92" fmla="*/ 1214532 w 6447632"/>
              <a:gd name="connsiteY92" fmla="*/ 5753325 h 5753325"/>
              <a:gd name="connsiteX93" fmla="*/ 1199955 w 6447632"/>
              <a:gd name="connsiteY93" fmla="*/ 5744831 h 5753325"/>
              <a:gd name="connsiteX94" fmla="*/ 1162337 w 6447632"/>
              <a:gd name="connsiteY94" fmla="*/ 5738048 h 5753325"/>
              <a:gd name="connsiteX95" fmla="*/ 1053457 w 6447632"/>
              <a:gd name="connsiteY95" fmla="*/ 5688676 h 5753325"/>
              <a:gd name="connsiteX96" fmla="*/ 1025798 w 6447632"/>
              <a:gd name="connsiteY96" fmla="*/ 5673166 h 5753325"/>
              <a:gd name="connsiteX97" fmla="*/ 947900 w 6447632"/>
              <a:gd name="connsiteY97" fmla="*/ 5657848 h 5753325"/>
              <a:gd name="connsiteX98" fmla="*/ 815627 w 6447632"/>
              <a:gd name="connsiteY98" fmla="*/ 5642557 h 5753325"/>
              <a:gd name="connsiteX99" fmla="*/ 788251 w 6447632"/>
              <a:gd name="connsiteY99" fmla="*/ 5637065 h 5753325"/>
              <a:gd name="connsiteX100" fmla="*/ 767822 w 6447632"/>
              <a:gd name="connsiteY100" fmla="*/ 5623450 h 5753325"/>
              <a:gd name="connsiteX101" fmla="*/ 765791 w 6447632"/>
              <a:gd name="connsiteY101" fmla="*/ 5612539 h 5753325"/>
              <a:gd name="connsiteX102" fmla="*/ 751230 w 6447632"/>
              <a:gd name="connsiteY102" fmla="*/ 5608092 h 5753325"/>
              <a:gd name="connsiteX103" fmla="*/ 748008 w 6447632"/>
              <a:gd name="connsiteY103" fmla="*/ 5605052 h 5753325"/>
              <a:gd name="connsiteX104" fmla="*/ 728871 w 6447632"/>
              <a:gd name="connsiteY104" fmla="*/ 5589469 h 5753325"/>
              <a:gd name="connsiteX105" fmla="*/ 671898 w 6447632"/>
              <a:gd name="connsiteY105" fmla="*/ 5602363 h 5753325"/>
              <a:gd name="connsiteX106" fmla="*/ 615065 w 6447632"/>
              <a:gd name="connsiteY106" fmla="*/ 5580257 h 5753325"/>
              <a:gd name="connsiteX107" fmla="*/ 355785 w 6447632"/>
              <a:gd name="connsiteY107" fmla="*/ 5514383 h 5753325"/>
              <a:gd name="connsiteX108" fmla="*/ 102269 w 6447632"/>
              <a:gd name="connsiteY108" fmla="*/ 5524347 h 5753325"/>
              <a:gd name="connsiteX109" fmla="*/ 13160 w 6447632"/>
              <a:gd name="connsiteY109" fmla="*/ 5514159 h 5753325"/>
              <a:gd name="connsiteX110" fmla="*/ 0 w 6447632"/>
              <a:gd name="connsiteY110" fmla="*/ 5511735 h 5753325"/>
              <a:gd name="connsiteX111" fmla="*/ 0 w 6447632"/>
              <a:gd name="connsiteY111" fmla="*/ 0 h 5753325"/>
              <a:gd name="connsiteX0" fmla="*/ 0 w 6447632"/>
              <a:gd name="connsiteY0" fmla="*/ 0 h 5753325"/>
              <a:gd name="connsiteX1" fmla="*/ 6438980 w 6447632"/>
              <a:gd name="connsiteY1" fmla="*/ 0 h 5753325"/>
              <a:gd name="connsiteX2" fmla="*/ 6439047 w 6447632"/>
              <a:gd name="connsiteY2" fmla="*/ 147 h 5753325"/>
              <a:gd name="connsiteX3" fmla="*/ 6443456 w 6447632"/>
              <a:gd name="connsiteY3" fmla="*/ 130105 h 5753325"/>
              <a:gd name="connsiteX4" fmla="*/ 6447632 w 6447632"/>
              <a:gd name="connsiteY4" fmla="*/ 170016 h 5753325"/>
              <a:gd name="connsiteX5" fmla="*/ 6396598 w 6447632"/>
              <a:gd name="connsiteY5" fmla="*/ 274847 h 5753325"/>
              <a:gd name="connsiteX6" fmla="*/ 6358350 w 6447632"/>
              <a:gd name="connsiteY6" fmla="*/ 492529 h 5753325"/>
              <a:gd name="connsiteX7" fmla="*/ 6354187 w 6447632"/>
              <a:gd name="connsiteY7" fmla="*/ 615799 h 5753325"/>
              <a:gd name="connsiteX8" fmla="*/ 6303977 w 6447632"/>
              <a:gd name="connsiteY8" fmla="*/ 664291 h 5753325"/>
              <a:gd name="connsiteX9" fmla="*/ 6344988 w 6447632"/>
              <a:gd name="connsiteY9" fmla="*/ 697330 h 5753325"/>
              <a:gd name="connsiteX10" fmla="*/ 6334770 w 6447632"/>
              <a:gd name="connsiteY10" fmla="*/ 754001 h 5753325"/>
              <a:gd name="connsiteX11" fmla="*/ 6339879 w 6447632"/>
              <a:gd name="connsiteY11" fmla="*/ 811136 h 5753325"/>
              <a:gd name="connsiteX12" fmla="*/ 6330065 w 6447632"/>
              <a:gd name="connsiteY12" fmla="*/ 893399 h 5753325"/>
              <a:gd name="connsiteX13" fmla="*/ 6345206 w 6447632"/>
              <a:gd name="connsiteY13" fmla="*/ 1018060 h 5753325"/>
              <a:gd name="connsiteX14" fmla="*/ 6362266 w 6447632"/>
              <a:gd name="connsiteY14" fmla="*/ 1151111 h 5753325"/>
              <a:gd name="connsiteX15" fmla="*/ 6371722 w 6447632"/>
              <a:gd name="connsiteY15" fmla="*/ 1318080 h 5753325"/>
              <a:gd name="connsiteX16" fmla="*/ 6356023 w 6447632"/>
              <a:gd name="connsiteY16" fmla="*/ 1356227 h 5753325"/>
              <a:gd name="connsiteX17" fmla="*/ 6356157 w 6447632"/>
              <a:gd name="connsiteY17" fmla="*/ 1361967 h 5753325"/>
              <a:gd name="connsiteX18" fmla="*/ 6350613 w 6447632"/>
              <a:gd name="connsiteY18" fmla="*/ 1393569 h 5753325"/>
              <a:gd name="connsiteX19" fmla="*/ 6357062 w 6447632"/>
              <a:gd name="connsiteY19" fmla="*/ 1444071 h 5753325"/>
              <a:gd name="connsiteX20" fmla="*/ 6364832 w 6447632"/>
              <a:gd name="connsiteY20" fmla="*/ 1478763 h 5753325"/>
              <a:gd name="connsiteX21" fmla="*/ 6369745 w 6447632"/>
              <a:gd name="connsiteY21" fmla="*/ 1495680 h 5753325"/>
              <a:gd name="connsiteX22" fmla="*/ 6370898 w 6447632"/>
              <a:gd name="connsiteY22" fmla="*/ 1513331 h 5753325"/>
              <a:gd name="connsiteX23" fmla="*/ 6368801 w 6447632"/>
              <a:gd name="connsiteY23" fmla="*/ 1527414 h 5753325"/>
              <a:gd name="connsiteX24" fmla="*/ 6321854 w 6447632"/>
              <a:gd name="connsiteY24" fmla="*/ 1635366 h 5753325"/>
              <a:gd name="connsiteX25" fmla="*/ 6299489 w 6447632"/>
              <a:gd name="connsiteY25" fmla="*/ 1784860 h 5753325"/>
              <a:gd name="connsiteX26" fmla="*/ 6267878 w 6447632"/>
              <a:gd name="connsiteY26" fmla="*/ 1858572 h 5753325"/>
              <a:gd name="connsiteX27" fmla="*/ 6251146 w 6447632"/>
              <a:gd name="connsiteY27" fmla="*/ 1926167 h 5753325"/>
              <a:gd name="connsiteX28" fmla="*/ 6210686 w 6447632"/>
              <a:gd name="connsiteY28" fmla="*/ 2014834 h 5753325"/>
              <a:gd name="connsiteX29" fmla="*/ 6106652 w 6447632"/>
              <a:gd name="connsiteY29" fmla="*/ 2150572 h 5753325"/>
              <a:gd name="connsiteX30" fmla="*/ 6097813 w 6447632"/>
              <a:gd name="connsiteY30" fmla="*/ 2172208 h 5753325"/>
              <a:gd name="connsiteX31" fmla="*/ 6095990 w 6447632"/>
              <a:gd name="connsiteY31" fmla="*/ 2181185 h 5753325"/>
              <a:gd name="connsiteX32" fmla="*/ 6090126 w 6447632"/>
              <a:gd name="connsiteY32" fmla="*/ 2192533 h 5753325"/>
              <a:gd name="connsiteX33" fmla="*/ 6089503 w 6447632"/>
              <a:gd name="connsiteY33" fmla="*/ 2192543 h 5753325"/>
              <a:gd name="connsiteX34" fmla="*/ 6084946 w 6447632"/>
              <a:gd name="connsiteY34" fmla="*/ 2203694 h 5753325"/>
              <a:gd name="connsiteX35" fmla="*/ 5987861 w 6447632"/>
              <a:gd name="connsiteY35" fmla="*/ 2304868 h 5753325"/>
              <a:gd name="connsiteX36" fmla="*/ 5973439 w 6447632"/>
              <a:gd name="connsiteY36" fmla="*/ 2385635 h 5753325"/>
              <a:gd name="connsiteX37" fmla="*/ 5916727 w 6447632"/>
              <a:gd name="connsiteY37" fmla="*/ 2458777 h 5753325"/>
              <a:gd name="connsiteX38" fmla="*/ 5856524 w 6447632"/>
              <a:gd name="connsiteY38" fmla="*/ 2583281 h 5753325"/>
              <a:gd name="connsiteX39" fmla="*/ 5838091 w 6447632"/>
              <a:gd name="connsiteY39" fmla="*/ 2753474 h 5753325"/>
              <a:gd name="connsiteX40" fmla="*/ 5744296 w 6447632"/>
              <a:gd name="connsiteY40" fmla="*/ 2893276 h 5753325"/>
              <a:gd name="connsiteX41" fmla="*/ 5682522 w 6447632"/>
              <a:gd name="connsiteY41" fmla="*/ 3044368 h 5753325"/>
              <a:gd name="connsiteX42" fmla="*/ 5557886 w 6447632"/>
              <a:gd name="connsiteY42" fmla="*/ 3304853 h 5753325"/>
              <a:gd name="connsiteX43" fmla="*/ 5483942 w 6447632"/>
              <a:gd name="connsiteY43" fmla="*/ 3416604 h 5753325"/>
              <a:gd name="connsiteX44" fmla="*/ 5461007 w 6447632"/>
              <a:gd name="connsiteY44" fmla="*/ 3503742 h 5753325"/>
              <a:gd name="connsiteX45" fmla="*/ 5437889 w 6447632"/>
              <a:gd name="connsiteY45" fmla="*/ 3559927 h 5753325"/>
              <a:gd name="connsiteX46" fmla="*/ 5432770 w 6447632"/>
              <a:gd name="connsiteY46" fmla="*/ 3562948 h 5753325"/>
              <a:gd name="connsiteX47" fmla="*/ 5406795 w 6447632"/>
              <a:gd name="connsiteY47" fmla="*/ 3578594 h 5753325"/>
              <a:gd name="connsiteX48" fmla="*/ 5381495 w 6447632"/>
              <a:gd name="connsiteY48" fmla="*/ 3599883 h 5753325"/>
              <a:gd name="connsiteX49" fmla="*/ 5363689 w 6447632"/>
              <a:gd name="connsiteY49" fmla="*/ 3633299 h 5753325"/>
              <a:gd name="connsiteX50" fmla="*/ 5291870 w 6447632"/>
              <a:gd name="connsiteY50" fmla="*/ 3799039 h 5753325"/>
              <a:gd name="connsiteX51" fmla="*/ 5241600 w 6447632"/>
              <a:gd name="connsiteY51" fmla="*/ 3894238 h 5753325"/>
              <a:gd name="connsiteX52" fmla="*/ 5211041 w 6447632"/>
              <a:gd name="connsiteY52" fmla="*/ 3924184 h 5753325"/>
              <a:gd name="connsiteX53" fmla="*/ 5176073 w 6447632"/>
              <a:gd name="connsiteY53" fmla="*/ 3970179 h 5753325"/>
              <a:gd name="connsiteX54" fmla="*/ 5172826 w 6447632"/>
              <a:gd name="connsiteY54" fmla="*/ 3991773 h 5753325"/>
              <a:gd name="connsiteX55" fmla="*/ 5157053 w 6447632"/>
              <a:gd name="connsiteY55" fmla="*/ 3997708 h 5753325"/>
              <a:gd name="connsiteX56" fmla="*/ 5127922 w 6447632"/>
              <a:gd name="connsiteY56" fmla="*/ 4022660 h 5753325"/>
              <a:gd name="connsiteX57" fmla="*/ 5020872 w 6447632"/>
              <a:gd name="connsiteY57" fmla="*/ 4075951 h 5753325"/>
              <a:gd name="connsiteX58" fmla="*/ 4991410 w 6447632"/>
              <a:gd name="connsiteY58" fmla="*/ 4087598 h 5753325"/>
              <a:gd name="connsiteX59" fmla="*/ 4930112 w 6447632"/>
              <a:gd name="connsiteY59" fmla="*/ 4138459 h 5753325"/>
              <a:gd name="connsiteX60" fmla="*/ 4834224 w 6447632"/>
              <a:gd name="connsiteY60" fmla="*/ 4231643 h 5753325"/>
              <a:gd name="connsiteX61" fmla="*/ 4812599 w 6447632"/>
              <a:gd name="connsiteY61" fmla="*/ 4249449 h 5753325"/>
              <a:gd name="connsiteX62" fmla="*/ 4789188 w 6447632"/>
              <a:gd name="connsiteY62" fmla="*/ 4256678 h 5753325"/>
              <a:gd name="connsiteX63" fmla="*/ 4779554 w 6447632"/>
              <a:gd name="connsiteY63" fmla="*/ 4251313 h 5753325"/>
              <a:gd name="connsiteX64" fmla="*/ 4766885 w 6447632"/>
              <a:gd name="connsiteY64" fmla="*/ 4259812 h 5753325"/>
              <a:gd name="connsiteX65" fmla="*/ 4762510 w 6447632"/>
              <a:gd name="connsiteY65" fmla="*/ 4260383 h 5753325"/>
              <a:gd name="connsiteX66" fmla="*/ 4738416 w 6447632"/>
              <a:gd name="connsiteY66" fmla="*/ 4265355 h 5753325"/>
              <a:gd name="connsiteX67" fmla="*/ 4712007 w 6447632"/>
              <a:gd name="connsiteY67" fmla="*/ 4317892 h 5753325"/>
              <a:gd name="connsiteX68" fmla="*/ 4658930 w 6447632"/>
              <a:gd name="connsiteY68" fmla="*/ 4348041 h 5753325"/>
              <a:gd name="connsiteX69" fmla="*/ 4443526 w 6447632"/>
              <a:gd name="connsiteY69" fmla="*/ 4507851 h 5753325"/>
              <a:gd name="connsiteX70" fmla="*/ 4289766 w 6447632"/>
              <a:gd name="connsiteY70" fmla="*/ 4711450 h 5753325"/>
              <a:gd name="connsiteX71" fmla="*/ 4150870 w 6447632"/>
              <a:gd name="connsiteY71" fmla="*/ 4818480 h 5753325"/>
              <a:gd name="connsiteX72" fmla="*/ 4006639 w 6447632"/>
              <a:gd name="connsiteY72" fmla="*/ 4933815 h 5753325"/>
              <a:gd name="connsiteX73" fmla="*/ 3298210 w 6447632"/>
              <a:gd name="connsiteY73" fmla="*/ 5070790 h 5753325"/>
              <a:gd name="connsiteX74" fmla="*/ 2947678 w 6447632"/>
              <a:gd name="connsiteY74" fmla="*/ 5117869 h 5753325"/>
              <a:gd name="connsiteX75" fmla="*/ 2822169 w 6447632"/>
              <a:gd name="connsiteY75" fmla="*/ 5129396 h 5753325"/>
              <a:gd name="connsiteX76" fmla="*/ 2538773 w 6447632"/>
              <a:gd name="connsiteY76" fmla="*/ 5313397 h 5753325"/>
              <a:gd name="connsiteX77" fmla="*/ 2014500 w 6447632"/>
              <a:gd name="connsiteY77" fmla="*/ 5519744 h 5753325"/>
              <a:gd name="connsiteX78" fmla="*/ 1934391 w 6447632"/>
              <a:gd name="connsiteY78" fmla="*/ 5591335 h 5753325"/>
              <a:gd name="connsiteX79" fmla="*/ 1892550 w 6447632"/>
              <a:gd name="connsiteY79" fmla="*/ 5649708 h 5753325"/>
              <a:gd name="connsiteX80" fmla="*/ 1854769 w 6447632"/>
              <a:gd name="connsiteY80" fmla="*/ 5647691 h 5753325"/>
              <a:gd name="connsiteX81" fmla="*/ 1809461 w 6447632"/>
              <a:gd name="connsiteY81" fmla="*/ 5648628 h 5753325"/>
              <a:gd name="connsiteX82" fmla="*/ 1745150 w 6447632"/>
              <a:gd name="connsiteY82" fmla="*/ 5693879 h 5753325"/>
              <a:gd name="connsiteX83" fmla="*/ 1713375 w 6447632"/>
              <a:gd name="connsiteY83" fmla="*/ 5684672 h 5753325"/>
              <a:gd name="connsiteX84" fmla="*/ 1707808 w 6447632"/>
              <a:gd name="connsiteY84" fmla="*/ 5682611 h 5753325"/>
              <a:gd name="connsiteX85" fmla="*/ 1679313 w 6447632"/>
              <a:gd name="connsiteY85" fmla="*/ 5672360 h 5753325"/>
              <a:gd name="connsiteX86" fmla="*/ 1646933 w 6447632"/>
              <a:gd name="connsiteY86" fmla="*/ 5666227 h 5753325"/>
              <a:gd name="connsiteX87" fmla="*/ 1610055 w 6447632"/>
              <a:gd name="connsiteY87" fmla="*/ 5673643 h 5753325"/>
              <a:gd name="connsiteX88" fmla="*/ 1437641 w 6447632"/>
              <a:gd name="connsiteY88" fmla="*/ 5723266 h 5753325"/>
              <a:gd name="connsiteX89" fmla="*/ 1332869 w 6447632"/>
              <a:gd name="connsiteY89" fmla="*/ 5744752 h 5753325"/>
              <a:gd name="connsiteX90" fmla="*/ 1290525 w 6447632"/>
              <a:gd name="connsiteY90" fmla="*/ 5740036 h 5753325"/>
              <a:gd name="connsiteX91" fmla="*/ 1233107 w 6447632"/>
              <a:gd name="connsiteY91" fmla="*/ 5742106 h 5753325"/>
              <a:gd name="connsiteX92" fmla="*/ 1214532 w 6447632"/>
              <a:gd name="connsiteY92" fmla="*/ 5753325 h 5753325"/>
              <a:gd name="connsiteX93" fmla="*/ 1199955 w 6447632"/>
              <a:gd name="connsiteY93" fmla="*/ 5744831 h 5753325"/>
              <a:gd name="connsiteX94" fmla="*/ 1162337 w 6447632"/>
              <a:gd name="connsiteY94" fmla="*/ 5738048 h 5753325"/>
              <a:gd name="connsiteX95" fmla="*/ 1053457 w 6447632"/>
              <a:gd name="connsiteY95" fmla="*/ 5688676 h 5753325"/>
              <a:gd name="connsiteX96" fmla="*/ 1025798 w 6447632"/>
              <a:gd name="connsiteY96" fmla="*/ 5673166 h 5753325"/>
              <a:gd name="connsiteX97" fmla="*/ 947900 w 6447632"/>
              <a:gd name="connsiteY97" fmla="*/ 5657848 h 5753325"/>
              <a:gd name="connsiteX98" fmla="*/ 815627 w 6447632"/>
              <a:gd name="connsiteY98" fmla="*/ 5642557 h 5753325"/>
              <a:gd name="connsiteX99" fmla="*/ 788251 w 6447632"/>
              <a:gd name="connsiteY99" fmla="*/ 5637065 h 5753325"/>
              <a:gd name="connsiteX100" fmla="*/ 767822 w 6447632"/>
              <a:gd name="connsiteY100" fmla="*/ 5623450 h 5753325"/>
              <a:gd name="connsiteX101" fmla="*/ 765791 w 6447632"/>
              <a:gd name="connsiteY101" fmla="*/ 5612539 h 5753325"/>
              <a:gd name="connsiteX102" fmla="*/ 751230 w 6447632"/>
              <a:gd name="connsiteY102" fmla="*/ 5608092 h 5753325"/>
              <a:gd name="connsiteX103" fmla="*/ 748008 w 6447632"/>
              <a:gd name="connsiteY103" fmla="*/ 5605052 h 5753325"/>
              <a:gd name="connsiteX104" fmla="*/ 728871 w 6447632"/>
              <a:gd name="connsiteY104" fmla="*/ 5589469 h 5753325"/>
              <a:gd name="connsiteX105" fmla="*/ 671898 w 6447632"/>
              <a:gd name="connsiteY105" fmla="*/ 5602363 h 5753325"/>
              <a:gd name="connsiteX106" fmla="*/ 615065 w 6447632"/>
              <a:gd name="connsiteY106" fmla="*/ 5580257 h 5753325"/>
              <a:gd name="connsiteX107" fmla="*/ 355785 w 6447632"/>
              <a:gd name="connsiteY107" fmla="*/ 5514383 h 5753325"/>
              <a:gd name="connsiteX108" fmla="*/ 102269 w 6447632"/>
              <a:gd name="connsiteY108" fmla="*/ 5524347 h 5753325"/>
              <a:gd name="connsiteX109" fmla="*/ 13160 w 6447632"/>
              <a:gd name="connsiteY109" fmla="*/ 5514159 h 5753325"/>
              <a:gd name="connsiteX110" fmla="*/ 0 w 6447632"/>
              <a:gd name="connsiteY110" fmla="*/ 5511735 h 5753325"/>
              <a:gd name="connsiteX111" fmla="*/ 0 w 6447632"/>
              <a:gd name="connsiteY111" fmla="*/ 0 h 5753325"/>
              <a:gd name="connsiteX0" fmla="*/ 0 w 6447632"/>
              <a:gd name="connsiteY0" fmla="*/ 0 h 5753325"/>
              <a:gd name="connsiteX1" fmla="*/ 6438980 w 6447632"/>
              <a:gd name="connsiteY1" fmla="*/ 0 h 5753325"/>
              <a:gd name="connsiteX2" fmla="*/ 6439047 w 6447632"/>
              <a:gd name="connsiteY2" fmla="*/ 147 h 5753325"/>
              <a:gd name="connsiteX3" fmla="*/ 6443456 w 6447632"/>
              <a:gd name="connsiteY3" fmla="*/ 130105 h 5753325"/>
              <a:gd name="connsiteX4" fmla="*/ 6447632 w 6447632"/>
              <a:gd name="connsiteY4" fmla="*/ 170016 h 5753325"/>
              <a:gd name="connsiteX5" fmla="*/ 6396598 w 6447632"/>
              <a:gd name="connsiteY5" fmla="*/ 274847 h 5753325"/>
              <a:gd name="connsiteX6" fmla="*/ 6358350 w 6447632"/>
              <a:gd name="connsiteY6" fmla="*/ 492529 h 5753325"/>
              <a:gd name="connsiteX7" fmla="*/ 6354187 w 6447632"/>
              <a:gd name="connsiteY7" fmla="*/ 615799 h 5753325"/>
              <a:gd name="connsiteX8" fmla="*/ 6303977 w 6447632"/>
              <a:gd name="connsiteY8" fmla="*/ 664291 h 5753325"/>
              <a:gd name="connsiteX9" fmla="*/ 6344988 w 6447632"/>
              <a:gd name="connsiteY9" fmla="*/ 697330 h 5753325"/>
              <a:gd name="connsiteX10" fmla="*/ 6334770 w 6447632"/>
              <a:gd name="connsiteY10" fmla="*/ 754001 h 5753325"/>
              <a:gd name="connsiteX11" fmla="*/ 6339879 w 6447632"/>
              <a:gd name="connsiteY11" fmla="*/ 811136 h 5753325"/>
              <a:gd name="connsiteX12" fmla="*/ 6330065 w 6447632"/>
              <a:gd name="connsiteY12" fmla="*/ 893399 h 5753325"/>
              <a:gd name="connsiteX13" fmla="*/ 6345206 w 6447632"/>
              <a:gd name="connsiteY13" fmla="*/ 1018060 h 5753325"/>
              <a:gd name="connsiteX14" fmla="*/ 6362266 w 6447632"/>
              <a:gd name="connsiteY14" fmla="*/ 1151111 h 5753325"/>
              <a:gd name="connsiteX15" fmla="*/ 6371722 w 6447632"/>
              <a:gd name="connsiteY15" fmla="*/ 1318080 h 5753325"/>
              <a:gd name="connsiteX16" fmla="*/ 6356023 w 6447632"/>
              <a:gd name="connsiteY16" fmla="*/ 1356227 h 5753325"/>
              <a:gd name="connsiteX17" fmla="*/ 6356157 w 6447632"/>
              <a:gd name="connsiteY17" fmla="*/ 1361967 h 5753325"/>
              <a:gd name="connsiteX18" fmla="*/ 6350613 w 6447632"/>
              <a:gd name="connsiteY18" fmla="*/ 1393569 h 5753325"/>
              <a:gd name="connsiteX19" fmla="*/ 6357062 w 6447632"/>
              <a:gd name="connsiteY19" fmla="*/ 1444071 h 5753325"/>
              <a:gd name="connsiteX20" fmla="*/ 6364832 w 6447632"/>
              <a:gd name="connsiteY20" fmla="*/ 1478763 h 5753325"/>
              <a:gd name="connsiteX21" fmla="*/ 6369745 w 6447632"/>
              <a:gd name="connsiteY21" fmla="*/ 1495680 h 5753325"/>
              <a:gd name="connsiteX22" fmla="*/ 6370898 w 6447632"/>
              <a:gd name="connsiteY22" fmla="*/ 1513331 h 5753325"/>
              <a:gd name="connsiteX23" fmla="*/ 6339773 w 6447632"/>
              <a:gd name="connsiteY23" fmla="*/ 1527414 h 5753325"/>
              <a:gd name="connsiteX24" fmla="*/ 6321854 w 6447632"/>
              <a:gd name="connsiteY24" fmla="*/ 1635366 h 5753325"/>
              <a:gd name="connsiteX25" fmla="*/ 6299489 w 6447632"/>
              <a:gd name="connsiteY25" fmla="*/ 1784860 h 5753325"/>
              <a:gd name="connsiteX26" fmla="*/ 6267878 w 6447632"/>
              <a:gd name="connsiteY26" fmla="*/ 1858572 h 5753325"/>
              <a:gd name="connsiteX27" fmla="*/ 6251146 w 6447632"/>
              <a:gd name="connsiteY27" fmla="*/ 1926167 h 5753325"/>
              <a:gd name="connsiteX28" fmla="*/ 6210686 w 6447632"/>
              <a:gd name="connsiteY28" fmla="*/ 2014834 h 5753325"/>
              <a:gd name="connsiteX29" fmla="*/ 6106652 w 6447632"/>
              <a:gd name="connsiteY29" fmla="*/ 2150572 h 5753325"/>
              <a:gd name="connsiteX30" fmla="*/ 6097813 w 6447632"/>
              <a:gd name="connsiteY30" fmla="*/ 2172208 h 5753325"/>
              <a:gd name="connsiteX31" fmla="*/ 6095990 w 6447632"/>
              <a:gd name="connsiteY31" fmla="*/ 2181185 h 5753325"/>
              <a:gd name="connsiteX32" fmla="*/ 6090126 w 6447632"/>
              <a:gd name="connsiteY32" fmla="*/ 2192533 h 5753325"/>
              <a:gd name="connsiteX33" fmla="*/ 6089503 w 6447632"/>
              <a:gd name="connsiteY33" fmla="*/ 2192543 h 5753325"/>
              <a:gd name="connsiteX34" fmla="*/ 6084946 w 6447632"/>
              <a:gd name="connsiteY34" fmla="*/ 2203694 h 5753325"/>
              <a:gd name="connsiteX35" fmla="*/ 5987861 w 6447632"/>
              <a:gd name="connsiteY35" fmla="*/ 2304868 h 5753325"/>
              <a:gd name="connsiteX36" fmla="*/ 5973439 w 6447632"/>
              <a:gd name="connsiteY36" fmla="*/ 2385635 h 5753325"/>
              <a:gd name="connsiteX37" fmla="*/ 5916727 w 6447632"/>
              <a:gd name="connsiteY37" fmla="*/ 2458777 h 5753325"/>
              <a:gd name="connsiteX38" fmla="*/ 5856524 w 6447632"/>
              <a:gd name="connsiteY38" fmla="*/ 2583281 h 5753325"/>
              <a:gd name="connsiteX39" fmla="*/ 5838091 w 6447632"/>
              <a:gd name="connsiteY39" fmla="*/ 2753474 h 5753325"/>
              <a:gd name="connsiteX40" fmla="*/ 5744296 w 6447632"/>
              <a:gd name="connsiteY40" fmla="*/ 2893276 h 5753325"/>
              <a:gd name="connsiteX41" fmla="*/ 5682522 w 6447632"/>
              <a:gd name="connsiteY41" fmla="*/ 3044368 h 5753325"/>
              <a:gd name="connsiteX42" fmla="*/ 5557886 w 6447632"/>
              <a:gd name="connsiteY42" fmla="*/ 3304853 h 5753325"/>
              <a:gd name="connsiteX43" fmla="*/ 5483942 w 6447632"/>
              <a:gd name="connsiteY43" fmla="*/ 3416604 h 5753325"/>
              <a:gd name="connsiteX44" fmla="*/ 5461007 w 6447632"/>
              <a:gd name="connsiteY44" fmla="*/ 3503742 h 5753325"/>
              <a:gd name="connsiteX45" fmla="*/ 5437889 w 6447632"/>
              <a:gd name="connsiteY45" fmla="*/ 3559927 h 5753325"/>
              <a:gd name="connsiteX46" fmla="*/ 5432770 w 6447632"/>
              <a:gd name="connsiteY46" fmla="*/ 3562948 h 5753325"/>
              <a:gd name="connsiteX47" fmla="*/ 5406795 w 6447632"/>
              <a:gd name="connsiteY47" fmla="*/ 3578594 h 5753325"/>
              <a:gd name="connsiteX48" fmla="*/ 5381495 w 6447632"/>
              <a:gd name="connsiteY48" fmla="*/ 3599883 h 5753325"/>
              <a:gd name="connsiteX49" fmla="*/ 5363689 w 6447632"/>
              <a:gd name="connsiteY49" fmla="*/ 3633299 h 5753325"/>
              <a:gd name="connsiteX50" fmla="*/ 5291870 w 6447632"/>
              <a:gd name="connsiteY50" fmla="*/ 3799039 h 5753325"/>
              <a:gd name="connsiteX51" fmla="*/ 5241600 w 6447632"/>
              <a:gd name="connsiteY51" fmla="*/ 3894238 h 5753325"/>
              <a:gd name="connsiteX52" fmla="*/ 5211041 w 6447632"/>
              <a:gd name="connsiteY52" fmla="*/ 3924184 h 5753325"/>
              <a:gd name="connsiteX53" fmla="*/ 5176073 w 6447632"/>
              <a:gd name="connsiteY53" fmla="*/ 3970179 h 5753325"/>
              <a:gd name="connsiteX54" fmla="*/ 5172826 w 6447632"/>
              <a:gd name="connsiteY54" fmla="*/ 3991773 h 5753325"/>
              <a:gd name="connsiteX55" fmla="*/ 5157053 w 6447632"/>
              <a:gd name="connsiteY55" fmla="*/ 3997708 h 5753325"/>
              <a:gd name="connsiteX56" fmla="*/ 5127922 w 6447632"/>
              <a:gd name="connsiteY56" fmla="*/ 4022660 h 5753325"/>
              <a:gd name="connsiteX57" fmla="*/ 5020872 w 6447632"/>
              <a:gd name="connsiteY57" fmla="*/ 4075951 h 5753325"/>
              <a:gd name="connsiteX58" fmla="*/ 4991410 w 6447632"/>
              <a:gd name="connsiteY58" fmla="*/ 4087598 h 5753325"/>
              <a:gd name="connsiteX59" fmla="*/ 4930112 w 6447632"/>
              <a:gd name="connsiteY59" fmla="*/ 4138459 h 5753325"/>
              <a:gd name="connsiteX60" fmla="*/ 4834224 w 6447632"/>
              <a:gd name="connsiteY60" fmla="*/ 4231643 h 5753325"/>
              <a:gd name="connsiteX61" fmla="*/ 4812599 w 6447632"/>
              <a:gd name="connsiteY61" fmla="*/ 4249449 h 5753325"/>
              <a:gd name="connsiteX62" fmla="*/ 4789188 w 6447632"/>
              <a:gd name="connsiteY62" fmla="*/ 4256678 h 5753325"/>
              <a:gd name="connsiteX63" fmla="*/ 4779554 w 6447632"/>
              <a:gd name="connsiteY63" fmla="*/ 4251313 h 5753325"/>
              <a:gd name="connsiteX64" fmla="*/ 4766885 w 6447632"/>
              <a:gd name="connsiteY64" fmla="*/ 4259812 h 5753325"/>
              <a:gd name="connsiteX65" fmla="*/ 4762510 w 6447632"/>
              <a:gd name="connsiteY65" fmla="*/ 4260383 h 5753325"/>
              <a:gd name="connsiteX66" fmla="*/ 4738416 w 6447632"/>
              <a:gd name="connsiteY66" fmla="*/ 4265355 h 5753325"/>
              <a:gd name="connsiteX67" fmla="*/ 4712007 w 6447632"/>
              <a:gd name="connsiteY67" fmla="*/ 4317892 h 5753325"/>
              <a:gd name="connsiteX68" fmla="*/ 4658930 w 6447632"/>
              <a:gd name="connsiteY68" fmla="*/ 4348041 h 5753325"/>
              <a:gd name="connsiteX69" fmla="*/ 4443526 w 6447632"/>
              <a:gd name="connsiteY69" fmla="*/ 4507851 h 5753325"/>
              <a:gd name="connsiteX70" fmla="*/ 4289766 w 6447632"/>
              <a:gd name="connsiteY70" fmla="*/ 4711450 h 5753325"/>
              <a:gd name="connsiteX71" fmla="*/ 4150870 w 6447632"/>
              <a:gd name="connsiteY71" fmla="*/ 4818480 h 5753325"/>
              <a:gd name="connsiteX72" fmla="*/ 4006639 w 6447632"/>
              <a:gd name="connsiteY72" fmla="*/ 4933815 h 5753325"/>
              <a:gd name="connsiteX73" fmla="*/ 3298210 w 6447632"/>
              <a:gd name="connsiteY73" fmla="*/ 5070790 h 5753325"/>
              <a:gd name="connsiteX74" fmla="*/ 2947678 w 6447632"/>
              <a:gd name="connsiteY74" fmla="*/ 5117869 h 5753325"/>
              <a:gd name="connsiteX75" fmla="*/ 2822169 w 6447632"/>
              <a:gd name="connsiteY75" fmla="*/ 5129396 h 5753325"/>
              <a:gd name="connsiteX76" fmla="*/ 2538773 w 6447632"/>
              <a:gd name="connsiteY76" fmla="*/ 5313397 h 5753325"/>
              <a:gd name="connsiteX77" fmla="*/ 2014500 w 6447632"/>
              <a:gd name="connsiteY77" fmla="*/ 5519744 h 5753325"/>
              <a:gd name="connsiteX78" fmla="*/ 1934391 w 6447632"/>
              <a:gd name="connsiteY78" fmla="*/ 5591335 h 5753325"/>
              <a:gd name="connsiteX79" fmla="*/ 1892550 w 6447632"/>
              <a:gd name="connsiteY79" fmla="*/ 5649708 h 5753325"/>
              <a:gd name="connsiteX80" fmla="*/ 1854769 w 6447632"/>
              <a:gd name="connsiteY80" fmla="*/ 5647691 h 5753325"/>
              <a:gd name="connsiteX81" fmla="*/ 1809461 w 6447632"/>
              <a:gd name="connsiteY81" fmla="*/ 5648628 h 5753325"/>
              <a:gd name="connsiteX82" fmla="*/ 1745150 w 6447632"/>
              <a:gd name="connsiteY82" fmla="*/ 5693879 h 5753325"/>
              <a:gd name="connsiteX83" fmla="*/ 1713375 w 6447632"/>
              <a:gd name="connsiteY83" fmla="*/ 5684672 h 5753325"/>
              <a:gd name="connsiteX84" fmla="*/ 1707808 w 6447632"/>
              <a:gd name="connsiteY84" fmla="*/ 5682611 h 5753325"/>
              <a:gd name="connsiteX85" fmla="*/ 1679313 w 6447632"/>
              <a:gd name="connsiteY85" fmla="*/ 5672360 h 5753325"/>
              <a:gd name="connsiteX86" fmla="*/ 1646933 w 6447632"/>
              <a:gd name="connsiteY86" fmla="*/ 5666227 h 5753325"/>
              <a:gd name="connsiteX87" fmla="*/ 1610055 w 6447632"/>
              <a:gd name="connsiteY87" fmla="*/ 5673643 h 5753325"/>
              <a:gd name="connsiteX88" fmla="*/ 1437641 w 6447632"/>
              <a:gd name="connsiteY88" fmla="*/ 5723266 h 5753325"/>
              <a:gd name="connsiteX89" fmla="*/ 1332869 w 6447632"/>
              <a:gd name="connsiteY89" fmla="*/ 5744752 h 5753325"/>
              <a:gd name="connsiteX90" fmla="*/ 1290525 w 6447632"/>
              <a:gd name="connsiteY90" fmla="*/ 5740036 h 5753325"/>
              <a:gd name="connsiteX91" fmla="*/ 1233107 w 6447632"/>
              <a:gd name="connsiteY91" fmla="*/ 5742106 h 5753325"/>
              <a:gd name="connsiteX92" fmla="*/ 1214532 w 6447632"/>
              <a:gd name="connsiteY92" fmla="*/ 5753325 h 5753325"/>
              <a:gd name="connsiteX93" fmla="*/ 1199955 w 6447632"/>
              <a:gd name="connsiteY93" fmla="*/ 5744831 h 5753325"/>
              <a:gd name="connsiteX94" fmla="*/ 1162337 w 6447632"/>
              <a:gd name="connsiteY94" fmla="*/ 5738048 h 5753325"/>
              <a:gd name="connsiteX95" fmla="*/ 1053457 w 6447632"/>
              <a:gd name="connsiteY95" fmla="*/ 5688676 h 5753325"/>
              <a:gd name="connsiteX96" fmla="*/ 1025798 w 6447632"/>
              <a:gd name="connsiteY96" fmla="*/ 5673166 h 5753325"/>
              <a:gd name="connsiteX97" fmla="*/ 947900 w 6447632"/>
              <a:gd name="connsiteY97" fmla="*/ 5657848 h 5753325"/>
              <a:gd name="connsiteX98" fmla="*/ 815627 w 6447632"/>
              <a:gd name="connsiteY98" fmla="*/ 5642557 h 5753325"/>
              <a:gd name="connsiteX99" fmla="*/ 788251 w 6447632"/>
              <a:gd name="connsiteY99" fmla="*/ 5637065 h 5753325"/>
              <a:gd name="connsiteX100" fmla="*/ 767822 w 6447632"/>
              <a:gd name="connsiteY100" fmla="*/ 5623450 h 5753325"/>
              <a:gd name="connsiteX101" fmla="*/ 765791 w 6447632"/>
              <a:gd name="connsiteY101" fmla="*/ 5612539 h 5753325"/>
              <a:gd name="connsiteX102" fmla="*/ 751230 w 6447632"/>
              <a:gd name="connsiteY102" fmla="*/ 5608092 h 5753325"/>
              <a:gd name="connsiteX103" fmla="*/ 748008 w 6447632"/>
              <a:gd name="connsiteY103" fmla="*/ 5605052 h 5753325"/>
              <a:gd name="connsiteX104" fmla="*/ 728871 w 6447632"/>
              <a:gd name="connsiteY104" fmla="*/ 5589469 h 5753325"/>
              <a:gd name="connsiteX105" fmla="*/ 671898 w 6447632"/>
              <a:gd name="connsiteY105" fmla="*/ 5602363 h 5753325"/>
              <a:gd name="connsiteX106" fmla="*/ 615065 w 6447632"/>
              <a:gd name="connsiteY106" fmla="*/ 5580257 h 5753325"/>
              <a:gd name="connsiteX107" fmla="*/ 355785 w 6447632"/>
              <a:gd name="connsiteY107" fmla="*/ 5514383 h 5753325"/>
              <a:gd name="connsiteX108" fmla="*/ 102269 w 6447632"/>
              <a:gd name="connsiteY108" fmla="*/ 5524347 h 5753325"/>
              <a:gd name="connsiteX109" fmla="*/ 13160 w 6447632"/>
              <a:gd name="connsiteY109" fmla="*/ 5514159 h 5753325"/>
              <a:gd name="connsiteX110" fmla="*/ 0 w 6447632"/>
              <a:gd name="connsiteY110" fmla="*/ 5511735 h 5753325"/>
              <a:gd name="connsiteX111" fmla="*/ 0 w 6447632"/>
              <a:gd name="connsiteY111" fmla="*/ 0 h 5753325"/>
              <a:gd name="connsiteX0" fmla="*/ 0 w 6447632"/>
              <a:gd name="connsiteY0" fmla="*/ 0 h 5753325"/>
              <a:gd name="connsiteX1" fmla="*/ 6438980 w 6447632"/>
              <a:gd name="connsiteY1" fmla="*/ 0 h 5753325"/>
              <a:gd name="connsiteX2" fmla="*/ 6439047 w 6447632"/>
              <a:gd name="connsiteY2" fmla="*/ 147 h 5753325"/>
              <a:gd name="connsiteX3" fmla="*/ 6443456 w 6447632"/>
              <a:gd name="connsiteY3" fmla="*/ 130105 h 5753325"/>
              <a:gd name="connsiteX4" fmla="*/ 6447632 w 6447632"/>
              <a:gd name="connsiteY4" fmla="*/ 170016 h 5753325"/>
              <a:gd name="connsiteX5" fmla="*/ 6396598 w 6447632"/>
              <a:gd name="connsiteY5" fmla="*/ 274847 h 5753325"/>
              <a:gd name="connsiteX6" fmla="*/ 6358350 w 6447632"/>
              <a:gd name="connsiteY6" fmla="*/ 492529 h 5753325"/>
              <a:gd name="connsiteX7" fmla="*/ 6354187 w 6447632"/>
              <a:gd name="connsiteY7" fmla="*/ 615799 h 5753325"/>
              <a:gd name="connsiteX8" fmla="*/ 6303977 w 6447632"/>
              <a:gd name="connsiteY8" fmla="*/ 664291 h 5753325"/>
              <a:gd name="connsiteX9" fmla="*/ 6344988 w 6447632"/>
              <a:gd name="connsiteY9" fmla="*/ 697330 h 5753325"/>
              <a:gd name="connsiteX10" fmla="*/ 6334770 w 6447632"/>
              <a:gd name="connsiteY10" fmla="*/ 754001 h 5753325"/>
              <a:gd name="connsiteX11" fmla="*/ 6339879 w 6447632"/>
              <a:gd name="connsiteY11" fmla="*/ 811136 h 5753325"/>
              <a:gd name="connsiteX12" fmla="*/ 6330065 w 6447632"/>
              <a:gd name="connsiteY12" fmla="*/ 893399 h 5753325"/>
              <a:gd name="connsiteX13" fmla="*/ 6345206 w 6447632"/>
              <a:gd name="connsiteY13" fmla="*/ 1018060 h 5753325"/>
              <a:gd name="connsiteX14" fmla="*/ 6362266 w 6447632"/>
              <a:gd name="connsiteY14" fmla="*/ 1151111 h 5753325"/>
              <a:gd name="connsiteX15" fmla="*/ 6334400 w 6447632"/>
              <a:gd name="connsiteY15" fmla="*/ 1280757 h 5753325"/>
              <a:gd name="connsiteX16" fmla="*/ 6356023 w 6447632"/>
              <a:gd name="connsiteY16" fmla="*/ 1356227 h 5753325"/>
              <a:gd name="connsiteX17" fmla="*/ 6356157 w 6447632"/>
              <a:gd name="connsiteY17" fmla="*/ 1361967 h 5753325"/>
              <a:gd name="connsiteX18" fmla="*/ 6350613 w 6447632"/>
              <a:gd name="connsiteY18" fmla="*/ 1393569 h 5753325"/>
              <a:gd name="connsiteX19" fmla="*/ 6357062 w 6447632"/>
              <a:gd name="connsiteY19" fmla="*/ 1444071 h 5753325"/>
              <a:gd name="connsiteX20" fmla="*/ 6364832 w 6447632"/>
              <a:gd name="connsiteY20" fmla="*/ 1478763 h 5753325"/>
              <a:gd name="connsiteX21" fmla="*/ 6369745 w 6447632"/>
              <a:gd name="connsiteY21" fmla="*/ 1495680 h 5753325"/>
              <a:gd name="connsiteX22" fmla="*/ 6370898 w 6447632"/>
              <a:gd name="connsiteY22" fmla="*/ 1513331 h 5753325"/>
              <a:gd name="connsiteX23" fmla="*/ 6339773 w 6447632"/>
              <a:gd name="connsiteY23" fmla="*/ 1527414 h 5753325"/>
              <a:gd name="connsiteX24" fmla="*/ 6321854 w 6447632"/>
              <a:gd name="connsiteY24" fmla="*/ 1635366 h 5753325"/>
              <a:gd name="connsiteX25" fmla="*/ 6299489 w 6447632"/>
              <a:gd name="connsiteY25" fmla="*/ 1784860 h 5753325"/>
              <a:gd name="connsiteX26" fmla="*/ 6267878 w 6447632"/>
              <a:gd name="connsiteY26" fmla="*/ 1858572 h 5753325"/>
              <a:gd name="connsiteX27" fmla="*/ 6251146 w 6447632"/>
              <a:gd name="connsiteY27" fmla="*/ 1926167 h 5753325"/>
              <a:gd name="connsiteX28" fmla="*/ 6210686 w 6447632"/>
              <a:gd name="connsiteY28" fmla="*/ 2014834 h 5753325"/>
              <a:gd name="connsiteX29" fmla="*/ 6106652 w 6447632"/>
              <a:gd name="connsiteY29" fmla="*/ 2150572 h 5753325"/>
              <a:gd name="connsiteX30" fmla="*/ 6097813 w 6447632"/>
              <a:gd name="connsiteY30" fmla="*/ 2172208 h 5753325"/>
              <a:gd name="connsiteX31" fmla="*/ 6095990 w 6447632"/>
              <a:gd name="connsiteY31" fmla="*/ 2181185 h 5753325"/>
              <a:gd name="connsiteX32" fmla="*/ 6090126 w 6447632"/>
              <a:gd name="connsiteY32" fmla="*/ 2192533 h 5753325"/>
              <a:gd name="connsiteX33" fmla="*/ 6089503 w 6447632"/>
              <a:gd name="connsiteY33" fmla="*/ 2192543 h 5753325"/>
              <a:gd name="connsiteX34" fmla="*/ 6084946 w 6447632"/>
              <a:gd name="connsiteY34" fmla="*/ 2203694 h 5753325"/>
              <a:gd name="connsiteX35" fmla="*/ 5987861 w 6447632"/>
              <a:gd name="connsiteY35" fmla="*/ 2304868 h 5753325"/>
              <a:gd name="connsiteX36" fmla="*/ 5973439 w 6447632"/>
              <a:gd name="connsiteY36" fmla="*/ 2385635 h 5753325"/>
              <a:gd name="connsiteX37" fmla="*/ 5916727 w 6447632"/>
              <a:gd name="connsiteY37" fmla="*/ 2458777 h 5753325"/>
              <a:gd name="connsiteX38" fmla="*/ 5856524 w 6447632"/>
              <a:gd name="connsiteY38" fmla="*/ 2583281 h 5753325"/>
              <a:gd name="connsiteX39" fmla="*/ 5838091 w 6447632"/>
              <a:gd name="connsiteY39" fmla="*/ 2753474 h 5753325"/>
              <a:gd name="connsiteX40" fmla="*/ 5744296 w 6447632"/>
              <a:gd name="connsiteY40" fmla="*/ 2893276 h 5753325"/>
              <a:gd name="connsiteX41" fmla="*/ 5682522 w 6447632"/>
              <a:gd name="connsiteY41" fmla="*/ 3044368 h 5753325"/>
              <a:gd name="connsiteX42" fmla="*/ 5557886 w 6447632"/>
              <a:gd name="connsiteY42" fmla="*/ 3304853 h 5753325"/>
              <a:gd name="connsiteX43" fmla="*/ 5483942 w 6447632"/>
              <a:gd name="connsiteY43" fmla="*/ 3416604 h 5753325"/>
              <a:gd name="connsiteX44" fmla="*/ 5461007 w 6447632"/>
              <a:gd name="connsiteY44" fmla="*/ 3503742 h 5753325"/>
              <a:gd name="connsiteX45" fmla="*/ 5437889 w 6447632"/>
              <a:gd name="connsiteY45" fmla="*/ 3559927 h 5753325"/>
              <a:gd name="connsiteX46" fmla="*/ 5432770 w 6447632"/>
              <a:gd name="connsiteY46" fmla="*/ 3562948 h 5753325"/>
              <a:gd name="connsiteX47" fmla="*/ 5406795 w 6447632"/>
              <a:gd name="connsiteY47" fmla="*/ 3578594 h 5753325"/>
              <a:gd name="connsiteX48" fmla="*/ 5381495 w 6447632"/>
              <a:gd name="connsiteY48" fmla="*/ 3599883 h 5753325"/>
              <a:gd name="connsiteX49" fmla="*/ 5363689 w 6447632"/>
              <a:gd name="connsiteY49" fmla="*/ 3633299 h 5753325"/>
              <a:gd name="connsiteX50" fmla="*/ 5291870 w 6447632"/>
              <a:gd name="connsiteY50" fmla="*/ 3799039 h 5753325"/>
              <a:gd name="connsiteX51" fmla="*/ 5241600 w 6447632"/>
              <a:gd name="connsiteY51" fmla="*/ 3894238 h 5753325"/>
              <a:gd name="connsiteX52" fmla="*/ 5211041 w 6447632"/>
              <a:gd name="connsiteY52" fmla="*/ 3924184 h 5753325"/>
              <a:gd name="connsiteX53" fmla="*/ 5176073 w 6447632"/>
              <a:gd name="connsiteY53" fmla="*/ 3970179 h 5753325"/>
              <a:gd name="connsiteX54" fmla="*/ 5172826 w 6447632"/>
              <a:gd name="connsiteY54" fmla="*/ 3991773 h 5753325"/>
              <a:gd name="connsiteX55" fmla="*/ 5157053 w 6447632"/>
              <a:gd name="connsiteY55" fmla="*/ 3997708 h 5753325"/>
              <a:gd name="connsiteX56" fmla="*/ 5127922 w 6447632"/>
              <a:gd name="connsiteY56" fmla="*/ 4022660 h 5753325"/>
              <a:gd name="connsiteX57" fmla="*/ 5020872 w 6447632"/>
              <a:gd name="connsiteY57" fmla="*/ 4075951 h 5753325"/>
              <a:gd name="connsiteX58" fmla="*/ 4991410 w 6447632"/>
              <a:gd name="connsiteY58" fmla="*/ 4087598 h 5753325"/>
              <a:gd name="connsiteX59" fmla="*/ 4930112 w 6447632"/>
              <a:gd name="connsiteY59" fmla="*/ 4138459 h 5753325"/>
              <a:gd name="connsiteX60" fmla="*/ 4834224 w 6447632"/>
              <a:gd name="connsiteY60" fmla="*/ 4231643 h 5753325"/>
              <a:gd name="connsiteX61" fmla="*/ 4812599 w 6447632"/>
              <a:gd name="connsiteY61" fmla="*/ 4249449 h 5753325"/>
              <a:gd name="connsiteX62" fmla="*/ 4789188 w 6447632"/>
              <a:gd name="connsiteY62" fmla="*/ 4256678 h 5753325"/>
              <a:gd name="connsiteX63" fmla="*/ 4779554 w 6447632"/>
              <a:gd name="connsiteY63" fmla="*/ 4251313 h 5753325"/>
              <a:gd name="connsiteX64" fmla="*/ 4766885 w 6447632"/>
              <a:gd name="connsiteY64" fmla="*/ 4259812 h 5753325"/>
              <a:gd name="connsiteX65" fmla="*/ 4762510 w 6447632"/>
              <a:gd name="connsiteY65" fmla="*/ 4260383 h 5753325"/>
              <a:gd name="connsiteX66" fmla="*/ 4738416 w 6447632"/>
              <a:gd name="connsiteY66" fmla="*/ 4265355 h 5753325"/>
              <a:gd name="connsiteX67" fmla="*/ 4712007 w 6447632"/>
              <a:gd name="connsiteY67" fmla="*/ 4317892 h 5753325"/>
              <a:gd name="connsiteX68" fmla="*/ 4658930 w 6447632"/>
              <a:gd name="connsiteY68" fmla="*/ 4348041 h 5753325"/>
              <a:gd name="connsiteX69" fmla="*/ 4443526 w 6447632"/>
              <a:gd name="connsiteY69" fmla="*/ 4507851 h 5753325"/>
              <a:gd name="connsiteX70" fmla="*/ 4289766 w 6447632"/>
              <a:gd name="connsiteY70" fmla="*/ 4711450 h 5753325"/>
              <a:gd name="connsiteX71" fmla="*/ 4150870 w 6447632"/>
              <a:gd name="connsiteY71" fmla="*/ 4818480 h 5753325"/>
              <a:gd name="connsiteX72" fmla="*/ 4006639 w 6447632"/>
              <a:gd name="connsiteY72" fmla="*/ 4933815 h 5753325"/>
              <a:gd name="connsiteX73" fmla="*/ 3298210 w 6447632"/>
              <a:gd name="connsiteY73" fmla="*/ 5070790 h 5753325"/>
              <a:gd name="connsiteX74" fmla="*/ 2947678 w 6447632"/>
              <a:gd name="connsiteY74" fmla="*/ 5117869 h 5753325"/>
              <a:gd name="connsiteX75" fmla="*/ 2822169 w 6447632"/>
              <a:gd name="connsiteY75" fmla="*/ 5129396 h 5753325"/>
              <a:gd name="connsiteX76" fmla="*/ 2538773 w 6447632"/>
              <a:gd name="connsiteY76" fmla="*/ 5313397 h 5753325"/>
              <a:gd name="connsiteX77" fmla="*/ 2014500 w 6447632"/>
              <a:gd name="connsiteY77" fmla="*/ 5519744 h 5753325"/>
              <a:gd name="connsiteX78" fmla="*/ 1934391 w 6447632"/>
              <a:gd name="connsiteY78" fmla="*/ 5591335 h 5753325"/>
              <a:gd name="connsiteX79" fmla="*/ 1892550 w 6447632"/>
              <a:gd name="connsiteY79" fmla="*/ 5649708 h 5753325"/>
              <a:gd name="connsiteX80" fmla="*/ 1854769 w 6447632"/>
              <a:gd name="connsiteY80" fmla="*/ 5647691 h 5753325"/>
              <a:gd name="connsiteX81" fmla="*/ 1809461 w 6447632"/>
              <a:gd name="connsiteY81" fmla="*/ 5648628 h 5753325"/>
              <a:gd name="connsiteX82" fmla="*/ 1745150 w 6447632"/>
              <a:gd name="connsiteY82" fmla="*/ 5693879 h 5753325"/>
              <a:gd name="connsiteX83" fmla="*/ 1713375 w 6447632"/>
              <a:gd name="connsiteY83" fmla="*/ 5684672 h 5753325"/>
              <a:gd name="connsiteX84" fmla="*/ 1707808 w 6447632"/>
              <a:gd name="connsiteY84" fmla="*/ 5682611 h 5753325"/>
              <a:gd name="connsiteX85" fmla="*/ 1679313 w 6447632"/>
              <a:gd name="connsiteY85" fmla="*/ 5672360 h 5753325"/>
              <a:gd name="connsiteX86" fmla="*/ 1646933 w 6447632"/>
              <a:gd name="connsiteY86" fmla="*/ 5666227 h 5753325"/>
              <a:gd name="connsiteX87" fmla="*/ 1610055 w 6447632"/>
              <a:gd name="connsiteY87" fmla="*/ 5673643 h 5753325"/>
              <a:gd name="connsiteX88" fmla="*/ 1437641 w 6447632"/>
              <a:gd name="connsiteY88" fmla="*/ 5723266 h 5753325"/>
              <a:gd name="connsiteX89" fmla="*/ 1332869 w 6447632"/>
              <a:gd name="connsiteY89" fmla="*/ 5744752 h 5753325"/>
              <a:gd name="connsiteX90" fmla="*/ 1290525 w 6447632"/>
              <a:gd name="connsiteY90" fmla="*/ 5740036 h 5753325"/>
              <a:gd name="connsiteX91" fmla="*/ 1233107 w 6447632"/>
              <a:gd name="connsiteY91" fmla="*/ 5742106 h 5753325"/>
              <a:gd name="connsiteX92" fmla="*/ 1214532 w 6447632"/>
              <a:gd name="connsiteY92" fmla="*/ 5753325 h 5753325"/>
              <a:gd name="connsiteX93" fmla="*/ 1199955 w 6447632"/>
              <a:gd name="connsiteY93" fmla="*/ 5744831 h 5753325"/>
              <a:gd name="connsiteX94" fmla="*/ 1162337 w 6447632"/>
              <a:gd name="connsiteY94" fmla="*/ 5738048 h 5753325"/>
              <a:gd name="connsiteX95" fmla="*/ 1053457 w 6447632"/>
              <a:gd name="connsiteY95" fmla="*/ 5688676 h 5753325"/>
              <a:gd name="connsiteX96" fmla="*/ 1025798 w 6447632"/>
              <a:gd name="connsiteY96" fmla="*/ 5673166 h 5753325"/>
              <a:gd name="connsiteX97" fmla="*/ 947900 w 6447632"/>
              <a:gd name="connsiteY97" fmla="*/ 5657848 h 5753325"/>
              <a:gd name="connsiteX98" fmla="*/ 815627 w 6447632"/>
              <a:gd name="connsiteY98" fmla="*/ 5642557 h 5753325"/>
              <a:gd name="connsiteX99" fmla="*/ 788251 w 6447632"/>
              <a:gd name="connsiteY99" fmla="*/ 5637065 h 5753325"/>
              <a:gd name="connsiteX100" fmla="*/ 767822 w 6447632"/>
              <a:gd name="connsiteY100" fmla="*/ 5623450 h 5753325"/>
              <a:gd name="connsiteX101" fmla="*/ 765791 w 6447632"/>
              <a:gd name="connsiteY101" fmla="*/ 5612539 h 5753325"/>
              <a:gd name="connsiteX102" fmla="*/ 751230 w 6447632"/>
              <a:gd name="connsiteY102" fmla="*/ 5608092 h 5753325"/>
              <a:gd name="connsiteX103" fmla="*/ 748008 w 6447632"/>
              <a:gd name="connsiteY103" fmla="*/ 5605052 h 5753325"/>
              <a:gd name="connsiteX104" fmla="*/ 728871 w 6447632"/>
              <a:gd name="connsiteY104" fmla="*/ 5589469 h 5753325"/>
              <a:gd name="connsiteX105" fmla="*/ 671898 w 6447632"/>
              <a:gd name="connsiteY105" fmla="*/ 5602363 h 5753325"/>
              <a:gd name="connsiteX106" fmla="*/ 615065 w 6447632"/>
              <a:gd name="connsiteY106" fmla="*/ 5580257 h 5753325"/>
              <a:gd name="connsiteX107" fmla="*/ 355785 w 6447632"/>
              <a:gd name="connsiteY107" fmla="*/ 5514383 h 5753325"/>
              <a:gd name="connsiteX108" fmla="*/ 102269 w 6447632"/>
              <a:gd name="connsiteY108" fmla="*/ 5524347 h 5753325"/>
              <a:gd name="connsiteX109" fmla="*/ 13160 w 6447632"/>
              <a:gd name="connsiteY109" fmla="*/ 5514159 h 5753325"/>
              <a:gd name="connsiteX110" fmla="*/ 0 w 6447632"/>
              <a:gd name="connsiteY110" fmla="*/ 5511735 h 5753325"/>
              <a:gd name="connsiteX111" fmla="*/ 0 w 6447632"/>
              <a:gd name="connsiteY111" fmla="*/ 0 h 5753325"/>
              <a:gd name="connsiteX0" fmla="*/ 0 w 6447632"/>
              <a:gd name="connsiteY0" fmla="*/ 0 h 5753325"/>
              <a:gd name="connsiteX1" fmla="*/ 6438980 w 6447632"/>
              <a:gd name="connsiteY1" fmla="*/ 0 h 5753325"/>
              <a:gd name="connsiteX2" fmla="*/ 6439047 w 6447632"/>
              <a:gd name="connsiteY2" fmla="*/ 147 h 5753325"/>
              <a:gd name="connsiteX3" fmla="*/ 6443456 w 6447632"/>
              <a:gd name="connsiteY3" fmla="*/ 130105 h 5753325"/>
              <a:gd name="connsiteX4" fmla="*/ 6447632 w 6447632"/>
              <a:gd name="connsiteY4" fmla="*/ 170016 h 5753325"/>
              <a:gd name="connsiteX5" fmla="*/ 6396598 w 6447632"/>
              <a:gd name="connsiteY5" fmla="*/ 274847 h 5753325"/>
              <a:gd name="connsiteX6" fmla="*/ 6358350 w 6447632"/>
              <a:gd name="connsiteY6" fmla="*/ 492529 h 5753325"/>
              <a:gd name="connsiteX7" fmla="*/ 6354187 w 6447632"/>
              <a:gd name="connsiteY7" fmla="*/ 615799 h 5753325"/>
              <a:gd name="connsiteX8" fmla="*/ 6303977 w 6447632"/>
              <a:gd name="connsiteY8" fmla="*/ 664291 h 5753325"/>
              <a:gd name="connsiteX9" fmla="*/ 6344988 w 6447632"/>
              <a:gd name="connsiteY9" fmla="*/ 697330 h 5753325"/>
              <a:gd name="connsiteX10" fmla="*/ 6334770 w 6447632"/>
              <a:gd name="connsiteY10" fmla="*/ 754001 h 5753325"/>
              <a:gd name="connsiteX11" fmla="*/ 6339879 w 6447632"/>
              <a:gd name="connsiteY11" fmla="*/ 811136 h 5753325"/>
              <a:gd name="connsiteX12" fmla="*/ 6330065 w 6447632"/>
              <a:gd name="connsiteY12" fmla="*/ 893399 h 5753325"/>
              <a:gd name="connsiteX13" fmla="*/ 6345206 w 6447632"/>
              <a:gd name="connsiteY13" fmla="*/ 1018060 h 5753325"/>
              <a:gd name="connsiteX14" fmla="*/ 6341532 w 6447632"/>
              <a:gd name="connsiteY14" fmla="*/ 1151111 h 5753325"/>
              <a:gd name="connsiteX15" fmla="*/ 6334400 w 6447632"/>
              <a:gd name="connsiteY15" fmla="*/ 1280757 h 5753325"/>
              <a:gd name="connsiteX16" fmla="*/ 6356023 w 6447632"/>
              <a:gd name="connsiteY16" fmla="*/ 1356227 h 5753325"/>
              <a:gd name="connsiteX17" fmla="*/ 6356157 w 6447632"/>
              <a:gd name="connsiteY17" fmla="*/ 1361967 h 5753325"/>
              <a:gd name="connsiteX18" fmla="*/ 6350613 w 6447632"/>
              <a:gd name="connsiteY18" fmla="*/ 1393569 h 5753325"/>
              <a:gd name="connsiteX19" fmla="*/ 6357062 w 6447632"/>
              <a:gd name="connsiteY19" fmla="*/ 1444071 h 5753325"/>
              <a:gd name="connsiteX20" fmla="*/ 6364832 w 6447632"/>
              <a:gd name="connsiteY20" fmla="*/ 1478763 h 5753325"/>
              <a:gd name="connsiteX21" fmla="*/ 6369745 w 6447632"/>
              <a:gd name="connsiteY21" fmla="*/ 1495680 h 5753325"/>
              <a:gd name="connsiteX22" fmla="*/ 6370898 w 6447632"/>
              <a:gd name="connsiteY22" fmla="*/ 1513331 h 5753325"/>
              <a:gd name="connsiteX23" fmla="*/ 6339773 w 6447632"/>
              <a:gd name="connsiteY23" fmla="*/ 1527414 h 5753325"/>
              <a:gd name="connsiteX24" fmla="*/ 6321854 w 6447632"/>
              <a:gd name="connsiteY24" fmla="*/ 1635366 h 5753325"/>
              <a:gd name="connsiteX25" fmla="*/ 6299489 w 6447632"/>
              <a:gd name="connsiteY25" fmla="*/ 1784860 h 5753325"/>
              <a:gd name="connsiteX26" fmla="*/ 6267878 w 6447632"/>
              <a:gd name="connsiteY26" fmla="*/ 1858572 h 5753325"/>
              <a:gd name="connsiteX27" fmla="*/ 6251146 w 6447632"/>
              <a:gd name="connsiteY27" fmla="*/ 1926167 h 5753325"/>
              <a:gd name="connsiteX28" fmla="*/ 6210686 w 6447632"/>
              <a:gd name="connsiteY28" fmla="*/ 2014834 h 5753325"/>
              <a:gd name="connsiteX29" fmla="*/ 6106652 w 6447632"/>
              <a:gd name="connsiteY29" fmla="*/ 2150572 h 5753325"/>
              <a:gd name="connsiteX30" fmla="*/ 6097813 w 6447632"/>
              <a:gd name="connsiteY30" fmla="*/ 2172208 h 5753325"/>
              <a:gd name="connsiteX31" fmla="*/ 6095990 w 6447632"/>
              <a:gd name="connsiteY31" fmla="*/ 2181185 h 5753325"/>
              <a:gd name="connsiteX32" fmla="*/ 6090126 w 6447632"/>
              <a:gd name="connsiteY32" fmla="*/ 2192533 h 5753325"/>
              <a:gd name="connsiteX33" fmla="*/ 6089503 w 6447632"/>
              <a:gd name="connsiteY33" fmla="*/ 2192543 h 5753325"/>
              <a:gd name="connsiteX34" fmla="*/ 6084946 w 6447632"/>
              <a:gd name="connsiteY34" fmla="*/ 2203694 h 5753325"/>
              <a:gd name="connsiteX35" fmla="*/ 5987861 w 6447632"/>
              <a:gd name="connsiteY35" fmla="*/ 2304868 h 5753325"/>
              <a:gd name="connsiteX36" fmla="*/ 5973439 w 6447632"/>
              <a:gd name="connsiteY36" fmla="*/ 2385635 h 5753325"/>
              <a:gd name="connsiteX37" fmla="*/ 5916727 w 6447632"/>
              <a:gd name="connsiteY37" fmla="*/ 2458777 h 5753325"/>
              <a:gd name="connsiteX38" fmla="*/ 5856524 w 6447632"/>
              <a:gd name="connsiteY38" fmla="*/ 2583281 h 5753325"/>
              <a:gd name="connsiteX39" fmla="*/ 5838091 w 6447632"/>
              <a:gd name="connsiteY39" fmla="*/ 2753474 h 5753325"/>
              <a:gd name="connsiteX40" fmla="*/ 5744296 w 6447632"/>
              <a:gd name="connsiteY40" fmla="*/ 2893276 h 5753325"/>
              <a:gd name="connsiteX41" fmla="*/ 5682522 w 6447632"/>
              <a:gd name="connsiteY41" fmla="*/ 3044368 h 5753325"/>
              <a:gd name="connsiteX42" fmla="*/ 5557886 w 6447632"/>
              <a:gd name="connsiteY42" fmla="*/ 3304853 h 5753325"/>
              <a:gd name="connsiteX43" fmla="*/ 5483942 w 6447632"/>
              <a:gd name="connsiteY43" fmla="*/ 3416604 h 5753325"/>
              <a:gd name="connsiteX44" fmla="*/ 5461007 w 6447632"/>
              <a:gd name="connsiteY44" fmla="*/ 3503742 h 5753325"/>
              <a:gd name="connsiteX45" fmla="*/ 5437889 w 6447632"/>
              <a:gd name="connsiteY45" fmla="*/ 3559927 h 5753325"/>
              <a:gd name="connsiteX46" fmla="*/ 5432770 w 6447632"/>
              <a:gd name="connsiteY46" fmla="*/ 3562948 h 5753325"/>
              <a:gd name="connsiteX47" fmla="*/ 5406795 w 6447632"/>
              <a:gd name="connsiteY47" fmla="*/ 3578594 h 5753325"/>
              <a:gd name="connsiteX48" fmla="*/ 5381495 w 6447632"/>
              <a:gd name="connsiteY48" fmla="*/ 3599883 h 5753325"/>
              <a:gd name="connsiteX49" fmla="*/ 5363689 w 6447632"/>
              <a:gd name="connsiteY49" fmla="*/ 3633299 h 5753325"/>
              <a:gd name="connsiteX50" fmla="*/ 5291870 w 6447632"/>
              <a:gd name="connsiteY50" fmla="*/ 3799039 h 5753325"/>
              <a:gd name="connsiteX51" fmla="*/ 5241600 w 6447632"/>
              <a:gd name="connsiteY51" fmla="*/ 3894238 h 5753325"/>
              <a:gd name="connsiteX52" fmla="*/ 5211041 w 6447632"/>
              <a:gd name="connsiteY52" fmla="*/ 3924184 h 5753325"/>
              <a:gd name="connsiteX53" fmla="*/ 5176073 w 6447632"/>
              <a:gd name="connsiteY53" fmla="*/ 3970179 h 5753325"/>
              <a:gd name="connsiteX54" fmla="*/ 5172826 w 6447632"/>
              <a:gd name="connsiteY54" fmla="*/ 3991773 h 5753325"/>
              <a:gd name="connsiteX55" fmla="*/ 5157053 w 6447632"/>
              <a:gd name="connsiteY55" fmla="*/ 3997708 h 5753325"/>
              <a:gd name="connsiteX56" fmla="*/ 5127922 w 6447632"/>
              <a:gd name="connsiteY56" fmla="*/ 4022660 h 5753325"/>
              <a:gd name="connsiteX57" fmla="*/ 5020872 w 6447632"/>
              <a:gd name="connsiteY57" fmla="*/ 4075951 h 5753325"/>
              <a:gd name="connsiteX58" fmla="*/ 4991410 w 6447632"/>
              <a:gd name="connsiteY58" fmla="*/ 4087598 h 5753325"/>
              <a:gd name="connsiteX59" fmla="*/ 4930112 w 6447632"/>
              <a:gd name="connsiteY59" fmla="*/ 4138459 h 5753325"/>
              <a:gd name="connsiteX60" fmla="*/ 4834224 w 6447632"/>
              <a:gd name="connsiteY60" fmla="*/ 4231643 h 5753325"/>
              <a:gd name="connsiteX61" fmla="*/ 4812599 w 6447632"/>
              <a:gd name="connsiteY61" fmla="*/ 4249449 h 5753325"/>
              <a:gd name="connsiteX62" fmla="*/ 4789188 w 6447632"/>
              <a:gd name="connsiteY62" fmla="*/ 4256678 h 5753325"/>
              <a:gd name="connsiteX63" fmla="*/ 4779554 w 6447632"/>
              <a:gd name="connsiteY63" fmla="*/ 4251313 h 5753325"/>
              <a:gd name="connsiteX64" fmla="*/ 4766885 w 6447632"/>
              <a:gd name="connsiteY64" fmla="*/ 4259812 h 5753325"/>
              <a:gd name="connsiteX65" fmla="*/ 4762510 w 6447632"/>
              <a:gd name="connsiteY65" fmla="*/ 4260383 h 5753325"/>
              <a:gd name="connsiteX66" fmla="*/ 4738416 w 6447632"/>
              <a:gd name="connsiteY66" fmla="*/ 4265355 h 5753325"/>
              <a:gd name="connsiteX67" fmla="*/ 4712007 w 6447632"/>
              <a:gd name="connsiteY67" fmla="*/ 4317892 h 5753325"/>
              <a:gd name="connsiteX68" fmla="*/ 4658930 w 6447632"/>
              <a:gd name="connsiteY68" fmla="*/ 4348041 h 5753325"/>
              <a:gd name="connsiteX69" fmla="*/ 4443526 w 6447632"/>
              <a:gd name="connsiteY69" fmla="*/ 4507851 h 5753325"/>
              <a:gd name="connsiteX70" fmla="*/ 4289766 w 6447632"/>
              <a:gd name="connsiteY70" fmla="*/ 4711450 h 5753325"/>
              <a:gd name="connsiteX71" fmla="*/ 4150870 w 6447632"/>
              <a:gd name="connsiteY71" fmla="*/ 4818480 h 5753325"/>
              <a:gd name="connsiteX72" fmla="*/ 4006639 w 6447632"/>
              <a:gd name="connsiteY72" fmla="*/ 4933815 h 5753325"/>
              <a:gd name="connsiteX73" fmla="*/ 3298210 w 6447632"/>
              <a:gd name="connsiteY73" fmla="*/ 5070790 h 5753325"/>
              <a:gd name="connsiteX74" fmla="*/ 2947678 w 6447632"/>
              <a:gd name="connsiteY74" fmla="*/ 5117869 h 5753325"/>
              <a:gd name="connsiteX75" fmla="*/ 2822169 w 6447632"/>
              <a:gd name="connsiteY75" fmla="*/ 5129396 h 5753325"/>
              <a:gd name="connsiteX76" fmla="*/ 2538773 w 6447632"/>
              <a:gd name="connsiteY76" fmla="*/ 5313397 h 5753325"/>
              <a:gd name="connsiteX77" fmla="*/ 2014500 w 6447632"/>
              <a:gd name="connsiteY77" fmla="*/ 5519744 h 5753325"/>
              <a:gd name="connsiteX78" fmla="*/ 1934391 w 6447632"/>
              <a:gd name="connsiteY78" fmla="*/ 5591335 h 5753325"/>
              <a:gd name="connsiteX79" fmla="*/ 1892550 w 6447632"/>
              <a:gd name="connsiteY79" fmla="*/ 5649708 h 5753325"/>
              <a:gd name="connsiteX80" fmla="*/ 1854769 w 6447632"/>
              <a:gd name="connsiteY80" fmla="*/ 5647691 h 5753325"/>
              <a:gd name="connsiteX81" fmla="*/ 1809461 w 6447632"/>
              <a:gd name="connsiteY81" fmla="*/ 5648628 h 5753325"/>
              <a:gd name="connsiteX82" fmla="*/ 1745150 w 6447632"/>
              <a:gd name="connsiteY82" fmla="*/ 5693879 h 5753325"/>
              <a:gd name="connsiteX83" fmla="*/ 1713375 w 6447632"/>
              <a:gd name="connsiteY83" fmla="*/ 5684672 h 5753325"/>
              <a:gd name="connsiteX84" fmla="*/ 1707808 w 6447632"/>
              <a:gd name="connsiteY84" fmla="*/ 5682611 h 5753325"/>
              <a:gd name="connsiteX85" fmla="*/ 1679313 w 6447632"/>
              <a:gd name="connsiteY85" fmla="*/ 5672360 h 5753325"/>
              <a:gd name="connsiteX86" fmla="*/ 1646933 w 6447632"/>
              <a:gd name="connsiteY86" fmla="*/ 5666227 h 5753325"/>
              <a:gd name="connsiteX87" fmla="*/ 1610055 w 6447632"/>
              <a:gd name="connsiteY87" fmla="*/ 5673643 h 5753325"/>
              <a:gd name="connsiteX88" fmla="*/ 1437641 w 6447632"/>
              <a:gd name="connsiteY88" fmla="*/ 5723266 h 5753325"/>
              <a:gd name="connsiteX89" fmla="*/ 1332869 w 6447632"/>
              <a:gd name="connsiteY89" fmla="*/ 5744752 h 5753325"/>
              <a:gd name="connsiteX90" fmla="*/ 1290525 w 6447632"/>
              <a:gd name="connsiteY90" fmla="*/ 5740036 h 5753325"/>
              <a:gd name="connsiteX91" fmla="*/ 1233107 w 6447632"/>
              <a:gd name="connsiteY91" fmla="*/ 5742106 h 5753325"/>
              <a:gd name="connsiteX92" fmla="*/ 1214532 w 6447632"/>
              <a:gd name="connsiteY92" fmla="*/ 5753325 h 5753325"/>
              <a:gd name="connsiteX93" fmla="*/ 1199955 w 6447632"/>
              <a:gd name="connsiteY93" fmla="*/ 5744831 h 5753325"/>
              <a:gd name="connsiteX94" fmla="*/ 1162337 w 6447632"/>
              <a:gd name="connsiteY94" fmla="*/ 5738048 h 5753325"/>
              <a:gd name="connsiteX95" fmla="*/ 1053457 w 6447632"/>
              <a:gd name="connsiteY95" fmla="*/ 5688676 h 5753325"/>
              <a:gd name="connsiteX96" fmla="*/ 1025798 w 6447632"/>
              <a:gd name="connsiteY96" fmla="*/ 5673166 h 5753325"/>
              <a:gd name="connsiteX97" fmla="*/ 947900 w 6447632"/>
              <a:gd name="connsiteY97" fmla="*/ 5657848 h 5753325"/>
              <a:gd name="connsiteX98" fmla="*/ 815627 w 6447632"/>
              <a:gd name="connsiteY98" fmla="*/ 5642557 h 5753325"/>
              <a:gd name="connsiteX99" fmla="*/ 788251 w 6447632"/>
              <a:gd name="connsiteY99" fmla="*/ 5637065 h 5753325"/>
              <a:gd name="connsiteX100" fmla="*/ 767822 w 6447632"/>
              <a:gd name="connsiteY100" fmla="*/ 5623450 h 5753325"/>
              <a:gd name="connsiteX101" fmla="*/ 765791 w 6447632"/>
              <a:gd name="connsiteY101" fmla="*/ 5612539 h 5753325"/>
              <a:gd name="connsiteX102" fmla="*/ 751230 w 6447632"/>
              <a:gd name="connsiteY102" fmla="*/ 5608092 h 5753325"/>
              <a:gd name="connsiteX103" fmla="*/ 748008 w 6447632"/>
              <a:gd name="connsiteY103" fmla="*/ 5605052 h 5753325"/>
              <a:gd name="connsiteX104" fmla="*/ 728871 w 6447632"/>
              <a:gd name="connsiteY104" fmla="*/ 5589469 h 5753325"/>
              <a:gd name="connsiteX105" fmla="*/ 671898 w 6447632"/>
              <a:gd name="connsiteY105" fmla="*/ 5602363 h 5753325"/>
              <a:gd name="connsiteX106" fmla="*/ 615065 w 6447632"/>
              <a:gd name="connsiteY106" fmla="*/ 5580257 h 5753325"/>
              <a:gd name="connsiteX107" fmla="*/ 355785 w 6447632"/>
              <a:gd name="connsiteY107" fmla="*/ 5514383 h 5753325"/>
              <a:gd name="connsiteX108" fmla="*/ 102269 w 6447632"/>
              <a:gd name="connsiteY108" fmla="*/ 5524347 h 5753325"/>
              <a:gd name="connsiteX109" fmla="*/ 13160 w 6447632"/>
              <a:gd name="connsiteY109" fmla="*/ 5514159 h 5753325"/>
              <a:gd name="connsiteX110" fmla="*/ 0 w 6447632"/>
              <a:gd name="connsiteY110" fmla="*/ 5511735 h 5753325"/>
              <a:gd name="connsiteX111" fmla="*/ 0 w 6447632"/>
              <a:gd name="connsiteY111" fmla="*/ 0 h 5753325"/>
              <a:gd name="connsiteX0" fmla="*/ 0 w 6447632"/>
              <a:gd name="connsiteY0" fmla="*/ 0 h 5753325"/>
              <a:gd name="connsiteX1" fmla="*/ 6438980 w 6447632"/>
              <a:gd name="connsiteY1" fmla="*/ 0 h 5753325"/>
              <a:gd name="connsiteX2" fmla="*/ 6439047 w 6447632"/>
              <a:gd name="connsiteY2" fmla="*/ 147 h 5753325"/>
              <a:gd name="connsiteX3" fmla="*/ 6443456 w 6447632"/>
              <a:gd name="connsiteY3" fmla="*/ 130105 h 5753325"/>
              <a:gd name="connsiteX4" fmla="*/ 6447632 w 6447632"/>
              <a:gd name="connsiteY4" fmla="*/ 170016 h 5753325"/>
              <a:gd name="connsiteX5" fmla="*/ 6396598 w 6447632"/>
              <a:gd name="connsiteY5" fmla="*/ 274847 h 5753325"/>
              <a:gd name="connsiteX6" fmla="*/ 6358350 w 6447632"/>
              <a:gd name="connsiteY6" fmla="*/ 492529 h 5753325"/>
              <a:gd name="connsiteX7" fmla="*/ 6354187 w 6447632"/>
              <a:gd name="connsiteY7" fmla="*/ 615799 h 5753325"/>
              <a:gd name="connsiteX8" fmla="*/ 6303977 w 6447632"/>
              <a:gd name="connsiteY8" fmla="*/ 664291 h 5753325"/>
              <a:gd name="connsiteX9" fmla="*/ 6344988 w 6447632"/>
              <a:gd name="connsiteY9" fmla="*/ 697330 h 5753325"/>
              <a:gd name="connsiteX10" fmla="*/ 6334770 w 6447632"/>
              <a:gd name="connsiteY10" fmla="*/ 754001 h 5753325"/>
              <a:gd name="connsiteX11" fmla="*/ 6339879 w 6447632"/>
              <a:gd name="connsiteY11" fmla="*/ 811136 h 5753325"/>
              <a:gd name="connsiteX12" fmla="*/ 6330065 w 6447632"/>
              <a:gd name="connsiteY12" fmla="*/ 893399 h 5753325"/>
              <a:gd name="connsiteX13" fmla="*/ 6328618 w 6447632"/>
              <a:gd name="connsiteY13" fmla="*/ 1009766 h 5753325"/>
              <a:gd name="connsiteX14" fmla="*/ 6341532 w 6447632"/>
              <a:gd name="connsiteY14" fmla="*/ 1151111 h 5753325"/>
              <a:gd name="connsiteX15" fmla="*/ 6334400 w 6447632"/>
              <a:gd name="connsiteY15" fmla="*/ 1280757 h 5753325"/>
              <a:gd name="connsiteX16" fmla="*/ 6356023 w 6447632"/>
              <a:gd name="connsiteY16" fmla="*/ 1356227 h 5753325"/>
              <a:gd name="connsiteX17" fmla="*/ 6356157 w 6447632"/>
              <a:gd name="connsiteY17" fmla="*/ 1361967 h 5753325"/>
              <a:gd name="connsiteX18" fmla="*/ 6350613 w 6447632"/>
              <a:gd name="connsiteY18" fmla="*/ 1393569 h 5753325"/>
              <a:gd name="connsiteX19" fmla="*/ 6357062 w 6447632"/>
              <a:gd name="connsiteY19" fmla="*/ 1444071 h 5753325"/>
              <a:gd name="connsiteX20" fmla="*/ 6364832 w 6447632"/>
              <a:gd name="connsiteY20" fmla="*/ 1478763 h 5753325"/>
              <a:gd name="connsiteX21" fmla="*/ 6369745 w 6447632"/>
              <a:gd name="connsiteY21" fmla="*/ 1495680 h 5753325"/>
              <a:gd name="connsiteX22" fmla="*/ 6370898 w 6447632"/>
              <a:gd name="connsiteY22" fmla="*/ 1513331 h 5753325"/>
              <a:gd name="connsiteX23" fmla="*/ 6339773 w 6447632"/>
              <a:gd name="connsiteY23" fmla="*/ 1527414 h 5753325"/>
              <a:gd name="connsiteX24" fmla="*/ 6321854 w 6447632"/>
              <a:gd name="connsiteY24" fmla="*/ 1635366 h 5753325"/>
              <a:gd name="connsiteX25" fmla="*/ 6299489 w 6447632"/>
              <a:gd name="connsiteY25" fmla="*/ 1784860 h 5753325"/>
              <a:gd name="connsiteX26" fmla="*/ 6267878 w 6447632"/>
              <a:gd name="connsiteY26" fmla="*/ 1858572 h 5753325"/>
              <a:gd name="connsiteX27" fmla="*/ 6251146 w 6447632"/>
              <a:gd name="connsiteY27" fmla="*/ 1926167 h 5753325"/>
              <a:gd name="connsiteX28" fmla="*/ 6210686 w 6447632"/>
              <a:gd name="connsiteY28" fmla="*/ 2014834 h 5753325"/>
              <a:gd name="connsiteX29" fmla="*/ 6106652 w 6447632"/>
              <a:gd name="connsiteY29" fmla="*/ 2150572 h 5753325"/>
              <a:gd name="connsiteX30" fmla="*/ 6097813 w 6447632"/>
              <a:gd name="connsiteY30" fmla="*/ 2172208 h 5753325"/>
              <a:gd name="connsiteX31" fmla="*/ 6095990 w 6447632"/>
              <a:gd name="connsiteY31" fmla="*/ 2181185 h 5753325"/>
              <a:gd name="connsiteX32" fmla="*/ 6090126 w 6447632"/>
              <a:gd name="connsiteY32" fmla="*/ 2192533 h 5753325"/>
              <a:gd name="connsiteX33" fmla="*/ 6089503 w 6447632"/>
              <a:gd name="connsiteY33" fmla="*/ 2192543 h 5753325"/>
              <a:gd name="connsiteX34" fmla="*/ 6084946 w 6447632"/>
              <a:gd name="connsiteY34" fmla="*/ 2203694 h 5753325"/>
              <a:gd name="connsiteX35" fmla="*/ 5987861 w 6447632"/>
              <a:gd name="connsiteY35" fmla="*/ 2304868 h 5753325"/>
              <a:gd name="connsiteX36" fmla="*/ 5973439 w 6447632"/>
              <a:gd name="connsiteY36" fmla="*/ 2385635 h 5753325"/>
              <a:gd name="connsiteX37" fmla="*/ 5916727 w 6447632"/>
              <a:gd name="connsiteY37" fmla="*/ 2458777 h 5753325"/>
              <a:gd name="connsiteX38" fmla="*/ 5856524 w 6447632"/>
              <a:gd name="connsiteY38" fmla="*/ 2583281 h 5753325"/>
              <a:gd name="connsiteX39" fmla="*/ 5838091 w 6447632"/>
              <a:gd name="connsiteY39" fmla="*/ 2753474 h 5753325"/>
              <a:gd name="connsiteX40" fmla="*/ 5744296 w 6447632"/>
              <a:gd name="connsiteY40" fmla="*/ 2893276 h 5753325"/>
              <a:gd name="connsiteX41" fmla="*/ 5682522 w 6447632"/>
              <a:gd name="connsiteY41" fmla="*/ 3044368 h 5753325"/>
              <a:gd name="connsiteX42" fmla="*/ 5557886 w 6447632"/>
              <a:gd name="connsiteY42" fmla="*/ 3304853 h 5753325"/>
              <a:gd name="connsiteX43" fmla="*/ 5483942 w 6447632"/>
              <a:gd name="connsiteY43" fmla="*/ 3416604 h 5753325"/>
              <a:gd name="connsiteX44" fmla="*/ 5461007 w 6447632"/>
              <a:gd name="connsiteY44" fmla="*/ 3503742 h 5753325"/>
              <a:gd name="connsiteX45" fmla="*/ 5437889 w 6447632"/>
              <a:gd name="connsiteY45" fmla="*/ 3559927 h 5753325"/>
              <a:gd name="connsiteX46" fmla="*/ 5432770 w 6447632"/>
              <a:gd name="connsiteY46" fmla="*/ 3562948 h 5753325"/>
              <a:gd name="connsiteX47" fmla="*/ 5406795 w 6447632"/>
              <a:gd name="connsiteY47" fmla="*/ 3578594 h 5753325"/>
              <a:gd name="connsiteX48" fmla="*/ 5381495 w 6447632"/>
              <a:gd name="connsiteY48" fmla="*/ 3599883 h 5753325"/>
              <a:gd name="connsiteX49" fmla="*/ 5363689 w 6447632"/>
              <a:gd name="connsiteY49" fmla="*/ 3633299 h 5753325"/>
              <a:gd name="connsiteX50" fmla="*/ 5291870 w 6447632"/>
              <a:gd name="connsiteY50" fmla="*/ 3799039 h 5753325"/>
              <a:gd name="connsiteX51" fmla="*/ 5241600 w 6447632"/>
              <a:gd name="connsiteY51" fmla="*/ 3894238 h 5753325"/>
              <a:gd name="connsiteX52" fmla="*/ 5211041 w 6447632"/>
              <a:gd name="connsiteY52" fmla="*/ 3924184 h 5753325"/>
              <a:gd name="connsiteX53" fmla="*/ 5176073 w 6447632"/>
              <a:gd name="connsiteY53" fmla="*/ 3970179 h 5753325"/>
              <a:gd name="connsiteX54" fmla="*/ 5172826 w 6447632"/>
              <a:gd name="connsiteY54" fmla="*/ 3991773 h 5753325"/>
              <a:gd name="connsiteX55" fmla="*/ 5157053 w 6447632"/>
              <a:gd name="connsiteY55" fmla="*/ 3997708 h 5753325"/>
              <a:gd name="connsiteX56" fmla="*/ 5127922 w 6447632"/>
              <a:gd name="connsiteY56" fmla="*/ 4022660 h 5753325"/>
              <a:gd name="connsiteX57" fmla="*/ 5020872 w 6447632"/>
              <a:gd name="connsiteY57" fmla="*/ 4075951 h 5753325"/>
              <a:gd name="connsiteX58" fmla="*/ 4991410 w 6447632"/>
              <a:gd name="connsiteY58" fmla="*/ 4087598 h 5753325"/>
              <a:gd name="connsiteX59" fmla="*/ 4930112 w 6447632"/>
              <a:gd name="connsiteY59" fmla="*/ 4138459 h 5753325"/>
              <a:gd name="connsiteX60" fmla="*/ 4834224 w 6447632"/>
              <a:gd name="connsiteY60" fmla="*/ 4231643 h 5753325"/>
              <a:gd name="connsiteX61" fmla="*/ 4812599 w 6447632"/>
              <a:gd name="connsiteY61" fmla="*/ 4249449 h 5753325"/>
              <a:gd name="connsiteX62" fmla="*/ 4789188 w 6447632"/>
              <a:gd name="connsiteY62" fmla="*/ 4256678 h 5753325"/>
              <a:gd name="connsiteX63" fmla="*/ 4779554 w 6447632"/>
              <a:gd name="connsiteY63" fmla="*/ 4251313 h 5753325"/>
              <a:gd name="connsiteX64" fmla="*/ 4766885 w 6447632"/>
              <a:gd name="connsiteY64" fmla="*/ 4259812 h 5753325"/>
              <a:gd name="connsiteX65" fmla="*/ 4762510 w 6447632"/>
              <a:gd name="connsiteY65" fmla="*/ 4260383 h 5753325"/>
              <a:gd name="connsiteX66" fmla="*/ 4738416 w 6447632"/>
              <a:gd name="connsiteY66" fmla="*/ 4265355 h 5753325"/>
              <a:gd name="connsiteX67" fmla="*/ 4712007 w 6447632"/>
              <a:gd name="connsiteY67" fmla="*/ 4317892 h 5753325"/>
              <a:gd name="connsiteX68" fmla="*/ 4658930 w 6447632"/>
              <a:gd name="connsiteY68" fmla="*/ 4348041 h 5753325"/>
              <a:gd name="connsiteX69" fmla="*/ 4443526 w 6447632"/>
              <a:gd name="connsiteY69" fmla="*/ 4507851 h 5753325"/>
              <a:gd name="connsiteX70" fmla="*/ 4289766 w 6447632"/>
              <a:gd name="connsiteY70" fmla="*/ 4711450 h 5753325"/>
              <a:gd name="connsiteX71" fmla="*/ 4150870 w 6447632"/>
              <a:gd name="connsiteY71" fmla="*/ 4818480 h 5753325"/>
              <a:gd name="connsiteX72" fmla="*/ 4006639 w 6447632"/>
              <a:gd name="connsiteY72" fmla="*/ 4933815 h 5753325"/>
              <a:gd name="connsiteX73" fmla="*/ 3298210 w 6447632"/>
              <a:gd name="connsiteY73" fmla="*/ 5070790 h 5753325"/>
              <a:gd name="connsiteX74" fmla="*/ 2947678 w 6447632"/>
              <a:gd name="connsiteY74" fmla="*/ 5117869 h 5753325"/>
              <a:gd name="connsiteX75" fmla="*/ 2822169 w 6447632"/>
              <a:gd name="connsiteY75" fmla="*/ 5129396 h 5753325"/>
              <a:gd name="connsiteX76" fmla="*/ 2538773 w 6447632"/>
              <a:gd name="connsiteY76" fmla="*/ 5313397 h 5753325"/>
              <a:gd name="connsiteX77" fmla="*/ 2014500 w 6447632"/>
              <a:gd name="connsiteY77" fmla="*/ 5519744 h 5753325"/>
              <a:gd name="connsiteX78" fmla="*/ 1934391 w 6447632"/>
              <a:gd name="connsiteY78" fmla="*/ 5591335 h 5753325"/>
              <a:gd name="connsiteX79" fmla="*/ 1892550 w 6447632"/>
              <a:gd name="connsiteY79" fmla="*/ 5649708 h 5753325"/>
              <a:gd name="connsiteX80" fmla="*/ 1854769 w 6447632"/>
              <a:gd name="connsiteY80" fmla="*/ 5647691 h 5753325"/>
              <a:gd name="connsiteX81" fmla="*/ 1809461 w 6447632"/>
              <a:gd name="connsiteY81" fmla="*/ 5648628 h 5753325"/>
              <a:gd name="connsiteX82" fmla="*/ 1745150 w 6447632"/>
              <a:gd name="connsiteY82" fmla="*/ 5693879 h 5753325"/>
              <a:gd name="connsiteX83" fmla="*/ 1713375 w 6447632"/>
              <a:gd name="connsiteY83" fmla="*/ 5684672 h 5753325"/>
              <a:gd name="connsiteX84" fmla="*/ 1707808 w 6447632"/>
              <a:gd name="connsiteY84" fmla="*/ 5682611 h 5753325"/>
              <a:gd name="connsiteX85" fmla="*/ 1679313 w 6447632"/>
              <a:gd name="connsiteY85" fmla="*/ 5672360 h 5753325"/>
              <a:gd name="connsiteX86" fmla="*/ 1646933 w 6447632"/>
              <a:gd name="connsiteY86" fmla="*/ 5666227 h 5753325"/>
              <a:gd name="connsiteX87" fmla="*/ 1610055 w 6447632"/>
              <a:gd name="connsiteY87" fmla="*/ 5673643 h 5753325"/>
              <a:gd name="connsiteX88" fmla="*/ 1437641 w 6447632"/>
              <a:gd name="connsiteY88" fmla="*/ 5723266 h 5753325"/>
              <a:gd name="connsiteX89" fmla="*/ 1332869 w 6447632"/>
              <a:gd name="connsiteY89" fmla="*/ 5744752 h 5753325"/>
              <a:gd name="connsiteX90" fmla="*/ 1290525 w 6447632"/>
              <a:gd name="connsiteY90" fmla="*/ 5740036 h 5753325"/>
              <a:gd name="connsiteX91" fmla="*/ 1233107 w 6447632"/>
              <a:gd name="connsiteY91" fmla="*/ 5742106 h 5753325"/>
              <a:gd name="connsiteX92" fmla="*/ 1214532 w 6447632"/>
              <a:gd name="connsiteY92" fmla="*/ 5753325 h 5753325"/>
              <a:gd name="connsiteX93" fmla="*/ 1199955 w 6447632"/>
              <a:gd name="connsiteY93" fmla="*/ 5744831 h 5753325"/>
              <a:gd name="connsiteX94" fmla="*/ 1162337 w 6447632"/>
              <a:gd name="connsiteY94" fmla="*/ 5738048 h 5753325"/>
              <a:gd name="connsiteX95" fmla="*/ 1053457 w 6447632"/>
              <a:gd name="connsiteY95" fmla="*/ 5688676 h 5753325"/>
              <a:gd name="connsiteX96" fmla="*/ 1025798 w 6447632"/>
              <a:gd name="connsiteY96" fmla="*/ 5673166 h 5753325"/>
              <a:gd name="connsiteX97" fmla="*/ 947900 w 6447632"/>
              <a:gd name="connsiteY97" fmla="*/ 5657848 h 5753325"/>
              <a:gd name="connsiteX98" fmla="*/ 815627 w 6447632"/>
              <a:gd name="connsiteY98" fmla="*/ 5642557 h 5753325"/>
              <a:gd name="connsiteX99" fmla="*/ 788251 w 6447632"/>
              <a:gd name="connsiteY99" fmla="*/ 5637065 h 5753325"/>
              <a:gd name="connsiteX100" fmla="*/ 767822 w 6447632"/>
              <a:gd name="connsiteY100" fmla="*/ 5623450 h 5753325"/>
              <a:gd name="connsiteX101" fmla="*/ 765791 w 6447632"/>
              <a:gd name="connsiteY101" fmla="*/ 5612539 h 5753325"/>
              <a:gd name="connsiteX102" fmla="*/ 751230 w 6447632"/>
              <a:gd name="connsiteY102" fmla="*/ 5608092 h 5753325"/>
              <a:gd name="connsiteX103" fmla="*/ 748008 w 6447632"/>
              <a:gd name="connsiteY103" fmla="*/ 5605052 h 5753325"/>
              <a:gd name="connsiteX104" fmla="*/ 728871 w 6447632"/>
              <a:gd name="connsiteY104" fmla="*/ 5589469 h 5753325"/>
              <a:gd name="connsiteX105" fmla="*/ 671898 w 6447632"/>
              <a:gd name="connsiteY105" fmla="*/ 5602363 h 5753325"/>
              <a:gd name="connsiteX106" fmla="*/ 615065 w 6447632"/>
              <a:gd name="connsiteY106" fmla="*/ 5580257 h 5753325"/>
              <a:gd name="connsiteX107" fmla="*/ 355785 w 6447632"/>
              <a:gd name="connsiteY107" fmla="*/ 5514383 h 5753325"/>
              <a:gd name="connsiteX108" fmla="*/ 102269 w 6447632"/>
              <a:gd name="connsiteY108" fmla="*/ 5524347 h 5753325"/>
              <a:gd name="connsiteX109" fmla="*/ 13160 w 6447632"/>
              <a:gd name="connsiteY109" fmla="*/ 5514159 h 5753325"/>
              <a:gd name="connsiteX110" fmla="*/ 0 w 6447632"/>
              <a:gd name="connsiteY110" fmla="*/ 5511735 h 5753325"/>
              <a:gd name="connsiteX111" fmla="*/ 0 w 6447632"/>
              <a:gd name="connsiteY111" fmla="*/ 0 h 5753325"/>
              <a:gd name="connsiteX0" fmla="*/ 0 w 6447632"/>
              <a:gd name="connsiteY0" fmla="*/ 0 h 5753325"/>
              <a:gd name="connsiteX1" fmla="*/ 6438980 w 6447632"/>
              <a:gd name="connsiteY1" fmla="*/ 0 h 5753325"/>
              <a:gd name="connsiteX2" fmla="*/ 6439047 w 6447632"/>
              <a:gd name="connsiteY2" fmla="*/ 147 h 5753325"/>
              <a:gd name="connsiteX3" fmla="*/ 6443456 w 6447632"/>
              <a:gd name="connsiteY3" fmla="*/ 130105 h 5753325"/>
              <a:gd name="connsiteX4" fmla="*/ 6447632 w 6447632"/>
              <a:gd name="connsiteY4" fmla="*/ 170016 h 5753325"/>
              <a:gd name="connsiteX5" fmla="*/ 6396598 w 6447632"/>
              <a:gd name="connsiteY5" fmla="*/ 274847 h 5753325"/>
              <a:gd name="connsiteX6" fmla="*/ 6358350 w 6447632"/>
              <a:gd name="connsiteY6" fmla="*/ 492529 h 5753325"/>
              <a:gd name="connsiteX7" fmla="*/ 6304423 w 6447632"/>
              <a:gd name="connsiteY7" fmla="*/ 582623 h 5753325"/>
              <a:gd name="connsiteX8" fmla="*/ 6303977 w 6447632"/>
              <a:gd name="connsiteY8" fmla="*/ 664291 h 5753325"/>
              <a:gd name="connsiteX9" fmla="*/ 6344988 w 6447632"/>
              <a:gd name="connsiteY9" fmla="*/ 697330 h 5753325"/>
              <a:gd name="connsiteX10" fmla="*/ 6334770 w 6447632"/>
              <a:gd name="connsiteY10" fmla="*/ 754001 h 5753325"/>
              <a:gd name="connsiteX11" fmla="*/ 6339879 w 6447632"/>
              <a:gd name="connsiteY11" fmla="*/ 811136 h 5753325"/>
              <a:gd name="connsiteX12" fmla="*/ 6330065 w 6447632"/>
              <a:gd name="connsiteY12" fmla="*/ 893399 h 5753325"/>
              <a:gd name="connsiteX13" fmla="*/ 6328618 w 6447632"/>
              <a:gd name="connsiteY13" fmla="*/ 1009766 h 5753325"/>
              <a:gd name="connsiteX14" fmla="*/ 6341532 w 6447632"/>
              <a:gd name="connsiteY14" fmla="*/ 1151111 h 5753325"/>
              <a:gd name="connsiteX15" fmla="*/ 6334400 w 6447632"/>
              <a:gd name="connsiteY15" fmla="*/ 1280757 h 5753325"/>
              <a:gd name="connsiteX16" fmla="*/ 6356023 w 6447632"/>
              <a:gd name="connsiteY16" fmla="*/ 1356227 h 5753325"/>
              <a:gd name="connsiteX17" fmla="*/ 6356157 w 6447632"/>
              <a:gd name="connsiteY17" fmla="*/ 1361967 h 5753325"/>
              <a:gd name="connsiteX18" fmla="*/ 6350613 w 6447632"/>
              <a:gd name="connsiteY18" fmla="*/ 1393569 h 5753325"/>
              <a:gd name="connsiteX19" fmla="*/ 6357062 w 6447632"/>
              <a:gd name="connsiteY19" fmla="*/ 1444071 h 5753325"/>
              <a:gd name="connsiteX20" fmla="*/ 6364832 w 6447632"/>
              <a:gd name="connsiteY20" fmla="*/ 1478763 h 5753325"/>
              <a:gd name="connsiteX21" fmla="*/ 6369745 w 6447632"/>
              <a:gd name="connsiteY21" fmla="*/ 1495680 h 5753325"/>
              <a:gd name="connsiteX22" fmla="*/ 6370898 w 6447632"/>
              <a:gd name="connsiteY22" fmla="*/ 1513331 h 5753325"/>
              <a:gd name="connsiteX23" fmla="*/ 6339773 w 6447632"/>
              <a:gd name="connsiteY23" fmla="*/ 1527414 h 5753325"/>
              <a:gd name="connsiteX24" fmla="*/ 6321854 w 6447632"/>
              <a:gd name="connsiteY24" fmla="*/ 1635366 h 5753325"/>
              <a:gd name="connsiteX25" fmla="*/ 6299489 w 6447632"/>
              <a:gd name="connsiteY25" fmla="*/ 1784860 h 5753325"/>
              <a:gd name="connsiteX26" fmla="*/ 6267878 w 6447632"/>
              <a:gd name="connsiteY26" fmla="*/ 1858572 h 5753325"/>
              <a:gd name="connsiteX27" fmla="*/ 6251146 w 6447632"/>
              <a:gd name="connsiteY27" fmla="*/ 1926167 h 5753325"/>
              <a:gd name="connsiteX28" fmla="*/ 6210686 w 6447632"/>
              <a:gd name="connsiteY28" fmla="*/ 2014834 h 5753325"/>
              <a:gd name="connsiteX29" fmla="*/ 6106652 w 6447632"/>
              <a:gd name="connsiteY29" fmla="*/ 2150572 h 5753325"/>
              <a:gd name="connsiteX30" fmla="*/ 6097813 w 6447632"/>
              <a:gd name="connsiteY30" fmla="*/ 2172208 h 5753325"/>
              <a:gd name="connsiteX31" fmla="*/ 6095990 w 6447632"/>
              <a:gd name="connsiteY31" fmla="*/ 2181185 h 5753325"/>
              <a:gd name="connsiteX32" fmla="*/ 6090126 w 6447632"/>
              <a:gd name="connsiteY32" fmla="*/ 2192533 h 5753325"/>
              <a:gd name="connsiteX33" fmla="*/ 6089503 w 6447632"/>
              <a:gd name="connsiteY33" fmla="*/ 2192543 h 5753325"/>
              <a:gd name="connsiteX34" fmla="*/ 6084946 w 6447632"/>
              <a:gd name="connsiteY34" fmla="*/ 2203694 h 5753325"/>
              <a:gd name="connsiteX35" fmla="*/ 5987861 w 6447632"/>
              <a:gd name="connsiteY35" fmla="*/ 2304868 h 5753325"/>
              <a:gd name="connsiteX36" fmla="*/ 5973439 w 6447632"/>
              <a:gd name="connsiteY36" fmla="*/ 2385635 h 5753325"/>
              <a:gd name="connsiteX37" fmla="*/ 5916727 w 6447632"/>
              <a:gd name="connsiteY37" fmla="*/ 2458777 h 5753325"/>
              <a:gd name="connsiteX38" fmla="*/ 5856524 w 6447632"/>
              <a:gd name="connsiteY38" fmla="*/ 2583281 h 5753325"/>
              <a:gd name="connsiteX39" fmla="*/ 5838091 w 6447632"/>
              <a:gd name="connsiteY39" fmla="*/ 2753474 h 5753325"/>
              <a:gd name="connsiteX40" fmla="*/ 5744296 w 6447632"/>
              <a:gd name="connsiteY40" fmla="*/ 2893276 h 5753325"/>
              <a:gd name="connsiteX41" fmla="*/ 5682522 w 6447632"/>
              <a:gd name="connsiteY41" fmla="*/ 3044368 h 5753325"/>
              <a:gd name="connsiteX42" fmla="*/ 5557886 w 6447632"/>
              <a:gd name="connsiteY42" fmla="*/ 3304853 h 5753325"/>
              <a:gd name="connsiteX43" fmla="*/ 5483942 w 6447632"/>
              <a:gd name="connsiteY43" fmla="*/ 3416604 h 5753325"/>
              <a:gd name="connsiteX44" fmla="*/ 5461007 w 6447632"/>
              <a:gd name="connsiteY44" fmla="*/ 3503742 h 5753325"/>
              <a:gd name="connsiteX45" fmla="*/ 5437889 w 6447632"/>
              <a:gd name="connsiteY45" fmla="*/ 3559927 h 5753325"/>
              <a:gd name="connsiteX46" fmla="*/ 5432770 w 6447632"/>
              <a:gd name="connsiteY46" fmla="*/ 3562948 h 5753325"/>
              <a:gd name="connsiteX47" fmla="*/ 5406795 w 6447632"/>
              <a:gd name="connsiteY47" fmla="*/ 3578594 h 5753325"/>
              <a:gd name="connsiteX48" fmla="*/ 5381495 w 6447632"/>
              <a:gd name="connsiteY48" fmla="*/ 3599883 h 5753325"/>
              <a:gd name="connsiteX49" fmla="*/ 5363689 w 6447632"/>
              <a:gd name="connsiteY49" fmla="*/ 3633299 h 5753325"/>
              <a:gd name="connsiteX50" fmla="*/ 5291870 w 6447632"/>
              <a:gd name="connsiteY50" fmla="*/ 3799039 h 5753325"/>
              <a:gd name="connsiteX51" fmla="*/ 5241600 w 6447632"/>
              <a:gd name="connsiteY51" fmla="*/ 3894238 h 5753325"/>
              <a:gd name="connsiteX52" fmla="*/ 5211041 w 6447632"/>
              <a:gd name="connsiteY52" fmla="*/ 3924184 h 5753325"/>
              <a:gd name="connsiteX53" fmla="*/ 5176073 w 6447632"/>
              <a:gd name="connsiteY53" fmla="*/ 3970179 h 5753325"/>
              <a:gd name="connsiteX54" fmla="*/ 5172826 w 6447632"/>
              <a:gd name="connsiteY54" fmla="*/ 3991773 h 5753325"/>
              <a:gd name="connsiteX55" fmla="*/ 5157053 w 6447632"/>
              <a:gd name="connsiteY55" fmla="*/ 3997708 h 5753325"/>
              <a:gd name="connsiteX56" fmla="*/ 5127922 w 6447632"/>
              <a:gd name="connsiteY56" fmla="*/ 4022660 h 5753325"/>
              <a:gd name="connsiteX57" fmla="*/ 5020872 w 6447632"/>
              <a:gd name="connsiteY57" fmla="*/ 4075951 h 5753325"/>
              <a:gd name="connsiteX58" fmla="*/ 4991410 w 6447632"/>
              <a:gd name="connsiteY58" fmla="*/ 4087598 h 5753325"/>
              <a:gd name="connsiteX59" fmla="*/ 4930112 w 6447632"/>
              <a:gd name="connsiteY59" fmla="*/ 4138459 h 5753325"/>
              <a:gd name="connsiteX60" fmla="*/ 4834224 w 6447632"/>
              <a:gd name="connsiteY60" fmla="*/ 4231643 h 5753325"/>
              <a:gd name="connsiteX61" fmla="*/ 4812599 w 6447632"/>
              <a:gd name="connsiteY61" fmla="*/ 4249449 h 5753325"/>
              <a:gd name="connsiteX62" fmla="*/ 4789188 w 6447632"/>
              <a:gd name="connsiteY62" fmla="*/ 4256678 h 5753325"/>
              <a:gd name="connsiteX63" fmla="*/ 4779554 w 6447632"/>
              <a:gd name="connsiteY63" fmla="*/ 4251313 h 5753325"/>
              <a:gd name="connsiteX64" fmla="*/ 4766885 w 6447632"/>
              <a:gd name="connsiteY64" fmla="*/ 4259812 h 5753325"/>
              <a:gd name="connsiteX65" fmla="*/ 4762510 w 6447632"/>
              <a:gd name="connsiteY65" fmla="*/ 4260383 h 5753325"/>
              <a:gd name="connsiteX66" fmla="*/ 4738416 w 6447632"/>
              <a:gd name="connsiteY66" fmla="*/ 4265355 h 5753325"/>
              <a:gd name="connsiteX67" fmla="*/ 4712007 w 6447632"/>
              <a:gd name="connsiteY67" fmla="*/ 4317892 h 5753325"/>
              <a:gd name="connsiteX68" fmla="*/ 4658930 w 6447632"/>
              <a:gd name="connsiteY68" fmla="*/ 4348041 h 5753325"/>
              <a:gd name="connsiteX69" fmla="*/ 4443526 w 6447632"/>
              <a:gd name="connsiteY69" fmla="*/ 4507851 h 5753325"/>
              <a:gd name="connsiteX70" fmla="*/ 4289766 w 6447632"/>
              <a:gd name="connsiteY70" fmla="*/ 4711450 h 5753325"/>
              <a:gd name="connsiteX71" fmla="*/ 4150870 w 6447632"/>
              <a:gd name="connsiteY71" fmla="*/ 4818480 h 5753325"/>
              <a:gd name="connsiteX72" fmla="*/ 4006639 w 6447632"/>
              <a:gd name="connsiteY72" fmla="*/ 4933815 h 5753325"/>
              <a:gd name="connsiteX73" fmla="*/ 3298210 w 6447632"/>
              <a:gd name="connsiteY73" fmla="*/ 5070790 h 5753325"/>
              <a:gd name="connsiteX74" fmla="*/ 2947678 w 6447632"/>
              <a:gd name="connsiteY74" fmla="*/ 5117869 h 5753325"/>
              <a:gd name="connsiteX75" fmla="*/ 2822169 w 6447632"/>
              <a:gd name="connsiteY75" fmla="*/ 5129396 h 5753325"/>
              <a:gd name="connsiteX76" fmla="*/ 2538773 w 6447632"/>
              <a:gd name="connsiteY76" fmla="*/ 5313397 h 5753325"/>
              <a:gd name="connsiteX77" fmla="*/ 2014500 w 6447632"/>
              <a:gd name="connsiteY77" fmla="*/ 5519744 h 5753325"/>
              <a:gd name="connsiteX78" fmla="*/ 1934391 w 6447632"/>
              <a:gd name="connsiteY78" fmla="*/ 5591335 h 5753325"/>
              <a:gd name="connsiteX79" fmla="*/ 1892550 w 6447632"/>
              <a:gd name="connsiteY79" fmla="*/ 5649708 h 5753325"/>
              <a:gd name="connsiteX80" fmla="*/ 1854769 w 6447632"/>
              <a:gd name="connsiteY80" fmla="*/ 5647691 h 5753325"/>
              <a:gd name="connsiteX81" fmla="*/ 1809461 w 6447632"/>
              <a:gd name="connsiteY81" fmla="*/ 5648628 h 5753325"/>
              <a:gd name="connsiteX82" fmla="*/ 1745150 w 6447632"/>
              <a:gd name="connsiteY82" fmla="*/ 5693879 h 5753325"/>
              <a:gd name="connsiteX83" fmla="*/ 1713375 w 6447632"/>
              <a:gd name="connsiteY83" fmla="*/ 5684672 h 5753325"/>
              <a:gd name="connsiteX84" fmla="*/ 1707808 w 6447632"/>
              <a:gd name="connsiteY84" fmla="*/ 5682611 h 5753325"/>
              <a:gd name="connsiteX85" fmla="*/ 1679313 w 6447632"/>
              <a:gd name="connsiteY85" fmla="*/ 5672360 h 5753325"/>
              <a:gd name="connsiteX86" fmla="*/ 1646933 w 6447632"/>
              <a:gd name="connsiteY86" fmla="*/ 5666227 h 5753325"/>
              <a:gd name="connsiteX87" fmla="*/ 1610055 w 6447632"/>
              <a:gd name="connsiteY87" fmla="*/ 5673643 h 5753325"/>
              <a:gd name="connsiteX88" fmla="*/ 1437641 w 6447632"/>
              <a:gd name="connsiteY88" fmla="*/ 5723266 h 5753325"/>
              <a:gd name="connsiteX89" fmla="*/ 1332869 w 6447632"/>
              <a:gd name="connsiteY89" fmla="*/ 5744752 h 5753325"/>
              <a:gd name="connsiteX90" fmla="*/ 1290525 w 6447632"/>
              <a:gd name="connsiteY90" fmla="*/ 5740036 h 5753325"/>
              <a:gd name="connsiteX91" fmla="*/ 1233107 w 6447632"/>
              <a:gd name="connsiteY91" fmla="*/ 5742106 h 5753325"/>
              <a:gd name="connsiteX92" fmla="*/ 1214532 w 6447632"/>
              <a:gd name="connsiteY92" fmla="*/ 5753325 h 5753325"/>
              <a:gd name="connsiteX93" fmla="*/ 1199955 w 6447632"/>
              <a:gd name="connsiteY93" fmla="*/ 5744831 h 5753325"/>
              <a:gd name="connsiteX94" fmla="*/ 1162337 w 6447632"/>
              <a:gd name="connsiteY94" fmla="*/ 5738048 h 5753325"/>
              <a:gd name="connsiteX95" fmla="*/ 1053457 w 6447632"/>
              <a:gd name="connsiteY95" fmla="*/ 5688676 h 5753325"/>
              <a:gd name="connsiteX96" fmla="*/ 1025798 w 6447632"/>
              <a:gd name="connsiteY96" fmla="*/ 5673166 h 5753325"/>
              <a:gd name="connsiteX97" fmla="*/ 947900 w 6447632"/>
              <a:gd name="connsiteY97" fmla="*/ 5657848 h 5753325"/>
              <a:gd name="connsiteX98" fmla="*/ 815627 w 6447632"/>
              <a:gd name="connsiteY98" fmla="*/ 5642557 h 5753325"/>
              <a:gd name="connsiteX99" fmla="*/ 788251 w 6447632"/>
              <a:gd name="connsiteY99" fmla="*/ 5637065 h 5753325"/>
              <a:gd name="connsiteX100" fmla="*/ 767822 w 6447632"/>
              <a:gd name="connsiteY100" fmla="*/ 5623450 h 5753325"/>
              <a:gd name="connsiteX101" fmla="*/ 765791 w 6447632"/>
              <a:gd name="connsiteY101" fmla="*/ 5612539 h 5753325"/>
              <a:gd name="connsiteX102" fmla="*/ 751230 w 6447632"/>
              <a:gd name="connsiteY102" fmla="*/ 5608092 h 5753325"/>
              <a:gd name="connsiteX103" fmla="*/ 748008 w 6447632"/>
              <a:gd name="connsiteY103" fmla="*/ 5605052 h 5753325"/>
              <a:gd name="connsiteX104" fmla="*/ 728871 w 6447632"/>
              <a:gd name="connsiteY104" fmla="*/ 5589469 h 5753325"/>
              <a:gd name="connsiteX105" fmla="*/ 671898 w 6447632"/>
              <a:gd name="connsiteY105" fmla="*/ 5602363 h 5753325"/>
              <a:gd name="connsiteX106" fmla="*/ 615065 w 6447632"/>
              <a:gd name="connsiteY106" fmla="*/ 5580257 h 5753325"/>
              <a:gd name="connsiteX107" fmla="*/ 355785 w 6447632"/>
              <a:gd name="connsiteY107" fmla="*/ 5514383 h 5753325"/>
              <a:gd name="connsiteX108" fmla="*/ 102269 w 6447632"/>
              <a:gd name="connsiteY108" fmla="*/ 5524347 h 5753325"/>
              <a:gd name="connsiteX109" fmla="*/ 13160 w 6447632"/>
              <a:gd name="connsiteY109" fmla="*/ 5514159 h 5753325"/>
              <a:gd name="connsiteX110" fmla="*/ 0 w 6447632"/>
              <a:gd name="connsiteY110" fmla="*/ 5511735 h 5753325"/>
              <a:gd name="connsiteX111" fmla="*/ 0 w 6447632"/>
              <a:gd name="connsiteY111" fmla="*/ 0 h 5753325"/>
              <a:gd name="connsiteX0" fmla="*/ 0 w 6447632"/>
              <a:gd name="connsiteY0" fmla="*/ 0 h 5753325"/>
              <a:gd name="connsiteX1" fmla="*/ 6438980 w 6447632"/>
              <a:gd name="connsiteY1" fmla="*/ 0 h 5753325"/>
              <a:gd name="connsiteX2" fmla="*/ 6439047 w 6447632"/>
              <a:gd name="connsiteY2" fmla="*/ 147 h 5753325"/>
              <a:gd name="connsiteX3" fmla="*/ 6443456 w 6447632"/>
              <a:gd name="connsiteY3" fmla="*/ 130105 h 5753325"/>
              <a:gd name="connsiteX4" fmla="*/ 6447632 w 6447632"/>
              <a:gd name="connsiteY4" fmla="*/ 170016 h 5753325"/>
              <a:gd name="connsiteX5" fmla="*/ 6396598 w 6447632"/>
              <a:gd name="connsiteY5" fmla="*/ 274847 h 5753325"/>
              <a:gd name="connsiteX6" fmla="*/ 6337615 w 6447632"/>
              <a:gd name="connsiteY6" fmla="*/ 471794 h 5753325"/>
              <a:gd name="connsiteX7" fmla="*/ 6304423 w 6447632"/>
              <a:gd name="connsiteY7" fmla="*/ 582623 h 5753325"/>
              <a:gd name="connsiteX8" fmla="*/ 6303977 w 6447632"/>
              <a:gd name="connsiteY8" fmla="*/ 664291 h 5753325"/>
              <a:gd name="connsiteX9" fmla="*/ 6344988 w 6447632"/>
              <a:gd name="connsiteY9" fmla="*/ 697330 h 5753325"/>
              <a:gd name="connsiteX10" fmla="*/ 6334770 w 6447632"/>
              <a:gd name="connsiteY10" fmla="*/ 754001 h 5753325"/>
              <a:gd name="connsiteX11" fmla="*/ 6339879 w 6447632"/>
              <a:gd name="connsiteY11" fmla="*/ 811136 h 5753325"/>
              <a:gd name="connsiteX12" fmla="*/ 6330065 w 6447632"/>
              <a:gd name="connsiteY12" fmla="*/ 893399 h 5753325"/>
              <a:gd name="connsiteX13" fmla="*/ 6328618 w 6447632"/>
              <a:gd name="connsiteY13" fmla="*/ 1009766 h 5753325"/>
              <a:gd name="connsiteX14" fmla="*/ 6341532 w 6447632"/>
              <a:gd name="connsiteY14" fmla="*/ 1151111 h 5753325"/>
              <a:gd name="connsiteX15" fmla="*/ 6334400 w 6447632"/>
              <a:gd name="connsiteY15" fmla="*/ 1280757 h 5753325"/>
              <a:gd name="connsiteX16" fmla="*/ 6356023 w 6447632"/>
              <a:gd name="connsiteY16" fmla="*/ 1356227 h 5753325"/>
              <a:gd name="connsiteX17" fmla="*/ 6356157 w 6447632"/>
              <a:gd name="connsiteY17" fmla="*/ 1361967 h 5753325"/>
              <a:gd name="connsiteX18" fmla="*/ 6350613 w 6447632"/>
              <a:gd name="connsiteY18" fmla="*/ 1393569 h 5753325"/>
              <a:gd name="connsiteX19" fmla="*/ 6357062 w 6447632"/>
              <a:gd name="connsiteY19" fmla="*/ 1444071 h 5753325"/>
              <a:gd name="connsiteX20" fmla="*/ 6364832 w 6447632"/>
              <a:gd name="connsiteY20" fmla="*/ 1478763 h 5753325"/>
              <a:gd name="connsiteX21" fmla="*/ 6369745 w 6447632"/>
              <a:gd name="connsiteY21" fmla="*/ 1495680 h 5753325"/>
              <a:gd name="connsiteX22" fmla="*/ 6370898 w 6447632"/>
              <a:gd name="connsiteY22" fmla="*/ 1513331 h 5753325"/>
              <a:gd name="connsiteX23" fmla="*/ 6339773 w 6447632"/>
              <a:gd name="connsiteY23" fmla="*/ 1527414 h 5753325"/>
              <a:gd name="connsiteX24" fmla="*/ 6321854 w 6447632"/>
              <a:gd name="connsiteY24" fmla="*/ 1635366 h 5753325"/>
              <a:gd name="connsiteX25" fmla="*/ 6299489 w 6447632"/>
              <a:gd name="connsiteY25" fmla="*/ 1784860 h 5753325"/>
              <a:gd name="connsiteX26" fmla="*/ 6267878 w 6447632"/>
              <a:gd name="connsiteY26" fmla="*/ 1858572 h 5753325"/>
              <a:gd name="connsiteX27" fmla="*/ 6251146 w 6447632"/>
              <a:gd name="connsiteY27" fmla="*/ 1926167 h 5753325"/>
              <a:gd name="connsiteX28" fmla="*/ 6210686 w 6447632"/>
              <a:gd name="connsiteY28" fmla="*/ 2014834 h 5753325"/>
              <a:gd name="connsiteX29" fmla="*/ 6106652 w 6447632"/>
              <a:gd name="connsiteY29" fmla="*/ 2150572 h 5753325"/>
              <a:gd name="connsiteX30" fmla="*/ 6097813 w 6447632"/>
              <a:gd name="connsiteY30" fmla="*/ 2172208 h 5753325"/>
              <a:gd name="connsiteX31" fmla="*/ 6095990 w 6447632"/>
              <a:gd name="connsiteY31" fmla="*/ 2181185 h 5753325"/>
              <a:gd name="connsiteX32" fmla="*/ 6090126 w 6447632"/>
              <a:gd name="connsiteY32" fmla="*/ 2192533 h 5753325"/>
              <a:gd name="connsiteX33" fmla="*/ 6089503 w 6447632"/>
              <a:gd name="connsiteY33" fmla="*/ 2192543 h 5753325"/>
              <a:gd name="connsiteX34" fmla="*/ 6084946 w 6447632"/>
              <a:gd name="connsiteY34" fmla="*/ 2203694 h 5753325"/>
              <a:gd name="connsiteX35" fmla="*/ 5987861 w 6447632"/>
              <a:gd name="connsiteY35" fmla="*/ 2304868 h 5753325"/>
              <a:gd name="connsiteX36" fmla="*/ 5973439 w 6447632"/>
              <a:gd name="connsiteY36" fmla="*/ 2385635 h 5753325"/>
              <a:gd name="connsiteX37" fmla="*/ 5916727 w 6447632"/>
              <a:gd name="connsiteY37" fmla="*/ 2458777 h 5753325"/>
              <a:gd name="connsiteX38" fmla="*/ 5856524 w 6447632"/>
              <a:gd name="connsiteY38" fmla="*/ 2583281 h 5753325"/>
              <a:gd name="connsiteX39" fmla="*/ 5838091 w 6447632"/>
              <a:gd name="connsiteY39" fmla="*/ 2753474 h 5753325"/>
              <a:gd name="connsiteX40" fmla="*/ 5744296 w 6447632"/>
              <a:gd name="connsiteY40" fmla="*/ 2893276 h 5753325"/>
              <a:gd name="connsiteX41" fmla="*/ 5682522 w 6447632"/>
              <a:gd name="connsiteY41" fmla="*/ 3044368 h 5753325"/>
              <a:gd name="connsiteX42" fmla="*/ 5557886 w 6447632"/>
              <a:gd name="connsiteY42" fmla="*/ 3304853 h 5753325"/>
              <a:gd name="connsiteX43" fmla="*/ 5483942 w 6447632"/>
              <a:gd name="connsiteY43" fmla="*/ 3416604 h 5753325"/>
              <a:gd name="connsiteX44" fmla="*/ 5461007 w 6447632"/>
              <a:gd name="connsiteY44" fmla="*/ 3503742 h 5753325"/>
              <a:gd name="connsiteX45" fmla="*/ 5437889 w 6447632"/>
              <a:gd name="connsiteY45" fmla="*/ 3559927 h 5753325"/>
              <a:gd name="connsiteX46" fmla="*/ 5432770 w 6447632"/>
              <a:gd name="connsiteY46" fmla="*/ 3562948 h 5753325"/>
              <a:gd name="connsiteX47" fmla="*/ 5406795 w 6447632"/>
              <a:gd name="connsiteY47" fmla="*/ 3578594 h 5753325"/>
              <a:gd name="connsiteX48" fmla="*/ 5381495 w 6447632"/>
              <a:gd name="connsiteY48" fmla="*/ 3599883 h 5753325"/>
              <a:gd name="connsiteX49" fmla="*/ 5363689 w 6447632"/>
              <a:gd name="connsiteY49" fmla="*/ 3633299 h 5753325"/>
              <a:gd name="connsiteX50" fmla="*/ 5291870 w 6447632"/>
              <a:gd name="connsiteY50" fmla="*/ 3799039 h 5753325"/>
              <a:gd name="connsiteX51" fmla="*/ 5241600 w 6447632"/>
              <a:gd name="connsiteY51" fmla="*/ 3894238 h 5753325"/>
              <a:gd name="connsiteX52" fmla="*/ 5211041 w 6447632"/>
              <a:gd name="connsiteY52" fmla="*/ 3924184 h 5753325"/>
              <a:gd name="connsiteX53" fmla="*/ 5176073 w 6447632"/>
              <a:gd name="connsiteY53" fmla="*/ 3970179 h 5753325"/>
              <a:gd name="connsiteX54" fmla="*/ 5172826 w 6447632"/>
              <a:gd name="connsiteY54" fmla="*/ 3991773 h 5753325"/>
              <a:gd name="connsiteX55" fmla="*/ 5157053 w 6447632"/>
              <a:gd name="connsiteY55" fmla="*/ 3997708 h 5753325"/>
              <a:gd name="connsiteX56" fmla="*/ 5127922 w 6447632"/>
              <a:gd name="connsiteY56" fmla="*/ 4022660 h 5753325"/>
              <a:gd name="connsiteX57" fmla="*/ 5020872 w 6447632"/>
              <a:gd name="connsiteY57" fmla="*/ 4075951 h 5753325"/>
              <a:gd name="connsiteX58" fmla="*/ 4991410 w 6447632"/>
              <a:gd name="connsiteY58" fmla="*/ 4087598 h 5753325"/>
              <a:gd name="connsiteX59" fmla="*/ 4930112 w 6447632"/>
              <a:gd name="connsiteY59" fmla="*/ 4138459 h 5753325"/>
              <a:gd name="connsiteX60" fmla="*/ 4834224 w 6447632"/>
              <a:gd name="connsiteY60" fmla="*/ 4231643 h 5753325"/>
              <a:gd name="connsiteX61" fmla="*/ 4812599 w 6447632"/>
              <a:gd name="connsiteY61" fmla="*/ 4249449 h 5753325"/>
              <a:gd name="connsiteX62" fmla="*/ 4789188 w 6447632"/>
              <a:gd name="connsiteY62" fmla="*/ 4256678 h 5753325"/>
              <a:gd name="connsiteX63" fmla="*/ 4779554 w 6447632"/>
              <a:gd name="connsiteY63" fmla="*/ 4251313 h 5753325"/>
              <a:gd name="connsiteX64" fmla="*/ 4766885 w 6447632"/>
              <a:gd name="connsiteY64" fmla="*/ 4259812 h 5753325"/>
              <a:gd name="connsiteX65" fmla="*/ 4762510 w 6447632"/>
              <a:gd name="connsiteY65" fmla="*/ 4260383 h 5753325"/>
              <a:gd name="connsiteX66" fmla="*/ 4738416 w 6447632"/>
              <a:gd name="connsiteY66" fmla="*/ 4265355 h 5753325"/>
              <a:gd name="connsiteX67" fmla="*/ 4712007 w 6447632"/>
              <a:gd name="connsiteY67" fmla="*/ 4317892 h 5753325"/>
              <a:gd name="connsiteX68" fmla="*/ 4658930 w 6447632"/>
              <a:gd name="connsiteY68" fmla="*/ 4348041 h 5753325"/>
              <a:gd name="connsiteX69" fmla="*/ 4443526 w 6447632"/>
              <a:gd name="connsiteY69" fmla="*/ 4507851 h 5753325"/>
              <a:gd name="connsiteX70" fmla="*/ 4289766 w 6447632"/>
              <a:gd name="connsiteY70" fmla="*/ 4711450 h 5753325"/>
              <a:gd name="connsiteX71" fmla="*/ 4150870 w 6447632"/>
              <a:gd name="connsiteY71" fmla="*/ 4818480 h 5753325"/>
              <a:gd name="connsiteX72" fmla="*/ 4006639 w 6447632"/>
              <a:gd name="connsiteY72" fmla="*/ 4933815 h 5753325"/>
              <a:gd name="connsiteX73" fmla="*/ 3298210 w 6447632"/>
              <a:gd name="connsiteY73" fmla="*/ 5070790 h 5753325"/>
              <a:gd name="connsiteX74" fmla="*/ 2947678 w 6447632"/>
              <a:gd name="connsiteY74" fmla="*/ 5117869 h 5753325"/>
              <a:gd name="connsiteX75" fmla="*/ 2822169 w 6447632"/>
              <a:gd name="connsiteY75" fmla="*/ 5129396 h 5753325"/>
              <a:gd name="connsiteX76" fmla="*/ 2538773 w 6447632"/>
              <a:gd name="connsiteY76" fmla="*/ 5313397 h 5753325"/>
              <a:gd name="connsiteX77" fmla="*/ 2014500 w 6447632"/>
              <a:gd name="connsiteY77" fmla="*/ 5519744 h 5753325"/>
              <a:gd name="connsiteX78" fmla="*/ 1934391 w 6447632"/>
              <a:gd name="connsiteY78" fmla="*/ 5591335 h 5753325"/>
              <a:gd name="connsiteX79" fmla="*/ 1892550 w 6447632"/>
              <a:gd name="connsiteY79" fmla="*/ 5649708 h 5753325"/>
              <a:gd name="connsiteX80" fmla="*/ 1854769 w 6447632"/>
              <a:gd name="connsiteY80" fmla="*/ 5647691 h 5753325"/>
              <a:gd name="connsiteX81" fmla="*/ 1809461 w 6447632"/>
              <a:gd name="connsiteY81" fmla="*/ 5648628 h 5753325"/>
              <a:gd name="connsiteX82" fmla="*/ 1745150 w 6447632"/>
              <a:gd name="connsiteY82" fmla="*/ 5693879 h 5753325"/>
              <a:gd name="connsiteX83" fmla="*/ 1713375 w 6447632"/>
              <a:gd name="connsiteY83" fmla="*/ 5684672 h 5753325"/>
              <a:gd name="connsiteX84" fmla="*/ 1707808 w 6447632"/>
              <a:gd name="connsiteY84" fmla="*/ 5682611 h 5753325"/>
              <a:gd name="connsiteX85" fmla="*/ 1679313 w 6447632"/>
              <a:gd name="connsiteY85" fmla="*/ 5672360 h 5753325"/>
              <a:gd name="connsiteX86" fmla="*/ 1646933 w 6447632"/>
              <a:gd name="connsiteY86" fmla="*/ 5666227 h 5753325"/>
              <a:gd name="connsiteX87" fmla="*/ 1610055 w 6447632"/>
              <a:gd name="connsiteY87" fmla="*/ 5673643 h 5753325"/>
              <a:gd name="connsiteX88" fmla="*/ 1437641 w 6447632"/>
              <a:gd name="connsiteY88" fmla="*/ 5723266 h 5753325"/>
              <a:gd name="connsiteX89" fmla="*/ 1332869 w 6447632"/>
              <a:gd name="connsiteY89" fmla="*/ 5744752 h 5753325"/>
              <a:gd name="connsiteX90" fmla="*/ 1290525 w 6447632"/>
              <a:gd name="connsiteY90" fmla="*/ 5740036 h 5753325"/>
              <a:gd name="connsiteX91" fmla="*/ 1233107 w 6447632"/>
              <a:gd name="connsiteY91" fmla="*/ 5742106 h 5753325"/>
              <a:gd name="connsiteX92" fmla="*/ 1214532 w 6447632"/>
              <a:gd name="connsiteY92" fmla="*/ 5753325 h 5753325"/>
              <a:gd name="connsiteX93" fmla="*/ 1199955 w 6447632"/>
              <a:gd name="connsiteY93" fmla="*/ 5744831 h 5753325"/>
              <a:gd name="connsiteX94" fmla="*/ 1162337 w 6447632"/>
              <a:gd name="connsiteY94" fmla="*/ 5738048 h 5753325"/>
              <a:gd name="connsiteX95" fmla="*/ 1053457 w 6447632"/>
              <a:gd name="connsiteY95" fmla="*/ 5688676 h 5753325"/>
              <a:gd name="connsiteX96" fmla="*/ 1025798 w 6447632"/>
              <a:gd name="connsiteY96" fmla="*/ 5673166 h 5753325"/>
              <a:gd name="connsiteX97" fmla="*/ 947900 w 6447632"/>
              <a:gd name="connsiteY97" fmla="*/ 5657848 h 5753325"/>
              <a:gd name="connsiteX98" fmla="*/ 815627 w 6447632"/>
              <a:gd name="connsiteY98" fmla="*/ 5642557 h 5753325"/>
              <a:gd name="connsiteX99" fmla="*/ 788251 w 6447632"/>
              <a:gd name="connsiteY99" fmla="*/ 5637065 h 5753325"/>
              <a:gd name="connsiteX100" fmla="*/ 767822 w 6447632"/>
              <a:gd name="connsiteY100" fmla="*/ 5623450 h 5753325"/>
              <a:gd name="connsiteX101" fmla="*/ 765791 w 6447632"/>
              <a:gd name="connsiteY101" fmla="*/ 5612539 h 5753325"/>
              <a:gd name="connsiteX102" fmla="*/ 751230 w 6447632"/>
              <a:gd name="connsiteY102" fmla="*/ 5608092 h 5753325"/>
              <a:gd name="connsiteX103" fmla="*/ 748008 w 6447632"/>
              <a:gd name="connsiteY103" fmla="*/ 5605052 h 5753325"/>
              <a:gd name="connsiteX104" fmla="*/ 728871 w 6447632"/>
              <a:gd name="connsiteY104" fmla="*/ 5589469 h 5753325"/>
              <a:gd name="connsiteX105" fmla="*/ 671898 w 6447632"/>
              <a:gd name="connsiteY105" fmla="*/ 5602363 h 5753325"/>
              <a:gd name="connsiteX106" fmla="*/ 615065 w 6447632"/>
              <a:gd name="connsiteY106" fmla="*/ 5580257 h 5753325"/>
              <a:gd name="connsiteX107" fmla="*/ 355785 w 6447632"/>
              <a:gd name="connsiteY107" fmla="*/ 5514383 h 5753325"/>
              <a:gd name="connsiteX108" fmla="*/ 102269 w 6447632"/>
              <a:gd name="connsiteY108" fmla="*/ 5524347 h 5753325"/>
              <a:gd name="connsiteX109" fmla="*/ 13160 w 6447632"/>
              <a:gd name="connsiteY109" fmla="*/ 5514159 h 5753325"/>
              <a:gd name="connsiteX110" fmla="*/ 0 w 6447632"/>
              <a:gd name="connsiteY110" fmla="*/ 5511735 h 5753325"/>
              <a:gd name="connsiteX111" fmla="*/ 0 w 6447632"/>
              <a:gd name="connsiteY111" fmla="*/ 0 h 5753325"/>
              <a:gd name="connsiteX0" fmla="*/ 0 w 6447632"/>
              <a:gd name="connsiteY0" fmla="*/ 0 h 5753325"/>
              <a:gd name="connsiteX1" fmla="*/ 6438980 w 6447632"/>
              <a:gd name="connsiteY1" fmla="*/ 0 h 5753325"/>
              <a:gd name="connsiteX2" fmla="*/ 6439047 w 6447632"/>
              <a:gd name="connsiteY2" fmla="*/ 147 h 5753325"/>
              <a:gd name="connsiteX3" fmla="*/ 6443456 w 6447632"/>
              <a:gd name="connsiteY3" fmla="*/ 130105 h 5753325"/>
              <a:gd name="connsiteX4" fmla="*/ 6447632 w 6447632"/>
              <a:gd name="connsiteY4" fmla="*/ 170016 h 5753325"/>
              <a:gd name="connsiteX5" fmla="*/ 6396598 w 6447632"/>
              <a:gd name="connsiteY5" fmla="*/ 274847 h 5753325"/>
              <a:gd name="connsiteX6" fmla="*/ 6337615 w 6447632"/>
              <a:gd name="connsiteY6" fmla="*/ 471794 h 5753325"/>
              <a:gd name="connsiteX7" fmla="*/ 6304423 w 6447632"/>
              <a:gd name="connsiteY7" fmla="*/ 582623 h 5753325"/>
              <a:gd name="connsiteX8" fmla="*/ 6303977 w 6447632"/>
              <a:gd name="connsiteY8" fmla="*/ 664291 h 5753325"/>
              <a:gd name="connsiteX9" fmla="*/ 6299372 w 6447632"/>
              <a:gd name="connsiteY9" fmla="*/ 697330 h 5753325"/>
              <a:gd name="connsiteX10" fmla="*/ 6334770 w 6447632"/>
              <a:gd name="connsiteY10" fmla="*/ 754001 h 5753325"/>
              <a:gd name="connsiteX11" fmla="*/ 6339879 w 6447632"/>
              <a:gd name="connsiteY11" fmla="*/ 811136 h 5753325"/>
              <a:gd name="connsiteX12" fmla="*/ 6330065 w 6447632"/>
              <a:gd name="connsiteY12" fmla="*/ 893399 h 5753325"/>
              <a:gd name="connsiteX13" fmla="*/ 6328618 w 6447632"/>
              <a:gd name="connsiteY13" fmla="*/ 1009766 h 5753325"/>
              <a:gd name="connsiteX14" fmla="*/ 6341532 w 6447632"/>
              <a:gd name="connsiteY14" fmla="*/ 1151111 h 5753325"/>
              <a:gd name="connsiteX15" fmla="*/ 6334400 w 6447632"/>
              <a:gd name="connsiteY15" fmla="*/ 1280757 h 5753325"/>
              <a:gd name="connsiteX16" fmla="*/ 6356023 w 6447632"/>
              <a:gd name="connsiteY16" fmla="*/ 1356227 h 5753325"/>
              <a:gd name="connsiteX17" fmla="*/ 6356157 w 6447632"/>
              <a:gd name="connsiteY17" fmla="*/ 1361967 h 5753325"/>
              <a:gd name="connsiteX18" fmla="*/ 6350613 w 6447632"/>
              <a:gd name="connsiteY18" fmla="*/ 1393569 h 5753325"/>
              <a:gd name="connsiteX19" fmla="*/ 6357062 w 6447632"/>
              <a:gd name="connsiteY19" fmla="*/ 1444071 h 5753325"/>
              <a:gd name="connsiteX20" fmla="*/ 6364832 w 6447632"/>
              <a:gd name="connsiteY20" fmla="*/ 1478763 h 5753325"/>
              <a:gd name="connsiteX21" fmla="*/ 6369745 w 6447632"/>
              <a:gd name="connsiteY21" fmla="*/ 1495680 h 5753325"/>
              <a:gd name="connsiteX22" fmla="*/ 6370898 w 6447632"/>
              <a:gd name="connsiteY22" fmla="*/ 1513331 h 5753325"/>
              <a:gd name="connsiteX23" fmla="*/ 6339773 w 6447632"/>
              <a:gd name="connsiteY23" fmla="*/ 1527414 h 5753325"/>
              <a:gd name="connsiteX24" fmla="*/ 6321854 w 6447632"/>
              <a:gd name="connsiteY24" fmla="*/ 1635366 h 5753325"/>
              <a:gd name="connsiteX25" fmla="*/ 6299489 w 6447632"/>
              <a:gd name="connsiteY25" fmla="*/ 1784860 h 5753325"/>
              <a:gd name="connsiteX26" fmla="*/ 6267878 w 6447632"/>
              <a:gd name="connsiteY26" fmla="*/ 1858572 h 5753325"/>
              <a:gd name="connsiteX27" fmla="*/ 6251146 w 6447632"/>
              <a:gd name="connsiteY27" fmla="*/ 1926167 h 5753325"/>
              <a:gd name="connsiteX28" fmla="*/ 6210686 w 6447632"/>
              <a:gd name="connsiteY28" fmla="*/ 2014834 h 5753325"/>
              <a:gd name="connsiteX29" fmla="*/ 6106652 w 6447632"/>
              <a:gd name="connsiteY29" fmla="*/ 2150572 h 5753325"/>
              <a:gd name="connsiteX30" fmla="*/ 6097813 w 6447632"/>
              <a:gd name="connsiteY30" fmla="*/ 2172208 h 5753325"/>
              <a:gd name="connsiteX31" fmla="*/ 6095990 w 6447632"/>
              <a:gd name="connsiteY31" fmla="*/ 2181185 h 5753325"/>
              <a:gd name="connsiteX32" fmla="*/ 6090126 w 6447632"/>
              <a:gd name="connsiteY32" fmla="*/ 2192533 h 5753325"/>
              <a:gd name="connsiteX33" fmla="*/ 6089503 w 6447632"/>
              <a:gd name="connsiteY33" fmla="*/ 2192543 h 5753325"/>
              <a:gd name="connsiteX34" fmla="*/ 6084946 w 6447632"/>
              <a:gd name="connsiteY34" fmla="*/ 2203694 h 5753325"/>
              <a:gd name="connsiteX35" fmla="*/ 5987861 w 6447632"/>
              <a:gd name="connsiteY35" fmla="*/ 2304868 h 5753325"/>
              <a:gd name="connsiteX36" fmla="*/ 5973439 w 6447632"/>
              <a:gd name="connsiteY36" fmla="*/ 2385635 h 5753325"/>
              <a:gd name="connsiteX37" fmla="*/ 5916727 w 6447632"/>
              <a:gd name="connsiteY37" fmla="*/ 2458777 h 5753325"/>
              <a:gd name="connsiteX38" fmla="*/ 5856524 w 6447632"/>
              <a:gd name="connsiteY38" fmla="*/ 2583281 h 5753325"/>
              <a:gd name="connsiteX39" fmla="*/ 5838091 w 6447632"/>
              <a:gd name="connsiteY39" fmla="*/ 2753474 h 5753325"/>
              <a:gd name="connsiteX40" fmla="*/ 5744296 w 6447632"/>
              <a:gd name="connsiteY40" fmla="*/ 2893276 h 5753325"/>
              <a:gd name="connsiteX41" fmla="*/ 5682522 w 6447632"/>
              <a:gd name="connsiteY41" fmla="*/ 3044368 h 5753325"/>
              <a:gd name="connsiteX42" fmla="*/ 5557886 w 6447632"/>
              <a:gd name="connsiteY42" fmla="*/ 3304853 h 5753325"/>
              <a:gd name="connsiteX43" fmla="*/ 5483942 w 6447632"/>
              <a:gd name="connsiteY43" fmla="*/ 3416604 h 5753325"/>
              <a:gd name="connsiteX44" fmla="*/ 5461007 w 6447632"/>
              <a:gd name="connsiteY44" fmla="*/ 3503742 h 5753325"/>
              <a:gd name="connsiteX45" fmla="*/ 5437889 w 6447632"/>
              <a:gd name="connsiteY45" fmla="*/ 3559927 h 5753325"/>
              <a:gd name="connsiteX46" fmla="*/ 5432770 w 6447632"/>
              <a:gd name="connsiteY46" fmla="*/ 3562948 h 5753325"/>
              <a:gd name="connsiteX47" fmla="*/ 5406795 w 6447632"/>
              <a:gd name="connsiteY47" fmla="*/ 3578594 h 5753325"/>
              <a:gd name="connsiteX48" fmla="*/ 5381495 w 6447632"/>
              <a:gd name="connsiteY48" fmla="*/ 3599883 h 5753325"/>
              <a:gd name="connsiteX49" fmla="*/ 5363689 w 6447632"/>
              <a:gd name="connsiteY49" fmla="*/ 3633299 h 5753325"/>
              <a:gd name="connsiteX50" fmla="*/ 5291870 w 6447632"/>
              <a:gd name="connsiteY50" fmla="*/ 3799039 h 5753325"/>
              <a:gd name="connsiteX51" fmla="*/ 5241600 w 6447632"/>
              <a:gd name="connsiteY51" fmla="*/ 3894238 h 5753325"/>
              <a:gd name="connsiteX52" fmla="*/ 5211041 w 6447632"/>
              <a:gd name="connsiteY52" fmla="*/ 3924184 h 5753325"/>
              <a:gd name="connsiteX53" fmla="*/ 5176073 w 6447632"/>
              <a:gd name="connsiteY53" fmla="*/ 3970179 h 5753325"/>
              <a:gd name="connsiteX54" fmla="*/ 5172826 w 6447632"/>
              <a:gd name="connsiteY54" fmla="*/ 3991773 h 5753325"/>
              <a:gd name="connsiteX55" fmla="*/ 5157053 w 6447632"/>
              <a:gd name="connsiteY55" fmla="*/ 3997708 h 5753325"/>
              <a:gd name="connsiteX56" fmla="*/ 5127922 w 6447632"/>
              <a:gd name="connsiteY56" fmla="*/ 4022660 h 5753325"/>
              <a:gd name="connsiteX57" fmla="*/ 5020872 w 6447632"/>
              <a:gd name="connsiteY57" fmla="*/ 4075951 h 5753325"/>
              <a:gd name="connsiteX58" fmla="*/ 4991410 w 6447632"/>
              <a:gd name="connsiteY58" fmla="*/ 4087598 h 5753325"/>
              <a:gd name="connsiteX59" fmla="*/ 4930112 w 6447632"/>
              <a:gd name="connsiteY59" fmla="*/ 4138459 h 5753325"/>
              <a:gd name="connsiteX60" fmla="*/ 4834224 w 6447632"/>
              <a:gd name="connsiteY60" fmla="*/ 4231643 h 5753325"/>
              <a:gd name="connsiteX61" fmla="*/ 4812599 w 6447632"/>
              <a:gd name="connsiteY61" fmla="*/ 4249449 h 5753325"/>
              <a:gd name="connsiteX62" fmla="*/ 4789188 w 6447632"/>
              <a:gd name="connsiteY62" fmla="*/ 4256678 h 5753325"/>
              <a:gd name="connsiteX63" fmla="*/ 4779554 w 6447632"/>
              <a:gd name="connsiteY63" fmla="*/ 4251313 h 5753325"/>
              <a:gd name="connsiteX64" fmla="*/ 4766885 w 6447632"/>
              <a:gd name="connsiteY64" fmla="*/ 4259812 h 5753325"/>
              <a:gd name="connsiteX65" fmla="*/ 4762510 w 6447632"/>
              <a:gd name="connsiteY65" fmla="*/ 4260383 h 5753325"/>
              <a:gd name="connsiteX66" fmla="*/ 4738416 w 6447632"/>
              <a:gd name="connsiteY66" fmla="*/ 4265355 h 5753325"/>
              <a:gd name="connsiteX67" fmla="*/ 4712007 w 6447632"/>
              <a:gd name="connsiteY67" fmla="*/ 4317892 h 5753325"/>
              <a:gd name="connsiteX68" fmla="*/ 4658930 w 6447632"/>
              <a:gd name="connsiteY68" fmla="*/ 4348041 h 5753325"/>
              <a:gd name="connsiteX69" fmla="*/ 4443526 w 6447632"/>
              <a:gd name="connsiteY69" fmla="*/ 4507851 h 5753325"/>
              <a:gd name="connsiteX70" fmla="*/ 4289766 w 6447632"/>
              <a:gd name="connsiteY70" fmla="*/ 4711450 h 5753325"/>
              <a:gd name="connsiteX71" fmla="*/ 4150870 w 6447632"/>
              <a:gd name="connsiteY71" fmla="*/ 4818480 h 5753325"/>
              <a:gd name="connsiteX72" fmla="*/ 4006639 w 6447632"/>
              <a:gd name="connsiteY72" fmla="*/ 4933815 h 5753325"/>
              <a:gd name="connsiteX73" fmla="*/ 3298210 w 6447632"/>
              <a:gd name="connsiteY73" fmla="*/ 5070790 h 5753325"/>
              <a:gd name="connsiteX74" fmla="*/ 2947678 w 6447632"/>
              <a:gd name="connsiteY74" fmla="*/ 5117869 h 5753325"/>
              <a:gd name="connsiteX75" fmla="*/ 2822169 w 6447632"/>
              <a:gd name="connsiteY75" fmla="*/ 5129396 h 5753325"/>
              <a:gd name="connsiteX76" fmla="*/ 2538773 w 6447632"/>
              <a:gd name="connsiteY76" fmla="*/ 5313397 h 5753325"/>
              <a:gd name="connsiteX77" fmla="*/ 2014500 w 6447632"/>
              <a:gd name="connsiteY77" fmla="*/ 5519744 h 5753325"/>
              <a:gd name="connsiteX78" fmla="*/ 1934391 w 6447632"/>
              <a:gd name="connsiteY78" fmla="*/ 5591335 h 5753325"/>
              <a:gd name="connsiteX79" fmla="*/ 1892550 w 6447632"/>
              <a:gd name="connsiteY79" fmla="*/ 5649708 h 5753325"/>
              <a:gd name="connsiteX80" fmla="*/ 1854769 w 6447632"/>
              <a:gd name="connsiteY80" fmla="*/ 5647691 h 5753325"/>
              <a:gd name="connsiteX81" fmla="*/ 1809461 w 6447632"/>
              <a:gd name="connsiteY81" fmla="*/ 5648628 h 5753325"/>
              <a:gd name="connsiteX82" fmla="*/ 1745150 w 6447632"/>
              <a:gd name="connsiteY82" fmla="*/ 5693879 h 5753325"/>
              <a:gd name="connsiteX83" fmla="*/ 1713375 w 6447632"/>
              <a:gd name="connsiteY83" fmla="*/ 5684672 h 5753325"/>
              <a:gd name="connsiteX84" fmla="*/ 1707808 w 6447632"/>
              <a:gd name="connsiteY84" fmla="*/ 5682611 h 5753325"/>
              <a:gd name="connsiteX85" fmla="*/ 1679313 w 6447632"/>
              <a:gd name="connsiteY85" fmla="*/ 5672360 h 5753325"/>
              <a:gd name="connsiteX86" fmla="*/ 1646933 w 6447632"/>
              <a:gd name="connsiteY86" fmla="*/ 5666227 h 5753325"/>
              <a:gd name="connsiteX87" fmla="*/ 1610055 w 6447632"/>
              <a:gd name="connsiteY87" fmla="*/ 5673643 h 5753325"/>
              <a:gd name="connsiteX88" fmla="*/ 1437641 w 6447632"/>
              <a:gd name="connsiteY88" fmla="*/ 5723266 h 5753325"/>
              <a:gd name="connsiteX89" fmla="*/ 1332869 w 6447632"/>
              <a:gd name="connsiteY89" fmla="*/ 5744752 h 5753325"/>
              <a:gd name="connsiteX90" fmla="*/ 1290525 w 6447632"/>
              <a:gd name="connsiteY90" fmla="*/ 5740036 h 5753325"/>
              <a:gd name="connsiteX91" fmla="*/ 1233107 w 6447632"/>
              <a:gd name="connsiteY91" fmla="*/ 5742106 h 5753325"/>
              <a:gd name="connsiteX92" fmla="*/ 1214532 w 6447632"/>
              <a:gd name="connsiteY92" fmla="*/ 5753325 h 5753325"/>
              <a:gd name="connsiteX93" fmla="*/ 1199955 w 6447632"/>
              <a:gd name="connsiteY93" fmla="*/ 5744831 h 5753325"/>
              <a:gd name="connsiteX94" fmla="*/ 1162337 w 6447632"/>
              <a:gd name="connsiteY94" fmla="*/ 5738048 h 5753325"/>
              <a:gd name="connsiteX95" fmla="*/ 1053457 w 6447632"/>
              <a:gd name="connsiteY95" fmla="*/ 5688676 h 5753325"/>
              <a:gd name="connsiteX96" fmla="*/ 1025798 w 6447632"/>
              <a:gd name="connsiteY96" fmla="*/ 5673166 h 5753325"/>
              <a:gd name="connsiteX97" fmla="*/ 947900 w 6447632"/>
              <a:gd name="connsiteY97" fmla="*/ 5657848 h 5753325"/>
              <a:gd name="connsiteX98" fmla="*/ 815627 w 6447632"/>
              <a:gd name="connsiteY98" fmla="*/ 5642557 h 5753325"/>
              <a:gd name="connsiteX99" fmla="*/ 788251 w 6447632"/>
              <a:gd name="connsiteY99" fmla="*/ 5637065 h 5753325"/>
              <a:gd name="connsiteX100" fmla="*/ 767822 w 6447632"/>
              <a:gd name="connsiteY100" fmla="*/ 5623450 h 5753325"/>
              <a:gd name="connsiteX101" fmla="*/ 765791 w 6447632"/>
              <a:gd name="connsiteY101" fmla="*/ 5612539 h 5753325"/>
              <a:gd name="connsiteX102" fmla="*/ 751230 w 6447632"/>
              <a:gd name="connsiteY102" fmla="*/ 5608092 h 5753325"/>
              <a:gd name="connsiteX103" fmla="*/ 748008 w 6447632"/>
              <a:gd name="connsiteY103" fmla="*/ 5605052 h 5753325"/>
              <a:gd name="connsiteX104" fmla="*/ 728871 w 6447632"/>
              <a:gd name="connsiteY104" fmla="*/ 5589469 h 5753325"/>
              <a:gd name="connsiteX105" fmla="*/ 671898 w 6447632"/>
              <a:gd name="connsiteY105" fmla="*/ 5602363 h 5753325"/>
              <a:gd name="connsiteX106" fmla="*/ 615065 w 6447632"/>
              <a:gd name="connsiteY106" fmla="*/ 5580257 h 5753325"/>
              <a:gd name="connsiteX107" fmla="*/ 355785 w 6447632"/>
              <a:gd name="connsiteY107" fmla="*/ 5514383 h 5753325"/>
              <a:gd name="connsiteX108" fmla="*/ 102269 w 6447632"/>
              <a:gd name="connsiteY108" fmla="*/ 5524347 h 5753325"/>
              <a:gd name="connsiteX109" fmla="*/ 13160 w 6447632"/>
              <a:gd name="connsiteY109" fmla="*/ 5514159 h 5753325"/>
              <a:gd name="connsiteX110" fmla="*/ 0 w 6447632"/>
              <a:gd name="connsiteY110" fmla="*/ 5511735 h 5753325"/>
              <a:gd name="connsiteX111" fmla="*/ 0 w 6447632"/>
              <a:gd name="connsiteY111" fmla="*/ 0 h 5753325"/>
              <a:gd name="connsiteX0" fmla="*/ 0 w 6447632"/>
              <a:gd name="connsiteY0" fmla="*/ 0 h 5753325"/>
              <a:gd name="connsiteX1" fmla="*/ 6438980 w 6447632"/>
              <a:gd name="connsiteY1" fmla="*/ 0 h 5753325"/>
              <a:gd name="connsiteX2" fmla="*/ 6439047 w 6447632"/>
              <a:gd name="connsiteY2" fmla="*/ 147 h 5753325"/>
              <a:gd name="connsiteX3" fmla="*/ 6443456 w 6447632"/>
              <a:gd name="connsiteY3" fmla="*/ 130105 h 5753325"/>
              <a:gd name="connsiteX4" fmla="*/ 6447632 w 6447632"/>
              <a:gd name="connsiteY4" fmla="*/ 170016 h 5753325"/>
              <a:gd name="connsiteX5" fmla="*/ 6396598 w 6447632"/>
              <a:gd name="connsiteY5" fmla="*/ 274847 h 5753325"/>
              <a:gd name="connsiteX6" fmla="*/ 6337615 w 6447632"/>
              <a:gd name="connsiteY6" fmla="*/ 471794 h 5753325"/>
              <a:gd name="connsiteX7" fmla="*/ 6304423 w 6447632"/>
              <a:gd name="connsiteY7" fmla="*/ 582623 h 5753325"/>
              <a:gd name="connsiteX8" fmla="*/ 6303977 w 6447632"/>
              <a:gd name="connsiteY8" fmla="*/ 664291 h 5753325"/>
              <a:gd name="connsiteX9" fmla="*/ 6299372 w 6447632"/>
              <a:gd name="connsiteY9" fmla="*/ 697330 h 5753325"/>
              <a:gd name="connsiteX10" fmla="*/ 6334770 w 6447632"/>
              <a:gd name="connsiteY10" fmla="*/ 754001 h 5753325"/>
              <a:gd name="connsiteX11" fmla="*/ 6339879 w 6447632"/>
              <a:gd name="connsiteY11" fmla="*/ 811136 h 5753325"/>
              <a:gd name="connsiteX12" fmla="*/ 6330065 w 6447632"/>
              <a:gd name="connsiteY12" fmla="*/ 893399 h 5753325"/>
              <a:gd name="connsiteX13" fmla="*/ 6328618 w 6447632"/>
              <a:gd name="connsiteY13" fmla="*/ 1009766 h 5753325"/>
              <a:gd name="connsiteX14" fmla="*/ 6320797 w 6447632"/>
              <a:gd name="connsiteY14" fmla="*/ 1146964 h 5753325"/>
              <a:gd name="connsiteX15" fmla="*/ 6334400 w 6447632"/>
              <a:gd name="connsiteY15" fmla="*/ 1280757 h 5753325"/>
              <a:gd name="connsiteX16" fmla="*/ 6356023 w 6447632"/>
              <a:gd name="connsiteY16" fmla="*/ 1356227 h 5753325"/>
              <a:gd name="connsiteX17" fmla="*/ 6356157 w 6447632"/>
              <a:gd name="connsiteY17" fmla="*/ 1361967 h 5753325"/>
              <a:gd name="connsiteX18" fmla="*/ 6350613 w 6447632"/>
              <a:gd name="connsiteY18" fmla="*/ 1393569 h 5753325"/>
              <a:gd name="connsiteX19" fmla="*/ 6357062 w 6447632"/>
              <a:gd name="connsiteY19" fmla="*/ 1444071 h 5753325"/>
              <a:gd name="connsiteX20" fmla="*/ 6364832 w 6447632"/>
              <a:gd name="connsiteY20" fmla="*/ 1478763 h 5753325"/>
              <a:gd name="connsiteX21" fmla="*/ 6369745 w 6447632"/>
              <a:gd name="connsiteY21" fmla="*/ 1495680 h 5753325"/>
              <a:gd name="connsiteX22" fmla="*/ 6370898 w 6447632"/>
              <a:gd name="connsiteY22" fmla="*/ 1513331 h 5753325"/>
              <a:gd name="connsiteX23" fmla="*/ 6339773 w 6447632"/>
              <a:gd name="connsiteY23" fmla="*/ 1527414 h 5753325"/>
              <a:gd name="connsiteX24" fmla="*/ 6321854 w 6447632"/>
              <a:gd name="connsiteY24" fmla="*/ 1635366 h 5753325"/>
              <a:gd name="connsiteX25" fmla="*/ 6299489 w 6447632"/>
              <a:gd name="connsiteY25" fmla="*/ 1784860 h 5753325"/>
              <a:gd name="connsiteX26" fmla="*/ 6267878 w 6447632"/>
              <a:gd name="connsiteY26" fmla="*/ 1858572 h 5753325"/>
              <a:gd name="connsiteX27" fmla="*/ 6251146 w 6447632"/>
              <a:gd name="connsiteY27" fmla="*/ 1926167 h 5753325"/>
              <a:gd name="connsiteX28" fmla="*/ 6210686 w 6447632"/>
              <a:gd name="connsiteY28" fmla="*/ 2014834 h 5753325"/>
              <a:gd name="connsiteX29" fmla="*/ 6106652 w 6447632"/>
              <a:gd name="connsiteY29" fmla="*/ 2150572 h 5753325"/>
              <a:gd name="connsiteX30" fmla="*/ 6097813 w 6447632"/>
              <a:gd name="connsiteY30" fmla="*/ 2172208 h 5753325"/>
              <a:gd name="connsiteX31" fmla="*/ 6095990 w 6447632"/>
              <a:gd name="connsiteY31" fmla="*/ 2181185 h 5753325"/>
              <a:gd name="connsiteX32" fmla="*/ 6090126 w 6447632"/>
              <a:gd name="connsiteY32" fmla="*/ 2192533 h 5753325"/>
              <a:gd name="connsiteX33" fmla="*/ 6089503 w 6447632"/>
              <a:gd name="connsiteY33" fmla="*/ 2192543 h 5753325"/>
              <a:gd name="connsiteX34" fmla="*/ 6084946 w 6447632"/>
              <a:gd name="connsiteY34" fmla="*/ 2203694 h 5753325"/>
              <a:gd name="connsiteX35" fmla="*/ 5987861 w 6447632"/>
              <a:gd name="connsiteY35" fmla="*/ 2304868 h 5753325"/>
              <a:gd name="connsiteX36" fmla="*/ 5973439 w 6447632"/>
              <a:gd name="connsiteY36" fmla="*/ 2385635 h 5753325"/>
              <a:gd name="connsiteX37" fmla="*/ 5916727 w 6447632"/>
              <a:gd name="connsiteY37" fmla="*/ 2458777 h 5753325"/>
              <a:gd name="connsiteX38" fmla="*/ 5856524 w 6447632"/>
              <a:gd name="connsiteY38" fmla="*/ 2583281 h 5753325"/>
              <a:gd name="connsiteX39" fmla="*/ 5838091 w 6447632"/>
              <a:gd name="connsiteY39" fmla="*/ 2753474 h 5753325"/>
              <a:gd name="connsiteX40" fmla="*/ 5744296 w 6447632"/>
              <a:gd name="connsiteY40" fmla="*/ 2893276 h 5753325"/>
              <a:gd name="connsiteX41" fmla="*/ 5682522 w 6447632"/>
              <a:gd name="connsiteY41" fmla="*/ 3044368 h 5753325"/>
              <a:gd name="connsiteX42" fmla="*/ 5557886 w 6447632"/>
              <a:gd name="connsiteY42" fmla="*/ 3304853 h 5753325"/>
              <a:gd name="connsiteX43" fmla="*/ 5483942 w 6447632"/>
              <a:gd name="connsiteY43" fmla="*/ 3416604 h 5753325"/>
              <a:gd name="connsiteX44" fmla="*/ 5461007 w 6447632"/>
              <a:gd name="connsiteY44" fmla="*/ 3503742 h 5753325"/>
              <a:gd name="connsiteX45" fmla="*/ 5437889 w 6447632"/>
              <a:gd name="connsiteY45" fmla="*/ 3559927 h 5753325"/>
              <a:gd name="connsiteX46" fmla="*/ 5432770 w 6447632"/>
              <a:gd name="connsiteY46" fmla="*/ 3562948 h 5753325"/>
              <a:gd name="connsiteX47" fmla="*/ 5406795 w 6447632"/>
              <a:gd name="connsiteY47" fmla="*/ 3578594 h 5753325"/>
              <a:gd name="connsiteX48" fmla="*/ 5381495 w 6447632"/>
              <a:gd name="connsiteY48" fmla="*/ 3599883 h 5753325"/>
              <a:gd name="connsiteX49" fmla="*/ 5363689 w 6447632"/>
              <a:gd name="connsiteY49" fmla="*/ 3633299 h 5753325"/>
              <a:gd name="connsiteX50" fmla="*/ 5291870 w 6447632"/>
              <a:gd name="connsiteY50" fmla="*/ 3799039 h 5753325"/>
              <a:gd name="connsiteX51" fmla="*/ 5241600 w 6447632"/>
              <a:gd name="connsiteY51" fmla="*/ 3894238 h 5753325"/>
              <a:gd name="connsiteX52" fmla="*/ 5211041 w 6447632"/>
              <a:gd name="connsiteY52" fmla="*/ 3924184 h 5753325"/>
              <a:gd name="connsiteX53" fmla="*/ 5176073 w 6447632"/>
              <a:gd name="connsiteY53" fmla="*/ 3970179 h 5753325"/>
              <a:gd name="connsiteX54" fmla="*/ 5172826 w 6447632"/>
              <a:gd name="connsiteY54" fmla="*/ 3991773 h 5753325"/>
              <a:gd name="connsiteX55" fmla="*/ 5157053 w 6447632"/>
              <a:gd name="connsiteY55" fmla="*/ 3997708 h 5753325"/>
              <a:gd name="connsiteX56" fmla="*/ 5127922 w 6447632"/>
              <a:gd name="connsiteY56" fmla="*/ 4022660 h 5753325"/>
              <a:gd name="connsiteX57" fmla="*/ 5020872 w 6447632"/>
              <a:gd name="connsiteY57" fmla="*/ 4075951 h 5753325"/>
              <a:gd name="connsiteX58" fmla="*/ 4991410 w 6447632"/>
              <a:gd name="connsiteY58" fmla="*/ 4087598 h 5753325"/>
              <a:gd name="connsiteX59" fmla="*/ 4930112 w 6447632"/>
              <a:gd name="connsiteY59" fmla="*/ 4138459 h 5753325"/>
              <a:gd name="connsiteX60" fmla="*/ 4834224 w 6447632"/>
              <a:gd name="connsiteY60" fmla="*/ 4231643 h 5753325"/>
              <a:gd name="connsiteX61" fmla="*/ 4812599 w 6447632"/>
              <a:gd name="connsiteY61" fmla="*/ 4249449 h 5753325"/>
              <a:gd name="connsiteX62" fmla="*/ 4789188 w 6447632"/>
              <a:gd name="connsiteY62" fmla="*/ 4256678 h 5753325"/>
              <a:gd name="connsiteX63" fmla="*/ 4779554 w 6447632"/>
              <a:gd name="connsiteY63" fmla="*/ 4251313 h 5753325"/>
              <a:gd name="connsiteX64" fmla="*/ 4766885 w 6447632"/>
              <a:gd name="connsiteY64" fmla="*/ 4259812 h 5753325"/>
              <a:gd name="connsiteX65" fmla="*/ 4762510 w 6447632"/>
              <a:gd name="connsiteY65" fmla="*/ 4260383 h 5753325"/>
              <a:gd name="connsiteX66" fmla="*/ 4738416 w 6447632"/>
              <a:gd name="connsiteY66" fmla="*/ 4265355 h 5753325"/>
              <a:gd name="connsiteX67" fmla="*/ 4712007 w 6447632"/>
              <a:gd name="connsiteY67" fmla="*/ 4317892 h 5753325"/>
              <a:gd name="connsiteX68" fmla="*/ 4658930 w 6447632"/>
              <a:gd name="connsiteY68" fmla="*/ 4348041 h 5753325"/>
              <a:gd name="connsiteX69" fmla="*/ 4443526 w 6447632"/>
              <a:gd name="connsiteY69" fmla="*/ 4507851 h 5753325"/>
              <a:gd name="connsiteX70" fmla="*/ 4289766 w 6447632"/>
              <a:gd name="connsiteY70" fmla="*/ 4711450 h 5753325"/>
              <a:gd name="connsiteX71" fmla="*/ 4150870 w 6447632"/>
              <a:gd name="connsiteY71" fmla="*/ 4818480 h 5753325"/>
              <a:gd name="connsiteX72" fmla="*/ 4006639 w 6447632"/>
              <a:gd name="connsiteY72" fmla="*/ 4933815 h 5753325"/>
              <a:gd name="connsiteX73" fmla="*/ 3298210 w 6447632"/>
              <a:gd name="connsiteY73" fmla="*/ 5070790 h 5753325"/>
              <a:gd name="connsiteX74" fmla="*/ 2947678 w 6447632"/>
              <a:gd name="connsiteY74" fmla="*/ 5117869 h 5753325"/>
              <a:gd name="connsiteX75" fmla="*/ 2822169 w 6447632"/>
              <a:gd name="connsiteY75" fmla="*/ 5129396 h 5753325"/>
              <a:gd name="connsiteX76" fmla="*/ 2538773 w 6447632"/>
              <a:gd name="connsiteY76" fmla="*/ 5313397 h 5753325"/>
              <a:gd name="connsiteX77" fmla="*/ 2014500 w 6447632"/>
              <a:gd name="connsiteY77" fmla="*/ 5519744 h 5753325"/>
              <a:gd name="connsiteX78" fmla="*/ 1934391 w 6447632"/>
              <a:gd name="connsiteY78" fmla="*/ 5591335 h 5753325"/>
              <a:gd name="connsiteX79" fmla="*/ 1892550 w 6447632"/>
              <a:gd name="connsiteY79" fmla="*/ 5649708 h 5753325"/>
              <a:gd name="connsiteX80" fmla="*/ 1854769 w 6447632"/>
              <a:gd name="connsiteY80" fmla="*/ 5647691 h 5753325"/>
              <a:gd name="connsiteX81" fmla="*/ 1809461 w 6447632"/>
              <a:gd name="connsiteY81" fmla="*/ 5648628 h 5753325"/>
              <a:gd name="connsiteX82" fmla="*/ 1745150 w 6447632"/>
              <a:gd name="connsiteY82" fmla="*/ 5693879 h 5753325"/>
              <a:gd name="connsiteX83" fmla="*/ 1713375 w 6447632"/>
              <a:gd name="connsiteY83" fmla="*/ 5684672 h 5753325"/>
              <a:gd name="connsiteX84" fmla="*/ 1707808 w 6447632"/>
              <a:gd name="connsiteY84" fmla="*/ 5682611 h 5753325"/>
              <a:gd name="connsiteX85" fmla="*/ 1679313 w 6447632"/>
              <a:gd name="connsiteY85" fmla="*/ 5672360 h 5753325"/>
              <a:gd name="connsiteX86" fmla="*/ 1646933 w 6447632"/>
              <a:gd name="connsiteY86" fmla="*/ 5666227 h 5753325"/>
              <a:gd name="connsiteX87" fmla="*/ 1610055 w 6447632"/>
              <a:gd name="connsiteY87" fmla="*/ 5673643 h 5753325"/>
              <a:gd name="connsiteX88" fmla="*/ 1437641 w 6447632"/>
              <a:gd name="connsiteY88" fmla="*/ 5723266 h 5753325"/>
              <a:gd name="connsiteX89" fmla="*/ 1332869 w 6447632"/>
              <a:gd name="connsiteY89" fmla="*/ 5744752 h 5753325"/>
              <a:gd name="connsiteX90" fmla="*/ 1290525 w 6447632"/>
              <a:gd name="connsiteY90" fmla="*/ 5740036 h 5753325"/>
              <a:gd name="connsiteX91" fmla="*/ 1233107 w 6447632"/>
              <a:gd name="connsiteY91" fmla="*/ 5742106 h 5753325"/>
              <a:gd name="connsiteX92" fmla="*/ 1214532 w 6447632"/>
              <a:gd name="connsiteY92" fmla="*/ 5753325 h 5753325"/>
              <a:gd name="connsiteX93" fmla="*/ 1199955 w 6447632"/>
              <a:gd name="connsiteY93" fmla="*/ 5744831 h 5753325"/>
              <a:gd name="connsiteX94" fmla="*/ 1162337 w 6447632"/>
              <a:gd name="connsiteY94" fmla="*/ 5738048 h 5753325"/>
              <a:gd name="connsiteX95" fmla="*/ 1053457 w 6447632"/>
              <a:gd name="connsiteY95" fmla="*/ 5688676 h 5753325"/>
              <a:gd name="connsiteX96" fmla="*/ 1025798 w 6447632"/>
              <a:gd name="connsiteY96" fmla="*/ 5673166 h 5753325"/>
              <a:gd name="connsiteX97" fmla="*/ 947900 w 6447632"/>
              <a:gd name="connsiteY97" fmla="*/ 5657848 h 5753325"/>
              <a:gd name="connsiteX98" fmla="*/ 815627 w 6447632"/>
              <a:gd name="connsiteY98" fmla="*/ 5642557 h 5753325"/>
              <a:gd name="connsiteX99" fmla="*/ 788251 w 6447632"/>
              <a:gd name="connsiteY99" fmla="*/ 5637065 h 5753325"/>
              <a:gd name="connsiteX100" fmla="*/ 767822 w 6447632"/>
              <a:gd name="connsiteY100" fmla="*/ 5623450 h 5753325"/>
              <a:gd name="connsiteX101" fmla="*/ 765791 w 6447632"/>
              <a:gd name="connsiteY101" fmla="*/ 5612539 h 5753325"/>
              <a:gd name="connsiteX102" fmla="*/ 751230 w 6447632"/>
              <a:gd name="connsiteY102" fmla="*/ 5608092 h 5753325"/>
              <a:gd name="connsiteX103" fmla="*/ 748008 w 6447632"/>
              <a:gd name="connsiteY103" fmla="*/ 5605052 h 5753325"/>
              <a:gd name="connsiteX104" fmla="*/ 728871 w 6447632"/>
              <a:gd name="connsiteY104" fmla="*/ 5589469 h 5753325"/>
              <a:gd name="connsiteX105" fmla="*/ 671898 w 6447632"/>
              <a:gd name="connsiteY105" fmla="*/ 5602363 h 5753325"/>
              <a:gd name="connsiteX106" fmla="*/ 615065 w 6447632"/>
              <a:gd name="connsiteY106" fmla="*/ 5580257 h 5753325"/>
              <a:gd name="connsiteX107" fmla="*/ 355785 w 6447632"/>
              <a:gd name="connsiteY107" fmla="*/ 5514383 h 5753325"/>
              <a:gd name="connsiteX108" fmla="*/ 102269 w 6447632"/>
              <a:gd name="connsiteY108" fmla="*/ 5524347 h 5753325"/>
              <a:gd name="connsiteX109" fmla="*/ 13160 w 6447632"/>
              <a:gd name="connsiteY109" fmla="*/ 5514159 h 5753325"/>
              <a:gd name="connsiteX110" fmla="*/ 0 w 6447632"/>
              <a:gd name="connsiteY110" fmla="*/ 5511735 h 5753325"/>
              <a:gd name="connsiteX111" fmla="*/ 0 w 6447632"/>
              <a:gd name="connsiteY111" fmla="*/ 0 h 5753325"/>
              <a:gd name="connsiteX0" fmla="*/ 0 w 6447632"/>
              <a:gd name="connsiteY0" fmla="*/ 0 h 5753325"/>
              <a:gd name="connsiteX1" fmla="*/ 6438980 w 6447632"/>
              <a:gd name="connsiteY1" fmla="*/ 0 h 5753325"/>
              <a:gd name="connsiteX2" fmla="*/ 6439047 w 6447632"/>
              <a:gd name="connsiteY2" fmla="*/ 147 h 5753325"/>
              <a:gd name="connsiteX3" fmla="*/ 6443456 w 6447632"/>
              <a:gd name="connsiteY3" fmla="*/ 130105 h 5753325"/>
              <a:gd name="connsiteX4" fmla="*/ 6447632 w 6447632"/>
              <a:gd name="connsiteY4" fmla="*/ 170016 h 5753325"/>
              <a:gd name="connsiteX5" fmla="*/ 6396598 w 6447632"/>
              <a:gd name="connsiteY5" fmla="*/ 274847 h 5753325"/>
              <a:gd name="connsiteX6" fmla="*/ 6337615 w 6447632"/>
              <a:gd name="connsiteY6" fmla="*/ 471794 h 5753325"/>
              <a:gd name="connsiteX7" fmla="*/ 6304423 w 6447632"/>
              <a:gd name="connsiteY7" fmla="*/ 582623 h 5753325"/>
              <a:gd name="connsiteX8" fmla="*/ 6303977 w 6447632"/>
              <a:gd name="connsiteY8" fmla="*/ 664291 h 5753325"/>
              <a:gd name="connsiteX9" fmla="*/ 6299372 w 6447632"/>
              <a:gd name="connsiteY9" fmla="*/ 697330 h 5753325"/>
              <a:gd name="connsiteX10" fmla="*/ 6309888 w 6447632"/>
              <a:gd name="connsiteY10" fmla="*/ 754001 h 5753325"/>
              <a:gd name="connsiteX11" fmla="*/ 6339879 w 6447632"/>
              <a:gd name="connsiteY11" fmla="*/ 811136 h 5753325"/>
              <a:gd name="connsiteX12" fmla="*/ 6330065 w 6447632"/>
              <a:gd name="connsiteY12" fmla="*/ 893399 h 5753325"/>
              <a:gd name="connsiteX13" fmla="*/ 6328618 w 6447632"/>
              <a:gd name="connsiteY13" fmla="*/ 1009766 h 5753325"/>
              <a:gd name="connsiteX14" fmla="*/ 6320797 w 6447632"/>
              <a:gd name="connsiteY14" fmla="*/ 1146964 h 5753325"/>
              <a:gd name="connsiteX15" fmla="*/ 6334400 w 6447632"/>
              <a:gd name="connsiteY15" fmla="*/ 1280757 h 5753325"/>
              <a:gd name="connsiteX16" fmla="*/ 6356023 w 6447632"/>
              <a:gd name="connsiteY16" fmla="*/ 1356227 h 5753325"/>
              <a:gd name="connsiteX17" fmla="*/ 6356157 w 6447632"/>
              <a:gd name="connsiteY17" fmla="*/ 1361967 h 5753325"/>
              <a:gd name="connsiteX18" fmla="*/ 6350613 w 6447632"/>
              <a:gd name="connsiteY18" fmla="*/ 1393569 h 5753325"/>
              <a:gd name="connsiteX19" fmla="*/ 6357062 w 6447632"/>
              <a:gd name="connsiteY19" fmla="*/ 1444071 h 5753325"/>
              <a:gd name="connsiteX20" fmla="*/ 6364832 w 6447632"/>
              <a:gd name="connsiteY20" fmla="*/ 1478763 h 5753325"/>
              <a:gd name="connsiteX21" fmla="*/ 6369745 w 6447632"/>
              <a:gd name="connsiteY21" fmla="*/ 1495680 h 5753325"/>
              <a:gd name="connsiteX22" fmla="*/ 6370898 w 6447632"/>
              <a:gd name="connsiteY22" fmla="*/ 1513331 h 5753325"/>
              <a:gd name="connsiteX23" fmla="*/ 6339773 w 6447632"/>
              <a:gd name="connsiteY23" fmla="*/ 1527414 h 5753325"/>
              <a:gd name="connsiteX24" fmla="*/ 6321854 w 6447632"/>
              <a:gd name="connsiteY24" fmla="*/ 1635366 h 5753325"/>
              <a:gd name="connsiteX25" fmla="*/ 6299489 w 6447632"/>
              <a:gd name="connsiteY25" fmla="*/ 1784860 h 5753325"/>
              <a:gd name="connsiteX26" fmla="*/ 6267878 w 6447632"/>
              <a:gd name="connsiteY26" fmla="*/ 1858572 h 5753325"/>
              <a:gd name="connsiteX27" fmla="*/ 6251146 w 6447632"/>
              <a:gd name="connsiteY27" fmla="*/ 1926167 h 5753325"/>
              <a:gd name="connsiteX28" fmla="*/ 6210686 w 6447632"/>
              <a:gd name="connsiteY28" fmla="*/ 2014834 h 5753325"/>
              <a:gd name="connsiteX29" fmla="*/ 6106652 w 6447632"/>
              <a:gd name="connsiteY29" fmla="*/ 2150572 h 5753325"/>
              <a:gd name="connsiteX30" fmla="*/ 6097813 w 6447632"/>
              <a:gd name="connsiteY30" fmla="*/ 2172208 h 5753325"/>
              <a:gd name="connsiteX31" fmla="*/ 6095990 w 6447632"/>
              <a:gd name="connsiteY31" fmla="*/ 2181185 h 5753325"/>
              <a:gd name="connsiteX32" fmla="*/ 6090126 w 6447632"/>
              <a:gd name="connsiteY32" fmla="*/ 2192533 h 5753325"/>
              <a:gd name="connsiteX33" fmla="*/ 6089503 w 6447632"/>
              <a:gd name="connsiteY33" fmla="*/ 2192543 h 5753325"/>
              <a:gd name="connsiteX34" fmla="*/ 6084946 w 6447632"/>
              <a:gd name="connsiteY34" fmla="*/ 2203694 h 5753325"/>
              <a:gd name="connsiteX35" fmla="*/ 5987861 w 6447632"/>
              <a:gd name="connsiteY35" fmla="*/ 2304868 h 5753325"/>
              <a:gd name="connsiteX36" fmla="*/ 5973439 w 6447632"/>
              <a:gd name="connsiteY36" fmla="*/ 2385635 h 5753325"/>
              <a:gd name="connsiteX37" fmla="*/ 5916727 w 6447632"/>
              <a:gd name="connsiteY37" fmla="*/ 2458777 h 5753325"/>
              <a:gd name="connsiteX38" fmla="*/ 5856524 w 6447632"/>
              <a:gd name="connsiteY38" fmla="*/ 2583281 h 5753325"/>
              <a:gd name="connsiteX39" fmla="*/ 5838091 w 6447632"/>
              <a:gd name="connsiteY39" fmla="*/ 2753474 h 5753325"/>
              <a:gd name="connsiteX40" fmla="*/ 5744296 w 6447632"/>
              <a:gd name="connsiteY40" fmla="*/ 2893276 h 5753325"/>
              <a:gd name="connsiteX41" fmla="*/ 5682522 w 6447632"/>
              <a:gd name="connsiteY41" fmla="*/ 3044368 h 5753325"/>
              <a:gd name="connsiteX42" fmla="*/ 5557886 w 6447632"/>
              <a:gd name="connsiteY42" fmla="*/ 3304853 h 5753325"/>
              <a:gd name="connsiteX43" fmla="*/ 5483942 w 6447632"/>
              <a:gd name="connsiteY43" fmla="*/ 3416604 h 5753325"/>
              <a:gd name="connsiteX44" fmla="*/ 5461007 w 6447632"/>
              <a:gd name="connsiteY44" fmla="*/ 3503742 h 5753325"/>
              <a:gd name="connsiteX45" fmla="*/ 5437889 w 6447632"/>
              <a:gd name="connsiteY45" fmla="*/ 3559927 h 5753325"/>
              <a:gd name="connsiteX46" fmla="*/ 5432770 w 6447632"/>
              <a:gd name="connsiteY46" fmla="*/ 3562948 h 5753325"/>
              <a:gd name="connsiteX47" fmla="*/ 5406795 w 6447632"/>
              <a:gd name="connsiteY47" fmla="*/ 3578594 h 5753325"/>
              <a:gd name="connsiteX48" fmla="*/ 5381495 w 6447632"/>
              <a:gd name="connsiteY48" fmla="*/ 3599883 h 5753325"/>
              <a:gd name="connsiteX49" fmla="*/ 5363689 w 6447632"/>
              <a:gd name="connsiteY49" fmla="*/ 3633299 h 5753325"/>
              <a:gd name="connsiteX50" fmla="*/ 5291870 w 6447632"/>
              <a:gd name="connsiteY50" fmla="*/ 3799039 h 5753325"/>
              <a:gd name="connsiteX51" fmla="*/ 5241600 w 6447632"/>
              <a:gd name="connsiteY51" fmla="*/ 3894238 h 5753325"/>
              <a:gd name="connsiteX52" fmla="*/ 5211041 w 6447632"/>
              <a:gd name="connsiteY52" fmla="*/ 3924184 h 5753325"/>
              <a:gd name="connsiteX53" fmla="*/ 5176073 w 6447632"/>
              <a:gd name="connsiteY53" fmla="*/ 3970179 h 5753325"/>
              <a:gd name="connsiteX54" fmla="*/ 5172826 w 6447632"/>
              <a:gd name="connsiteY54" fmla="*/ 3991773 h 5753325"/>
              <a:gd name="connsiteX55" fmla="*/ 5157053 w 6447632"/>
              <a:gd name="connsiteY55" fmla="*/ 3997708 h 5753325"/>
              <a:gd name="connsiteX56" fmla="*/ 5127922 w 6447632"/>
              <a:gd name="connsiteY56" fmla="*/ 4022660 h 5753325"/>
              <a:gd name="connsiteX57" fmla="*/ 5020872 w 6447632"/>
              <a:gd name="connsiteY57" fmla="*/ 4075951 h 5753325"/>
              <a:gd name="connsiteX58" fmla="*/ 4991410 w 6447632"/>
              <a:gd name="connsiteY58" fmla="*/ 4087598 h 5753325"/>
              <a:gd name="connsiteX59" fmla="*/ 4930112 w 6447632"/>
              <a:gd name="connsiteY59" fmla="*/ 4138459 h 5753325"/>
              <a:gd name="connsiteX60" fmla="*/ 4834224 w 6447632"/>
              <a:gd name="connsiteY60" fmla="*/ 4231643 h 5753325"/>
              <a:gd name="connsiteX61" fmla="*/ 4812599 w 6447632"/>
              <a:gd name="connsiteY61" fmla="*/ 4249449 h 5753325"/>
              <a:gd name="connsiteX62" fmla="*/ 4789188 w 6447632"/>
              <a:gd name="connsiteY62" fmla="*/ 4256678 h 5753325"/>
              <a:gd name="connsiteX63" fmla="*/ 4779554 w 6447632"/>
              <a:gd name="connsiteY63" fmla="*/ 4251313 h 5753325"/>
              <a:gd name="connsiteX64" fmla="*/ 4766885 w 6447632"/>
              <a:gd name="connsiteY64" fmla="*/ 4259812 h 5753325"/>
              <a:gd name="connsiteX65" fmla="*/ 4762510 w 6447632"/>
              <a:gd name="connsiteY65" fmla="*/ 4260383 h 5753325"/>
              <a:gd name="connsiteX66" fmla="*/ 4738416 w 6447632"/>
              <a:gd name="connsiteY66" fmla="*/ 4265355 h 5753325"/>
              <a:gd name="connsiteX67" fmla="*/ 4712007 w 6447632"/>
              <a:gd name="connsiteY67" fmla="*/ 4317892 h 5753325"/>
              <a:gd name="connsiteX68" fmla="*/ 4658930 w 6447632"/>
              <a:gd name="connsiteY68" fmla="*/ 4348041 h 5753325"/>
              <a:gd name="connsiteX69" fmla="*/ 4443526 w 6447632"/>
              <a:gd name="connsiteY69" fmla="*/ 4507851 h 5753325"/>
              <a:gd name="connsiteX70" fmla="*/ 4289766 w 6447632"/>
              <a:gd name="connsiteY70" fmla="*/ 4711450 h 5753325"/>
              <a:gd name="connsiteX71" fmla="*/ 4150870 w 6447632"/>
              <a:gd name="connsiteY71" fmla="*/ 4818480 h 5753325"/>
              <a:gd name="connsiteX72" fmla="*/ 4006639 w 6447632"/>
              <a:gd name="connsiteY72" fmla="*/ 4933815 h 5753325"/>
              <a:gd name="connsiteX73" fmla="*/ 3298210 w 6447632"/>
              <a:gd name="connsiteY73" fmla="*/ 5070790 h 5753325"/>
              <a:gd name="connsiteX74" fmla="*/ 2947678 w 6447632"/>
              <a:gd name="connsiteY74" fmla="*/ 5117869 h 5753325"/>
              <a:gd name="connsiteX75" fmla="*/ 2822169 w 6447632"/>
              <a:gd name="connsiteY75" fmla="*/ 5129396 h 5753325"/>
              <a:gd name="connsiteX76" fmla="*/ 2538773 w 6447632"/>
              <a:gd name="connsiteY76" fmla="*/ 5313397 h 5753325"/>
              <a:gd name="connsiteX77" fmla="*/ 2014500 w 6447632"/>
              <a:gd name="connsiteY77" fmla="*/ 5519744 h 5753325"/>
              <a:gd name="connsiteX78" fmla="*/ 1934391 w 6447632"/>
              <a:gd name="connsiteY78" fmla="*/ 5591335 h 5753325"/>
              <a:gd name="connsiteX79" fmla="*/ 1892550 w 6447632"/>
              <a:gd name="connsiteY79" fmla="*/ 5649708 h 5753325"/>
              <a:gd name="connsiteX80" fmla="*/ 1854769 w 6447632"/>
              <a:gd name="connsiteY80" fmla="*/ 5647691 h 5753325"/>
              <a:gd name="connsiteX81" fmla="*/ 1809461 w 6447632"/>
              <a:gd name="connsiteY81" fmla="*/ 5648628 h 5753325"/>
              <a:gd name="connsiteX82" fmla="*/ 1745150 w 6447632"/>
              <a:gd name="connsiteY82" fmla="*/ 5693879 h 5753325"/>
              <a:gd name="connsiteX83" fmla="*/ 1713375 w 6447632"/>
              <a:gd name="connsiteY83" fmla="*/ 5684672 h 5753325"/>
              <a:gd name="connsiteX84" fmla="*/ 1707808 w 6447632"/>
              <a:gd name="connsiteY84" fmla="*/ 5682611 h 5753325"/>
              <a:gd name="connsiteX85" fmla="*/ 1679313 w 6447632"/>
              <a:gd name="connsiteY85" fmla="*/ 5672360 h 5753325"/>
              <a:gd name="connsiteX86" fmla="*/ 1646933 w 6447632"/>
              <a:gd name="connsiteY86" fmla="*/ 5666227 h 5753325"/>
              <a:gd name="connsiteX87" fmla="*/ 1610055 w 6447632"/>
              <a:gd name="connsiteY87" fmla="*/ 5673643 h 5753325"/>
              <a:gd name="connsiteX88" fmla="*/ 1437641 w 6447632"/>
              <a:gd name="connsiteY88" fmla="*/ 5723266 h 5753325"/>
              <a:gd name="connsiteX89" fmla="*/ 1332869 w 6447632"/>
              <a:gd name="connsiteY89" fmla="*/ 5744752 h 5753325"/>
              <a:gd name="connsiteX90" fmla="*/ 1290525 w 6447632"/>
              <a:gd name="connsiteY90" fmla="*/ 5740036 h 5753325"/>
              <a:gd name="connsiteX91" fmla="*/ 1233107 w 6447632"/>
              <a:gd name="connsiteY91" fmla="*/ 5742106 h 5753325"/>
              <a:gd name="connsiteX92" fmla="*/ 1214532 w 6447632"/>
              <a:gd name="connsiteY92" fmla="*/ 5753325 h 5753325"/>
              <a:gd name="connsiteX93" fmla="*/ 1199955 w 6447632"/>
              <a:gd name="connsiteY93" fmla="*/ 5744831 h 5753325"/>
              <a:gd name="connsiteX94" fmla="*/ 1162337 w 6447632"/>
              <a:gd name="connsiteY94" fmla="*/ 5738048 h 5753325"/>
              <a:gd name="connsiteX95" fmla="*/ 1053457 w 6447632"/>
              <a:gd name="connsiteY95" fmla="*/ 5688676 h 5753325"/>
              <a:gd name="connsiteX96" fmla="*/ 1025798 w 6447632"/>
              <a:gd name="connsiteY96" fmla="*/ 5673166 h 5753325"/>
              <a:gd name="connsiteX97" fmla="*/ 947900 w 6447632"/>
              <a:gd name="connsiteY97" fmla="*/ 5657848 h 5753325"/>
              <a:gd name="connsiteX98" fmla="*/ 815627 w 6447632"/>
              <a:gd name="connsiteY98" fmla="*/ 5642557 h 5753325"/>
              <a:gd name="connsiteX99" fmla="*/ 788251 w 6447632"/>
              <a:gd name="connsiteY99" fmla="*/ 5637065 h 5753325"/>
              <a:gd name="connsiteX100" fmla="*/ 767822 w 6447632"/>
              <a:gd name="connsiteY100" fmla="*/ 5623450 h 5753325"/>
              <a:gd name="connsiteX101" fmla="*/ 765791 w 6447632"/>
              <a:gd name="connsiteY101" fmla="*/ 5612539 h 5753325"/>
              <a:gd name="connsiteX102" fmla="*/ 751230 w 6447632"/>
              <a:gd name="connsiteY102" fmla="*/ 5608092 h 5753325"/>
              <a:gd name="connsiteX103" fmla="*/ 748008 w 6447632"/>
              <a:gd name="connsiteY103" fmla="*/ 5605052 h 5753325"/>
              <a:gd name="connsiteX104" fmla="*/ 728871 w 6447632"/>
              <a:gd name="connsiteY104" fmla="*/ 5589469 h 5753325"/>
              <a:gd name="connsiteX105" fmla="*/ 671898 w 6447632"/>
              <a:gd name="connsiteY105" fmla="*/ 5602363 h 5753325"/>
              <a:gd name="connsiteX106" fmla="*/ 615065 w 6447632"/>
              <a:gd name="connsiteY106" fmla="*/ 5580257 h 5753325"/>
              <a:gd name="connsiteX107" fmla="*/ 355785 w 6447632"/>
              <a:gd name="connsiteY107" fmla="*/ 5514383 h 5753325"/>
              <a:gd name="connsiteX108" fmla="*/ 102269 w 6447632"/>
              <a:gd name="connsiteY108" fmla="*/ 5524347 h 5753325"/>
              <a:gd name="connsiteX109" fmla="*/ 13160 w 6447632"/>
              <a:gd name="connsiteY109" fmla="*/ 5514159 h 5753325"/>
              <a:gd name="connsiteX110" fmla="*/ 0 w 6447632"/>
              <a:gd name="connsiteY110" fmla="*/ 5511735 h 5753325"/>
              <a:gd name="connsiteX111" fmla="*/ 0 w 6447632"/>
              <a:gd name="connsiteY111" fmla="*/ 0 h 5753325"/>
              <a:gd name="connsiteX0" fmla="*/ 0 w 6443456"/>
              <a:gd name="connsiteY0" fmla="*/ 0 h 5753325"/>
              <a:gd name="connsiteX1" fmla="*/ 6438980 w 6443456"/>
              <a:gd name="connsiteY1" fmla="*/ 0 h 5753325"/>
              <a:gd name="connsiteX2" fmla="*/ 6439047 w 6443456"/>
              <a:gd name="connsiteY2" fmla="*/ 147 h 5753325"/>
              <a:gd name="connsiteX3" fmla="*/ 6443456 w 6443456"/>
              <a:gd name="connsiteY3" fmla="*/ 130105 h 5753325"/>
              <a:gd name="connsiteX4" fmla="*/ 6422751 w 6443456"/>
              <a:gd name="connsiteY4" fmla="*/ 174163 h 5753325"/>
              <a:gd name="connsiteX5" fmla="*/ 6396598 w 6443456"/>
              <a:gd name="connsiteY5" fmla="*/ 274847 h 5753325"/>
              <a:gd name="connsiteX6" fmla="*/ 6337615 w 6443456"/>
              <a:gd name="connsiteY6" fmla="*/ 471794 h 5753325"/>
              <a:gd name="connsiteX7" fmla="*/ 6304423 w 6443456"/>
              <a:gd name="connsiteY7" fmla="*/ 582623 h 5753325"/>
              <a:gd name="connsiteX8" fmla="*/ 6303977 w 6443456"/>
              <a:gd name="connsiteY8" fmla="*/ 664291 h 5753325"/>
              <a:gd name="connsiteX9" fmla="*/ 6299372 w 6443456"/>
              <a:gd name="connsiteY9" fmla="*/ 697330 h 5753325"/>
              <a:gd name="connsiteX10" fmla="*/ 6309888 w 6443456"/>
              <a:gd name="connsiteY10" fmla="*/ 754001 h 5753325"/>
              <a:gd name="connsiteX11" fmla="*/ 6339879 w 6443456"/>
              <a:gd name="connsiteY11" fmla="*/ 811136 h 5753325"/>
              <a:gd name="connsiteX12" fmla="*/ 6330065 w 6443456"/>
              <a:gd name="connsiteY12" fmla="*/ 893399 h 5753325"/>
              <a:gd name="connsiteX13" fmla="*/ 6328618 w 6443456"/>
              <a:gd name="connsiteY13" fmla="*/ 1009766 h 5753325"/>
              <a:gd name="connsiteX14" fmla="*/ 6320797 w 6443456"/>
              <a:gd name="connsiteY14" fmla="*/ 1146964 h 5753325"/>
              <a:gd name="connsiteX15" fmla="*/ 6334400 w 6443456"/>
              <a:gd name="connsiteY15" fmla="*/ 1280757 h 5753325"/>
              <a:gd name="connsiteX16" fmla="*/ 6356023 w 6443456"/>
              <a:gd name="connsiteY16" fmla="*/ 1356227 h 5753325"/>
              <a:gd name="connsiteX17" fmla="*/ 6356157 w 6443456"/>
              <a:gd name="connsiteY17" fmla="*/ 1361967 h 5753325"/>
              <a:gd name="connsiteX18" fmla="*/ 6350613 w 6443456"/>
              <a:gd name="connsiteY18" fmla="*/ 1393569 h 5753325"/>
              <a:gd name="connsiteX19" fmla="*/ 6357062 w 6443456"/>
              <a:gd name="connsiteY19" fmla="*/ 1444071 h 5753325"/>
              <a:gd name="connsiteX20" fmla="*/ 6364832 w 6443456"/>
              <a:gd name="connsiteY20" fmla="*/ 1478763 h 5753325"/>
              <a:gd name="connsiteX21" fmla="*/ 6369745 w 6443456"/>
              <a:gd name="connsiteY21" fmla="*/ 1495680 h 5753325"/>
              <a:gd name="connsiteX22" fmla="*/ 6370898 w 6443456"/>
              <a:gd name="connsiteY22" fmla="*/ 1513331 h 5753325"/>
              <a:gd name="connsiteX23" fmla="*/ 6339773 w 6443456"/>
              <a:gd name="connsiteY23" fmla="*/ 1527414 h 5753325"/>
              <a:gd name="connsiteX24" fmla="*/ 6321854 w 6443456"/>
              <a:gd name="connsiteY24" fmla="*/ 1635366 h 5753325"/>
              <a:gd name="connsiteX25" fmla="*/ 6299489 w 6443456"/>
              <a:gd name="connsiteY25" fmla="*/ 1784860 h 5753325"/>
              <a:gd name="connsiteX26" fmla="*/ 6267878 w 6443456"/>
              <a:gd name="connsiteY26" fmla="*/ 1858572 h 5753325"/>
              <a:gd name="connsiteX27" fmla="*/ 6251146 w 6443456"/>
              <a:gd name="connsiteY27" fmla="*/ 1926167 h 5753325"/>
              <a:gd name="connsiteX28" fmla="*/ 6210686 w 6443456"/>
              <a:gd name="connsiteY28" fmla="*/ 2014834 h 5753325"/>
              <a:gd name="connsiteX29" fmla="*/ 6106652 w 6443456"/>
              <a:gd name="connsiteY29" fmla="*/ 2150572 h 5753325"/>
              <a:gd name="connsiteX30" fmla="*/ 6097813 w 6443456"/>
              <a:gd name="connsiteY30" fmla="*/ 2172208 h 5753325"/>
              <a:gd name="connsiteX31" fmla="*/ 6095990 w 6443456"/>
              <a:gd name="connsiteY31" fmla="*/ 2181185 h 5753325"/>
              <a:gd name="connsiteX32" fmla="*/ 6090126 w 6443456"/>
              <a:gd name="connsiteY32" fmla="*/ 2192533 h 5753325"/>
              <a:gd name="connsiteX33" fmla="*/ 6089503 w 6443456"/>
              <a:gd name="connsiteY33" fmla="*/ 2192543 h 5753325"/>
              <a:gd name="connsiteX34" fmla="*/ 6084946 w 6443456"/>
              <a:gd name="connsiteY34" fmla="*/ 2203694 h 5753325"/>
              <a:gd name="connsiteX35" fmla="*/ 5987861 w 6443456"/>
              <a:gd name="connsiteY35" fmla="*/ 2304868 h 5753325"/>
              <a:gd name="connsiteX36" fmla="*/ 5973439 w 6443456"/>
              <a:gd name="connsiteY36" fmla="*/ 2385635 h 5753325"/>
              <a:gd name="connsiteX37" fmla="*/ 5916727 w 6443456"/>
              <a:gd name="connsiteY37" fmla="*/ 2458777 h 5753325"/>
              <a:gd name="connsiteX38" fmla="*/ 5856524 w 6443456"/>
              <a:gd name="connsiteY38" fmla="*/ 2583281 h 5753325"/>
              <a:gd name="connsiteX39" fmla="*/ 5838091 w 6443456"/>
              <a:gd name="connsiteY39" fmla="*/ 2753474 h 5753325"/>
              <a:gd name="connsiteX40" fmla="*/ 5744296 w 6443456"/>
              <a:gd name="connsiteY40" fmla="*/ 2893276 h 5753325"/>
              <a:gd name="connsiteX41" fmla="*/ 5682522 w 6443456"/>
              <a:gd name="connsiteY41" fmla="*/ 3044368 h 5753325"/>
              <a:gd name="connsiteX42" fmla="*/ 5557886 w 6443456"/>
              <a:gd name="connsiteY42" fmla="*/ 3304853 h 5753325"/>
              <a:gd name="connsiteX43" fmla="*/ 5483942 w 6443456"/>
              <a:gd name="connsiteY43" fmla="*/ 3416604 h 5753325"/>
              <a:gd name="connsiteX44" fmla="*/ 5461007 w 6443456"/>
              <a:gd name="connsiteY44" fmla="*/ 3503742 h 5753325"/>
              <a:gd name="connsiteX45" fmla="*/ 5437889 w 6443456"/>
              <a:gd name="connsiteY45" fmla="*/ 3559927 h 5753325"/>
              <a:gd name="connsiteX46" fmla="*/ 5432770 w 6443456"/>
              <a:gd name="connsiteY46" fmla="*/ 3562948 h 5753325"/>
              <a:gd name="connsiteX47" fmla="*/ 5406795 w 6443456"/>
              <a:gd name="connsiteY47" fmla="*/ 3578594 h 5753325"/>
              <a:gd name="connsiteX48" fmla="*/ 5381495 w 6443456"/>
              <a:gd name="connsiteY48" fmla="*/ 3599883 h 5753325"/>
              <a:gd name="connsiteX49" fmla="*/ 5363689 w 6443456"/>
              <a:gd name="connsiteY49" fmla="*/ 3633299 h 5753325"/>
              <a:gd name="connsiteX50" fmla="*/ 5291870 w 6443456"/>
              <a:gd name="connsiteY50" fmla="*/ 3799039 h 5753325"/>
              <a:gd name="connsiteX51" fmla="*/ 5241600 w 6443456"/>
              <a:gd name="connsiteY51" fmla="*/ 3894238 h 5753325"/>
              <a:gd name="connsiteX52" fmla="*/ 5211041 w 6443456"/>
              <a:gd name="connsiteY52" fmla="*/ 3924184 h 5753325"/>
              <a:gd name="connsiteX53" fmla="*/ 5176073 w 6443456"/>
              <a:gd name="connsiteY53" fmla="*/ 3970179 h 5753325"/>
              <a:gd name="connsiteX54" fmla="*/ 5172826 w 6443456"/>
              <a:gd name="connsiteY54" fmla="*/ 3991773 h 5753325"/>
              <a:gd name="connsiteX55" fmla="*/ 5157053 w 6443456"/>
              <a:gd name="connsiteY55" fmla="*/ 3997708 h 5753325"/>
              <a:gd name="connsiteX56" fmla="*/ 5127922 w 6443456"/>
              <a:gd name="connsiteY56" fmla="*/ 4022660 h 5753325"/>
              <a:gd name="connsiteX57" fmla="*/ 5020872 w 6443456"/>
              <a:gd name="connsiteY57" fmla="*/ 4075951 h 5753325"/>
              <a:gd name="connsiteX58" fmla="*/ 4991410 w 6443456"/>
              <a:gd name="connsiteY58" fmla="*/ 4087598 h 5753325"/>
              <a:gd name="connsiteX59" fmla="*/ 4930112 w 6443456"/>
              <a:gd name="connsiteY59" fmla="*/ 4138459 h 5753325"/>
              <a:gd name="connsiteX60" fmla="*/ 4834224 w 6443456"/>
              <a:gd name="connsiteY60" fmla="*/ 4231643 h 5753325"/>
              <a:gd name="connsiteX61" fmla="*/ 4812599 w 6443456"/>
              <a:gd name="connsiteY61" fmla="*/ 4249449 h 5753325"/>
              <a:gd name="connsiteX62" fmla="*/ 4789188 w 6443456"/>
              <a:gd name="connsiteY62" fmla="*/ 4256678 h 5753325"/>
              <a:gd name="connsiteX63" fmla="*/ 4779554 w 6443456"/>
              <a:gd name="connsiteY63" fmla="*/ 4251313 h 5753325"/>
              <a:gd name="connsiteX64" fmla="*/ 4766885 w 6443456"/>
              <a:gd name="connsiteY64" fmla="*/ 4259812 h 5753325"/>
              <a:gd name="connsiteX65" fmla="*/ 4762510 w 6443456"/>
              <a:gd name="connsiteY65" fmla="*/ 4260383 h 5753325"/>
              <a:gd name="connsiteX66" fmla="*/ 4738416 w 6443456"/>
              <a:gd name="connsiteY66" fmla="*/ 4265355 h 5753325"/>
              <a:gd name="connsiteX67" fmla="*/ 4712007 w 6443456"/>
              <a:gd name="connsiteY67" fmla="*/ 4317892 h 5753325"/>
              <a:gd name="connsiteX68" fmla="*/ 4658930 w 6443456"/>
              <a:gd name="connsiteY68" fmla="*/ 4348041 h 5753325"/>
              <a:gd name="connsiteX69" fmla="*/ 4443526 w 6443456"/>
              <a:gd name="connsiteY69" fmla="*/ 4507851 h 5753325"/>
              <a:gd name="connsiteX70" fmla="*/ 4289766 w 6443456"/>
              <a:gd name="connsiteY70" fmla="*/ 4711450 h 5753325"/>
              <a:gd name="connsiteX71" fmla="*/ 4150870 w 6443456"/>
              <a:gd name="connsiteY71" fmla="*/ 4818480 h 5753325"/>
              <a:gd name="connsiteX72" fmla="*/ 4006639 w 6443456"/>
              <a:gd name="connsiteY72" fmla="*/ 4933815 h 5753325"/>
              <a:gd name="connsiteX73" fmla="*/ 3298210 w 6443456"/>
              <a:gd name="connsiteY73" fmla="*/ 5070790 h 5753325"/>
              <a:gd name="connsiteX74" fmla="*/ 2947678 w 6443456"/>
              <a:gd name="connsiteY74" fmla="*/ 5117869 h 5753325"/>
              <a:gd name="connsiteX75" fmla="*/ 2822169 w 6443456"/>
              <a:gd name="connsiteY75" fmla="*/ 5129396 h 5753325"/>
              <a:gd name="connsiteX76" fmla="*/ 2538773 w 6443456"/>
              <a:gd name="connsiteY76" fmla="*/ 5313397 h 5753325"/>
              <a:gd name="connsiteX77" fmla="*/ 2014500 w 6443456"/>
              <a:gd name="connsiteY77" fmla="*/ 5519744 h 5753325"/>
              <a:gd name="connsiteX78" fmla="*/ 1934391 w 6443456"/>
              <a:gd name="connsiteY78" fmla="*/ 5591335 h 5753325"/>
              <a:gd name="connsiteX79" fmla="*/ 1892550 w 6443456"/>
              <a:gd name="connsiteY79" fmla="*/ 5649708 h 5753325"/>
              <a:gd name="connsiteX80" fmla="*/ 1854769 w 6443456"/>
              <a:gd name="connsiteY80" fmla="*/ 5647691 h 5753325"/>
              <a:gd name="connsiteX81" fmla="*/ 1809461 w 6443456"/>
              <a:gd name="connsiteY81" fmla="*/ 5648628 h 5753325"/>
              <a:gd name="connsiteX82" fmla="*/ 1745150 w 6443456"/>
              <a:gd name="connsiteY82" fmla="*/ 5693879 h 5753325"/>
              <a:gd name="connsiteX83" fmla="*/ 1713375 w 6443456"/>
              <a:gd name="connsiteY83" fmla="*/ 5684672 h 5753325"/>
              <a:gd name="connsiteX84" fmla="*/ 1707808 w 6443456"/>
              <a:gd name="connsiteY84" fmla="*/ 5682611 h 5753325"/>
              <a:gd name="connsiteX85" fmla="*/ 1679313 w 6443456"/>
              <a:gd name="connsiteY85" fmla="*/ 5672360 h 5753325"/>
              <a:gd name="connsiteX86" fmla="*/ 1646933 w 6443456"/>
              <a:gd name="connsiteY86" fmla="*/ 5666227 h 5753325"/>
              <a:gd name="connsiteX87" fmla="*/ 1610055 w 6443456"/>
              <a:gd name="connsiteY87" fmla="*/ 5673643 h 5753325"/>
              <a:gd name="connsiteX88" fmla="*/ 1437641 w 6443456"/>
              <a:gd name="connsiteY88" fmla="*/ 5723266 h 5753325"/>
              <a:gd name="connsiteX89" fmla="*/ 1332869 w 6443456"/>
              <a:gd name="connsiteY89" fmla="*/ 5744752 h 5753325"/>
              <a:gd name="connsiteX90" fmla="*/ 1290525 w 6443456"/>
              <a:gd name="connsiteY90" fmla="*/ 5740036 h 5753325"/>
              <a:gd name="connsiteX91" fmla="*/ 1233107 w 6443456"/>
              <a:gd name="connsiteY91" fmla="*/ 5742106 h 5753325"/>
              <a:gd name="connsiteX92" fmla="*/ 1214532 w 6443456"/>
              <a:gd name="connsiteY92" fmla="*/ 5753325 h 5753325"/>
              <a:gd name="connsiteX93" fmla="*/ 1199955 w 6443456"/>
              <a:gd name="connsiteY93" fmla="*/ 5744831 h 5753325"/>
              <a:gd name="connsiteX94" fmla="*/ 1162337 w 6443456"/>
              <a:gd name="connsiteY94" fmla="*/ 5738048 h 5753325"/>
              <a:gd name="connsiteX95" fmla="*/ 1053457 w 6443456"/>
              <a:gd name="connsiteY95" fmla="*/ 5688676 h 5753325"/>
              <a:gd name="connsiteX96" fmla="*/ 1025798 w 6443456"/>
              <a:gd name="connsiteY96" fmla="*/ 5673166 h 5753325"/>
              <a:gd name="connsiteX97" fmla="*/ 947900 w 6443456"/>
              <a:gd name="connsiteY97" fmla="*/ 5657848 h 5753325"/>
              <a:gd name="connsiteX98" fmla="*/ 815627 w 6443456"/>
              <a:gd name="connsiteY98" fmla="*/ 5642557 h 5753325"/>
              <a:gd name="connsiteX99" fmla="*/ 788251 w 6443456"/>
              <a:gd name="connsiteY99" fmla="*/ 5637065 h 5753325"/>
              <a:gd name="connsiteX100" fmla="*/ 767822 w 6443456"/>
              <a:gd name="connsiteY100" fmla="*/ 5623450 h 5753325"/>
              <a:gd name="connsiteX101" fmla="*/ 765791 w 6443456"/>
              <a:gd name="connsiteY101" fmla="*/ 5612539 h 5753325"/>
              <a:gd name="connsiteX102" fmla="*/ 751230 w 6443456"/>
              <a:gd name="connsiteY102" fmla="*/ 5608092 h 5753325"/>
              <a:gd name="connsiteX103" fmla="*/ 748008 w 6443456"/>
              <a:gd name="connsiteY103" fmla="*/ 5605052 h 5753325"/>
              <a:gd name="connsiteX104" fmla="*/ 728871 w 6443456"/>
              <a:gd name="connsiteY104" fmla="*/ 5589469 h 5753325"/>
              <a:gd name="connsiteX105" fmla="*/ 671898 w 6443456"/>
              <a:gd name="connsiteY105" fmla="*/ 5602363 h 5753325"/>
              <a:gd name="connsiteX106" fmla="*/ 615065 w 6443456"/>
              <a:gd name="connsiteY106" fmla="*/ 5580257 h 5753325"/>
              <a:gd name="connsiteX107" fmla="*/ 355785 w 6443456"/>
              <a:gd name="connsiteY107" fmla="*/ 5514383 h 5753325"/>
              <a:gd name="connsiteX108" fmla="*/ 102269 w 6443456"/>
              <a:gd name="connsiteY108" fmla="*/ 5524347 h 5753325"/>
              <a:gd name="connsiteX109" fmla="*/ 13160 w 6443456"/>
              <a:gd name="connsiteY109" fmla="*/ 5514159 h 5753325"/>
              <a:gd name="connsiteX110" fmla="*/ 0 w 6443456"/>
              <a:gd name="connsiteY110" fmla="*/ 5511735 h 5753325"/>
              <a:gd name="connsiteX111" fmla="*/ 0 w 6443456"/>
              <a:gd name="connsiteY111" fmla="*/ 0 h 5753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Lst>
            <a:rect l="l" t="t" r="r" b="b"/>
            <a:pathLst>
              <a:path w="6443456" h="5753325">
                <a:moveTo>
                  <a:pt x="0" y="0"/>
                </a:moveTo>
                <a:lnTo>
                  <a:pt x="6438980" y="0"/>
                </a:lnTo>
                <a:cubicBezTo>
                  <a:pt x="6439002" y="49"/>
                  <a:pt x="6439025" y="98"/>
                  <a:pt x="6439047" y="147"/>
                </a:cubicBezTo>
                <a:lnTo>
                  <a:pt x="6443456" y="130105"/>
                </a:lnTo>
                <a:cubicBezTo>
                  <a:pt x="6430828" y="154008"/>
                  <a:pt x="6411458" y="168030"/>
                  <a:pt x="6422751" y="174163"/>
                </a:cubicBezTo>
                <a:cubicBezTo>
                  <a:pt x="6418487" y="214830"/>
                  <a:pt x="6390727" y="235497"/>
                  <a:pt x="6396598" y="274847"/>
                </a:cubicBezTo>
                <a:cubicBezTo>
                  <a:pt x="6403386" y="335822"/>
                  <a:pt x="6333127" y="414969"/>
                  <a:pt x="6337615" y="471794"/>
                </a:cubicBezTo>
                <a:cubicBezTo>
                  <a:pt x="6324407" y="534783"/>
                  <a:pt x="6296331" y="556933"/>
                  <a:pt x="6304423" y="582623"/>
                </a:cubicBezTo>
                <a:cubicBezTo>
                  <a:pt x="6293676" y="611941"/>
                  <a:pt x="6296956" y="631352"/>
                  <a:pt x="6303977" y="664291"/>
                </a:cubicBezTo>
                <a:cubicBezTo>
                  <a:pt x="6302444" y="677879"/>
                  <a:pt x="6301462" y="685268"/>
                  <a:pt x="6299372" y="697330"/>
                </a:cubicBezTo>
                <a:cubicBezTo>
                  <a:pt x="6314387" y="714913"/>
                  <a:pt x="6313827" y="721408"/>
                  <a:pt x="6309888" y="754001"/>
                </a:cubicBezTo>
                <a:cubicBezTo>
                  <a:pt x="6306930" y="769492"/>
                  <a:pt x="6343751" y="814234"/>
                  <a:pt x="6339879" y="811136"/>
                </a:cubicBezTo>
                <a:lnTo>
                  <a:pt x="6330065" y="893399"/>
                </a:lnTo>
                <a:cubicBezTo>
                  <a:pt x="6341065" y="929331"/>
                  <a:pt x="6340586" y="969703"/>
                  <a:pt x="6328618" y="1009766"/>
                </a:cubicBezTo>
                <a:cubicBezTo>
                  <a:pt x="6286987" y="1110847"/>
                  <a:pt x="6336677" y="1067927"/>
                  <a:pt x="6320797" y="1146964"/>
                </a:cubicBezTo>
                <a:cubicBezTo>
                  <a:pt x="6308238" y="1199586"/>
                  <a:pt x="6355190" y="1221191"/>
                  <a:pt x="6334400" y="1280757"/>
                </a:cubicBezTo>
                <a:lnTo>
                  <a:pt x="6356023" y="1356227"/>
                </a:lnTo>
                <a:cubicBezTo>
                  <a:pt x="6356068" y="1358140"/>
                  <a:pt x="6356112" y="1360054"/>
                  <a:pt x="6356157" y="1361967"/>
                </a:cubicBezTo>
                <a:cubicBezTo>
                  <a:pt x="6355533" y="1373512"/>
                  <a:pt x="6353847" y="1384370"/>
                  <a:pt x="6350613" y="1393569"/>
                </a:cubicBezTo>
                <a:cubicBezTo>
                  <a:pt x="6364468" y="1383914"/>
                  <a:pt x="6345614" y="1435855"/>
                  <a:pt x="6357062" y="1444071"/>
                </a:cubicBezTo>
                <a:cubicBezTo>
                  <a:pt x="6366618" y="1448518"/>
                  <a:pt x="6363125" y="1465312"/>
                  <a:pt x="6364832" y="1478763"/>
                </a:cubicBezTo>
                <a:cubicBezTo>
                  <a:pt x="6367033" y="1481449"/>
                  <a:pt x="6368644" y="1487606"/>
                  <a:pt x="6369745" y="1495680"/>
                </a:cubicBezTo>
                <a:cubicBezTo>
                  <a:pt x="6370129" y="1501564"/>
                  <a:pt x="6370514" y="1507447"/>
                  <a:pt x="6370898" y="1513331"/>
                </a:cubicBezTo>
                <a:lnTo>
                  <a:pt x="6339773" y="1527414"/>
                </a:lnTo>
                <a:cubicBezTo>
                  <a:pt x="6334226" y="1566662"/>
                  <a:pt x="6321052" y="1604564"/>
                  <a:pt x="6321854" y="1635366"/>
                </a:cubicBezTo>
                <a:cubicBezTo>
                  <a:pt x="6320655" y="1701187"/>
                  <a:pt x="6292278" y="1721205"/>
                  <a:pt x="6299489" y="1784860"/>
                </a:cubicBezTo>
                <a:cubicBezTo>
                  <a:pt x="6294212" y="1831400"/>
                  <a:pt x="6277478" y="1829559"/>
                  <a:pt x="6267878" y="1858572"/>
                </a:cubicBezTo>
                <a:lnTo>
                  <a:pt x="6251146" y="1926167"/>
                </a:lnTo>
                <a:lnTo>
                  <a:pt x="6210686" y="2014834"/>
                </a:lnTo>
                <a:lnTo>
                  <a:pt x="6106652" y="2150572"/>
                </a:lnTo>
                <a:lnTo>
                  <a:pt x="6097813" y="2172208"/>
                </a:lnTo>
                <a:lnTo>
                  <a:pt x="6095990" y="2181185"/>
                </a:lnTo>
                <a:cubicBezTo>
                  <a:pt x="6094176" y="2187056"/>
                  <a:pt x="6092249" y="2190556"/>
                  <a:pt x="6090126" y="2192533"/>
                </a:cubicBezTo>
                <a:lnTo>
                  <a:pt x="6089503" y="2192543"/>
                </a:lnTo>
                <a:lnTo>
                  <a:pt x="6084946" y="2203694"/>
                </a:lnTo>
                <a:cubicBezTo>
                  <a:pt x="6068006" y="2222414"/>
                  <a:pt x="6006445" y="2274546"/>
                  <a:pt x="5987861" y="2304868"/>
                </a:cubicBezTo>
                <a:lnTo>
                  <a:pt x="5973439" y="2385635"/>
                </a:lnTo>
                <a:lnTo>
                  <a:pt x="5916727" y="2458777"/>
                </a:lnTo>
                <a:cubicBezTo>
                  <a:pt x="5897241" y="2491718"/>
                  <a:pt x="5869630" y="2534165"/>
                  <a:pt x="5856524" y="2583281"/>
                </a:cubicBezTo>
                <a:cubicBezTo>
                  <a:pt x="5857506" y="2592319"/>
                  <a:pt x="5833326" y="2744711"/>
                  <a:pt x="5838091" y="2753474"/>
                </a:cubicBezTo>
                <a:cubicBezTo>
                  <a:pt x="5785248" y="2871502"/>
                  <a:pt x="5778642" y="2803565"/>
                  <a:pt x="5744296" y="2893276"/>
                </a:cubicBezTo>
                <a:cubicBezTo>
                  <a:pt x="5695297" y="2988328"/>
                  <a:pt x="5724634" y="2958553"/>
                  <a:pt x="5682522" y="3044368"/>
                </a:cubicBezTo>
                <a:cubicBezTo>
                  <a:pt x="5632185" y="3125072"/>
                  <a:pt x="5597317" y="3217236"/>
                  <a:pt x="5557886" y="3304853"/>
                </a:cubicBezTo>
                <a:cubicBezTo>
                  <a:pt x="5482395" y="3325072"/>
                  <a:pt x="5519234" y="3371478"/>
                  <a:pt x="5483942" y="3416604"/>
                </a:cubicBezTo>
                <a:cubicBezTo>
                  <a:pt x="5462927" y="3437263"/>
                  <a:pt x="5484515" y="3475608"/>
                  <a:pt x="5461007" y="3503742"/>
                </a:cubicBezTo>
                <a:cubicBezTo>
                  <a:pt x="5452964" y="3510933"/>
                  <a:pt x="5447709" y="3554203"/>
                  <a:pt x="5437889" y="3559927"/>
                </a:cubicBezTo>
                <a:lnTo>
                  <a:pt x="5432770" y="3562948"/>
                </a:lnTo>
                <a:lnTo>
                  <a:pt x="5406795" y="3578594"/>
                </a:lnTo>
                <a:lnTo>
                  <a:pt x="5381495" y="3599883"/>
                </a:lnTo>
                <a:cubicBezTo>
                  <a:pt x="5373777" y="3608845"/>
                  <a:pt x="5367528" y="3619642"/>
                  <a:pt x="5363689" y="3633299"/>
                </a:cubicBezTo>
                <a:cubicBezTo>
                  <a:pt x="5370837" y="3689178"/>
                  <a:pt x="5280250" y="3728687"/>
                  <a:pt x="5291870" y="3799039"/>
                </a:cubicBezTo>
                <a:cubicBezTo>
                  <a:pt x="5291660" y="3823262"/>
                  <a:pt x="5263601" y="3888134"/>
                  <a:pt x="5241600" y="3894238"/>
                </a:cubicBezTo>
                <a:cubicBezTo>
                  <a:pt x="5232312" y="3906493"/>
                  <a:pt x="5231731" y="3924583"/>
                  <a:pt x="5211041" y="3924184"/>
                </a:cubicBezTo>
                <a:cubicBezTo>
                  <a:pt x="5184976" y="3926521"/>
                  <a:pt x="5198956" y="3986438"/>
                  <a:pt x="5176073" y="3970179"/>
                </a:cubicBezTo>
                <a:lnTo>
                  <a:pt x="5172826" y="3991773"/>
                </a:lnTo>
                <a:lnTo>
                  <a:pt x="5157053" y="3997708"/>
                </a:lnTo>
                <a:cubicBezTo>
                  <a:pt x="5140589" y="4003541"/>
                  <a:pt x="5128715" y="4008828"/>
                  <a:pt x="5127922" y="4022660"/>
                </a:cubicBezTo>
                <a:cubicBezTo>
                  <a:pt x="5105225" y="4035701"/>
                  <a:pt x="5043623" y="4065128"/>
                  <a:pt x="5020872" y="4075951"/>
                </a:cubicBezTo>
                <a:cubicBezTo>
                  <a:pt x="5006705" y="4069570"/>
                  <a:pt x="5001251" y="4081880"/>
                  <a:pt x="4991410" y="4087598"/>
                </a:cubicBezTo>
                <a:cubicBezTo>
                  <a:pt x="4974522" y="4085320"/>
                  <a:pt x="4937025" y="4121806"/>
                  <a:pt x="4930112" y="4138459"/>
                </a:cubicBezTo>
                <a:cubicBezTo>
                  <a:pt x="4918473" y="4190437"/>
                  <a:pt x="4844909" y="4190974"/>
                  <a:pt x="4834224" y="4231643"/>
                </a:cubicBezTo>
                <a:cubicBezTo>
                  <a:pt x="4827758" y="4239937"/>
                  <a:pt x="4820427" y="4245543"/>
                  <a:pt x="4812599" y="4249449"/>
                </a:cubicBezTo>
                <a:lnTo>
                  <a:pt x="4789188" y="4256678"/>
                </a:lnTo>
                <a:lnTo>
                  <a:pt x="4779554" y="4251313"/>
                </a:lnTo>
                <a:lnTo>
                  <a:pt x="4766885" y="4259812"/>
                </a:lnTo>
                <a:lnTo>
                  <a:pt x="4762510" y="4260383"/>
                </a:lnTo>
                <a:cubicBezTo>
                  <a:pt x="4754131" y="4261437"/>
                  <a:pt x="4745977" y="4262766"/>
                  <a:pt x="4738416" y="4265355"/>
                </a:cubicBezTo>
                <a:cubicBezTo>
                  <a:pt x="4764694" y="4302719"/>
                  <a:pt x="4678447" y="4293536"/>
                  <a:pt x="4712007" y="4317892"/>
                </a:cubicBezTo>
                <a:cubicBezTo>
                  <a:pt x="4675039" y="4338619"/>
                  <a:pt x="4716682" y="4356361"/>
                  <a:pt x="4658930" y="4348041"/>
                </a:cubicBezTo>
                <a:cubicBezTo>
                  <a:pt x="4614182" y="4379702"/>
                  <a:pt x="4505053" y="4447283"/>
                  <a:pt x="4443526" y="4507851"/>
                </a:cubicBezTo>
                <a:cubicBezTo>
                  <a:pt x="4410144" y="4540439"/>
                  <a:pt x="4338540" y="4659677"/>
                  <a:pt x="4289766" y="4711450"/>
                </a:cubicBezTo>
                <a:cubicBezTo>
                  <a:pt x="4238344" y="4747694"/>
                  <a:pt x="4215457" y="4807131"/>
                  <a:pt x="4150870" y="4818480"/>
                </a:cubicBezTo>
                <a:cubicBezTo>
                  <a:pt x="4103683" y="4855538"/>
                  <a:pt x="4148748" y="4891762"/>
                  <a:pt x="4006639" y="4933815"/>
                </a:cubicBezTo>
                <a:cubicBezTo>
                  <a:pt x="3736045" y="4990755"/>
                  <a:pt x="3474704" y="5040115"/>
                  <a:pt x="3298210" y="5070790"/>
                </a:cubicBezTo>
                <a:cubicBezTo>
                  <a:pt x="3121717" y="5101466"/>
                  <a:pt x="3041810" y="5115566"/>
                  <a:pt x="2947678" y="5117869"/>
                </a:cubicBezTo>
                <a:cubicBezTo>
                  <a:pt x="2853544" y="5120174"/>
                  <a:pt x="2858560" y="5135060"/>
                  <a:pt x="2822169" y="5129396"/>
                </a:cubicBezTo>
                <a:lnTo>
                  <a:pt x="2538773" y="5313397"/>
                </a:lnTo>
                <a:cubicBezTo>
                  <a:pt x="2405817" y="5334661"/>
                  <a:pt x="2144167" y="5431620"/>
                  <a:pt x="2014500" y="5519744"/>
                </a:cubicBezTo>
                <a:cubicBezTo>
                  <a:pt x="1982084" y="5541774"/>
                  <a:pt x="1956346" y="5565847"/>
                  <a:pt x="1934391" y="5591335"/>
                </a:cubicBezTo>
                <a:lnTo>
                  <a:pt x="1892550" y="5649708"/>
                </a:lnTo>
                <a:lnTo>
                  <a:pt x="1854769" y="5647691"/>
                </a:lnTo>
                <a:cubicBezTo>
                  <a:pt x="1838936" y="5647705"/>
                  <a:pt x="1823701" y="5648312"/>
                  <a:pt x="1809461" y="5648628"/>
                </a:cubicBezTo>
                <a:cubicBezTo>
                  <a:pt x="1834147" y="5698228"/>
                  <a:pt x="1737274" y="5633540"/>
                  <a:pt x="1745150" y="5693879"/>
                </a:cubicBezTo>
                <a:cubicBezTo>
                  <a:pt x="1734532" y="5692199"/>
                  <a:pt x="1724002" y="5688669"/>
                  <a:pt x="1713375" y="5684672"/>
                </a:cubicBezTo>
                <a:lnTo>
                  <a:pt x="1707808" y="5682611"/>
                </a:lnTo>
                <a:lnTo>
                  <a:pt x="1679313" y="5672360"/>
                </a:lnTo>
                <a:lnTo>
                  <a:pt x="1646933" y="5666227"/>
                </a:lnTo>
                <a:cubicBezTo>
                  <a:pt x="1635170" y="5665926"/>
                  <a:pt x="1622939" y="5667937"/>
                  <a:pt x="1610055" y="5673643"/>
                </a:cubicBezTo>
                <a:cubicBezTo>
                  <a:pt x="1571890" y="5714775"/>
                  <a:pt x="1484024" y="5669440"/>
                  <a:pt x="1437641" y="5723266"/>
                </a:cubicBezTo>
                <a:cubicBezTo>
                  <a:pt x="1418992" y="5738521"/>
                  <a:pt x="1351540" y="5757985"/>
                  <a:pt x="1332869" y="5744752"/>
                </a:cubicBezTo>
                <a:cubicBezTo>
                  <a:pt x="1317589" y="5745326"/>
                  <a:pt x="1303391" y="5756388"/>
                  <a:pt x="1290525" y="5740036"/>
                </a:cubicBezTo>
                <a:cubicBezTo>
                  <a:pt x="1272146" y="5721242"/>
                  <a:pt x="1235243" y="5770261"/>
                  <a:pt x="1233107" y="5742106"/>
                </a:cubicBezTo>
                <a:lnTo>
                  <a:pt x="1214532" y="5753325"/>
                </a:lnTo>
                <a:lnTo>
                  <a:pt x="1199955" y="5744831"/>
                </a:lnTo>
                <a:cubicBezTo>
                  <a:pt x="1185016" y="5735734"/>
                  <a:pt x="1173414" y="5729861"/>
                  <a:pt x="1162337" y="5738048"/>
                </a:cubicBezTo>
                <a:cubicBezTo>
                  <a:pt x="1137920" y="5728689"/>
                  <a:pt x="1076212" y="5699490"/>
                  <a:pt x="1053457" y="5688676"/>
                </a:cubicBezTo>
                <a:cubicBezTo>
                  <a:pt x="1049315" y="5673592"/>
                  <a:pt x="1036434" y="5677184"/>
                  <a:pt x="1025798" y="5673166"/>
                </a:cubicBezTo>
                <a:cubicBezTo>
                  <a:pt x="1016787" y="5658576"/>
                  <a:pt x="965030" y="5652626"/>
                  <a:pt x="947900" y="5657848"/>
                </a:cubicBezTo>
                <a:cubicBezTo>
                  <a:pt x="900757" y="5681878"/>
                  <a:pt x="853518" y="5624981"/>
                  <a:pt x="815627" y="5642557"/>
                </a:cubicBezTo>
                <a:cubicBezTo>
                  <a:pt x="805172" y="5642805"/>
                  <a:pt x="796221" y="5640669"/>
                  <a:pt x="788251" y="5637065"/>
                </a:cubicBezTo>
                <a:lnTo>
                  <a:pt x="767822" y="5623450"/>
                </a:lnTo>
                <a:lnTo>
                  <a:pt x="765791" y="5612539"/>
                </a:lnTo>
                <a:lnTo>
                  <a:pt x="751230" y="5608092"/>
                </a:lnTo>
                <a:lnTo>
                  <a:pt x="748008" y="5605052"/>
                </a:lnTo>
                <a:cubicBezTo>
                  <a:pt x="741868" y="5599203"/>
                  <a:pt x="735661" y="5593704"/>
                  <a:pt x="728871" y="5589469"/>
                </a:cubicBezTo>
                <a:cubicBezTo>
                  <a:pt x="717035" y="5633700"/>
                  <a:pt x="669153" y="5560747"/>
                  <a:pt x="671898" y="5602363"/>
                </a:cubicBezTo>
                <a:cubicBezTo>
                  <a:pt x="632522" y="5586794"/>
                  <a:pt x="645467" y="5630489"/>
                  <a:pt x="615065" y="5580257"/>
                </a:cubicBezTo>
                <a:cubicBezTo>
                  <a:pt x="562379" y="5565593"/>
                  <a:pt x="441250" y="5523701"/>
                  <a:pt x="355785" y="5514383"/>
                </a:cubicBezTo>
                <a:cubicBezTo>
                  <a:pt x="309622" y="5509152"/>
                  <a:pt x="172894" y="5529342"/>
                  <a:pt x="102269" y="5524347"/>
                </a:cubicBezTo>
                <a:cubicBezTo>
                  <a:pt x="72050" y="5515878"/>
                  <a:pt x="41939" y="5516649"/>
                  <a:pt x="13160" y="5514159"/>
                </a:cubicBezTo>
                <a:lnTo>
                  <a:pt x="0" y="5511735"/>
                </a:lnTo>
                <a:lnTo>
                  <a:pt x="0"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4" name="Title 3">
            <a:extLst>
              <a:ext uri="{FF2B5EF4-FFF2-40B4-BE49-F238E27FC236}">
                <a16:creationId xmlns:a16="http://schemas.microsoft.com/office/drawing/2014/main" id="{0CBD8662-94E0-9E69-527D-7CD36AB2B808}"/>
              </a:ext>
            </a:extLst>
          </p:cNvPr>
          <p:cNvSpPr>
            <a:spLocks noGrp="1"/>
          </p:cNvSpPr>
          <p:nvPr>
            <p:ph type="title"/>
          </p:nvPr>
        </p:nvSpPr>
        <p:spPr>
          <a:xfrm>
            <a:off x="838199" y="1068891"/>
            <a:ext cx="4259731" cy="1985085"/>
          </a:xfrm>
        </p:spPr>
        <p:txBody>
          <a:bodyPr vert="horz" lIns="91440" tIns="45720" rIns="91440" bIns="45720" rtlCol="0" anchor="b">
            <a:normAutofit/>
          </a:bodyPr>
          <a:lstStyle/>
          <a:p>
            <a:pPr algn="ctr"/>
            <a:r>
              <a:rPr lang="en-US" b="1" kern="1200" dirty="0">
                <a:solidFill>
                  <a:schemeClr val="tx1"/>
                </a:solidFill>
                <a:latin typeface="+mj-lt"/>
                <a:ea typeface="+mj-ea"/>
                <a:cs typeface="+mj-cs"/>
              </a:rPr>
              <a:t>La </a:t>
            </a:r>
            <a:r>
              <a:rPr lang="en-US" b="1" kern="1200" dirty="0" err="1">
                <a:solidFill>
                  <a:schemeClr val="tx1"/>
                </a:solidFill>
                <a:latin typeface="+mj-lt"/>
                <a:ea typeface="+mj-ea"/>
                <a:cs typeface="+mj-cs"/>
              </a:rPr>
              <a:t>decisión</a:t>
            </a:r>
            <a:r>
              <a:rPr lang="en-US" b="1" kern="1200" dirty="0">
                <a:solidFill>
                  <a:schemeClr val="tx1"/>
                </a:solidFill>
                <a:latin typeface="+mj-lt"/>
                <a:ea typeface="+mj-ea"/>
                <a:cs typeface="+mj-cs"/>
              </a:rPr>
              <a:t> de </a:t>
            </a:r>
            <a:r>
              <a:rPr lang="en-US" b="1" kern="1200" dirty="0" err="1">
                <a:solidFill>
                  <a:schemeClr val="tx1"/>
                </a:solidFill>
                <a:latin typeface="+mj-lt"/>
                <a:ea typeface="+mj-ea"/>
                <a:cs typeface="+mj-cs"/>
              </a:rPr>
              <a:t>utilizar</a:t>
            </a:r>
            <a:r>
              <a:rPr lang="en-US" b="1" kern="1200" dirty="0">
                <a:solidFill>
                  <a:schemeClr val="tx1"/>
                </a:solidFill>
                <a:latin typeface="+mj-lt"/>
                <a:ea typeface="+mj-ea"/>
                <a:cs typeface="+mj-cs"/>
              </a:rPr>
              <a:t> </a:t>
            </a:r>
            <a:r>
              <a:rPr lang="en-US" b="1" kern="1200" dirty="0" err="1">
                <a:solidFill>
                  <a:schemeClr val="tx1"/>
                </a:solidFill>
                <a:latin typeface="+mj-lt"/>
                <a:ea typeface="+mj-ea"/>
                <a:cs typeface="+mj-cs"/>
              </a:rPr>
              <a:t>Unicornio</a:t>
            </a:r>
            <a:endParaRPr lang="en-US" b="1" kern="1200" dirty="0">
              <a:solidFill>
                <a:schemeClr val="tx1"/>
              </a:solidFill>
              <a:latin typeface="+mj-lt"/>
              <a:ea typeface="+mj-ea"/>
              <a:cs typeface="+mj-cs"/>
            </a:endParaRPr>
          </a:p>
        </p:txBody>
      </p:sp>
      <p:sp>
        <p:nvSpPr>
          <p:cNvPr id="4122" name="Freeform: Shape 4121">
            <a:extLst>
              <a:ext uri="{FF2B5EF4-FFF2-40B4-BE49-F238E27FC236}">
                <a16:creationId xmlns:a16="http://schemas.microsoft.com/office/drawing/2014/main" id="{CF93DC6C-1BFD-4414-BF23-471C8831CA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10664" y="3440576"/>
            <a:ext cx="4114800" cy="2675059"/>
          </a:xfrm>
          <a:custGeom>
            <a:avLst/>
            <a:gdLst>
              <a:gd name="connsiteX0" fmla="*/ 0 w 2400300"/>
              <a:gd name="connsiteY0" fmla="*/ 0 h 2400300"/>
              <a:gd name="connsiteX1" fmla="*/ 2400300 w 2400300"/>
              <a:gd name="connsiteY1" fmla="*/ 0 h 2400300"/>
              <a:gd name="connsiteX2" fmla="*/ 2400300 w 2400300"/>
              <a:gd name="connsiteY2" fmla="*/ 2400300 h 2400300"/>
              <a:gd name="connsiteX3" fmla="*/ 0 w 2400300"/>
              <a:gd name="connsiteY3" fmla="*/ 2400300 h 2400300"/>
            </a:gdLst>
            <a:ahLst/>
            <a:cxnLst>
              <a:cxn ang="0">
                <a:pos x="connsiteX0" y="connsiteY0"/>
              </a:cxn>
              <a:cxn ang="0">
                <a:pos x="connsiteX1" y="connsiteY1"/>
              </a:cxn>
              <a:cxn ang="0">
                <a:pos x="connsiteX2" y="connsiteY2"/>
              </a:cxn>
              <a:cxn ang="0">
                <a:pos x="connsiteX3" y="connsiteY3"/>
              </a:cxn>
            </a:cxnLst>
            <a:rect l="l" t="t" r="r" b="b"/>
            <a:pathLst>
              <a:path w="2400300" h="2400300">
                <a:moveTo>
                  <a:pt x="0" y="0"/>
                </a:moveTo>
                <a:lnTo>
                  <a:pt x="2400300" y="0"/>
                </a:lnTo>
                <a:lnTo>
                  <a:pt x="2400300" y="2400300"/>
                </a:lnTo>
                <a:lnTo>
                  <a:pt x="0" y="2400300"/>
                </a:lnTo>
                <a:close/>
              </a:path>
            </a:pathLst>
          </a:custGeom>
          <a:solidFill>
            <a:srgbClr val="FFFFFF"/>
          </a:solidFill>
          <a:ln>
            <a:noFill/>
          </a:ln>
          <a:effectLst>
            <a:outerShdw blurRad="50800" dist="12700" dir="3000000" algn="tl" rotWithShape="0">
              <a:prstClr val="black">
                <a:alpha val="27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pic>
        <p:nvPicPr>
          <p:cNvPr id="4098" name="Picture 2" descr="Knowing the score: How Facebook's Graph Search knows what you want | Ars  Technica">
            <a:extLst>
              <a:ext uri="{FF2B5EF4-FFF2-40B4-BE49-F238E27FC236}">
                <a16:creationId xmlns:a16="http://schemas.microsoft.com/office/drawing/2014/main" id="{A5075B53-F93D-FD7B-91B4-F7E3AE07DCDB}"/>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1049617" y="3557901"/>
            <a:ext cx="3836894" cy="2446019"/>
          </a:xfrm>
          <a:prstGeom prst="rect">
            <a:avLst/>
          </a:prstGeom>
          <a:noFill/>
          <a:extLst>
            <a:ext uri="{909E8E84-426E-40DD-AFC4-6F175D3DCCD1}">
              <a14:hiddenFill xmlns:a14="http://schemas.microsoft.com/office/drawing/2010/main">
                <a:solidFill>
                  <a:srgbClr val="FFFFFF"/>
                </a:solidFill>
              </a14:hiddenFill>
            </a:ext>
          </a:extLst>
        </p:spPr>
      </p:pic>
      <p:sp>
        <p:nvSpPr>
          <p:cNvPr id="4124" name="Rectangle 6">
            <a:extLst>
              <a:ext uri="{FF2B5EF4-FFF2-40B4-BE49-F238E27FC236}">
                <a16:creationId xmlns:a16="http://schemas.microsoft.com/office/drawing/2014/main" id="{001928A5-13A8-4372-8A77-BCAAE5553E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4188" y="5840345"/>
            <a:ext cx="1707751" cy="428984"/>
          </a:xfrm>
          <a:custGeom>
            <a:avLst/>
            <a:gdLst>
              <a:gd name="connsiteX0" fmla="*/ 0 w 2142503"/>
              <a:gd name="connsiteY0" fmla="*/ 0 h 571500"/>
              <a:gd name="connsiteX1" fmla="*/ 2142503 w 2142503"/>
              <a:gd name="connsiteY1" fmla="*/ 0 h 571500"/>
              <a:gd name="connsiteX2" fmla="*/ 2142503 w 2142503"/>
              <a:gd name="connsiteY2" fmla="*/ 571500 h 571500"/>
              <a:gd name="connsiteX3" fmla="*/ 0 w 2142503"/>
              <a:gd name="connsiteY3" fmla="*/ 571500 h 571500"/>
              <a:gd name="connsiteX4" fmla="*/ 0 w 2142503"/>
              <a:gd name="connsiteY4" fmla="*/ 0 h 571500"/>
              <a:gd name="connsiteX0" fmla="*/ 0 w 2142503"/>
              <a:gd name="connsiteY0" fmla="*/ 0 h 582145"/>
              <a:gd name="connsiteX1" fmla="*/ 2142503 w 2142503"/>
              <a:gd name="connsiteY1" fmla="*/ 0 h 582145"/>
              <a:gd name="connsiteX2" fmla="*/ 2142503 w 2142503"/>
              <a:gd name="connsiteY2" fmla="*/ 571500 h 582145"/>
              <a:gd name="connsiteX3" fmla="*/ 2050917 w 2142503"/>
              <a:gd name="connsiteY3" fmla="*/ 582088 h 582145"/>
              <a:gd name="connsiteX4" fmla="*/ 0 w 2142503"/>
              <a:gd name="connsiteY4" fmla="*/ 571500 h 582145"/>
              <a:gd name="connsiteX5" fmla="*/ 0 w 2142503"/>
              <a:gd name="connsiteY5" fmla="*/ 0 h 582145"/>
              <a:gd name="connsiteX0" fmla="*/ 0 w 2159832"/>
              <a:gd name="connsiteY0" fmla="*/ 0 h 582145"/>
              <a:gd name="connsiteX1" fmla="*/ 2142503 w 2159832"/>
              <a:gd name="connsiteY1" fmla="*/ 0 h 582145"/>
              <a:gd name="connsiteX2" fmla="*/ 2159829 w 2159832"/>
              <a:gd name="connsiteY2" fmla="*/ 96526 h 582145"/>
              <a:gd name="connsiteX3" fmla="*/ 2142503 w 2159832"/>
              <a:gd name="connsiteY3" fmla="*/ 571500 h 582145"/>
              <a:gd name="connsiteX4" fmla="*/ 2050917 w 2159832"/>
              <a:gd name="connsiteY4" fmla="*/ 582088 h 582145"/>
              <a:gd name="connsiteX5" fmla="*/ 0 w 2159832"/>
              <a:gd name="connsiteY5" fmla="*/ 571500 h 582145"/>
              <a:gd name="connsiteX6" fmla="*/ 0 w 2159832"/>
              <a:gd name="connsiteY6" fmla="*/ 0 h 582145"/>
              <a:gd name="connsiteX0" fmla="*/ 0 w 2159832"/>
              <a:gd name="connsiteY0" fmla="*/ 12386 h 594531"/>
              <a:gd name="connsiteX1" fmla="*/ 67826 w 2159832"/>
              <a:gd name="connsiteY1" fmla="*/ 0 h 594531"/>
              <a:gd name="connsiteX2" fmla="*/ 2142503 w 2159832"/>
              <a:gd name="connsiteY2" fmla="*/ 12386 h 594531"/>
              <a:gd name="connsiteX3" fmla="*/ 2159829 w 2159832"/>
              <a:gd name="connsiteY3" fmla="*/ 108912 h 594531"/>
              <a:gd name="connsiteX4" fmla="*/ 2142503 w 2159832"/>
              <a:gd name="connsiteY4" fmla="*/ 583886 h 594531"/>
              <a:gd name="connsiteX5" fmla="*/ 2050917 w 2159832"/>
              <a:gd name="connsiteY5" fmla="*/ 594474 h 594531"/>
              <a:gd name="connsiteX6" fmla="*/ 0 w 2159832"/>
              <a:gd name="connsiteY6" fmla="*/ 583886 h 594531"/>
              <a:gd name="connsiteX7" fmla="*/ 0 w 2159832"/>
              <a:gd name="connsiteY7" fmla="*/ 12386 h 594531"/>
              <a:gd name="connsiteX0" fmla="*/ 0 w 2168908"/>
              <a:gd name="connsiteY0" fmla="*/ 26000 h 594531"/>
              <a:gd name="connsiteX1" fmla="*/ 76902 w 2168908"/>
              <a:gd name="connsiteY1" fmla="*/ 0 h 594531"/>
              <a:gd name="connsiteX2" fmla="*/ 2151579 w 2168908"/>
              <a:gd name="connsiteY2" fmla="*/ 12386 h 594531"/>
              <a:gd name="connsiteX3" fmla="*/ 2168905 w 2168908"/>
              <a:gd name="connsiteY3" fmla="*/ 108912 h 594531"/>
              <a:gd name="connsiteX4" fmla="*/ 2151579 w 2168908"/>
              <a:gd name="connsiteY4" fmla="*/ 583886 h 594531"/>
              <a:gd name="connsiteX5" fmla="*/ 2059993 w 2168908"/>
              <a:gd name="connsiteY5" fmla="*/ 594474 h 594531"/>
              <a:gd name="connsiteX6" fmla="*/ 9076 w 2168908"/>
              <a:gd name="connsiteY6" fmla="*/ 583886 h 594531"/>
              <a:gd name="connsiteX7" fmla="*/ 0 w 2168908"/>
              <a:gd name="connsiteY7" fmla="*/ 26000 h 594531"/>
              <a:gd name="connsiteX0" fmla="*/ 5393 w 2174301"/>
              <a:gd name="connsiteY0" fmla="*/ 26000 h 594531"/>
              <a:gd name="connsiteX1" fmla="*/ 82295 w 2174301"/>
              <a:gd name="connsiteY1" fmla="*/ 0 h 594531"/>
              <a:gd name="connsiteX2" fmla="*/ 2156972 w 2174301"/>
              <a:gd name="connsiteY2" fmla="*/ 12386 h 594531"/>
              <a:gd name="connsiteX3" fmla="*/ 2174298 w 2174301"/>
              <a:gd name="connsiteY3" fmla="*/ 108912 h 594531"/>
              <a:gd name="connsiteX4" fmla="*/ 2156972 w 2174301"/>
              <a:gd name="connsiteY4" fmla="*/ 583886 h 594531"/>
              <a:gd name="connsiteX5" fmla="*/ 2065386 w 2174301"/>
              <a:gd name="connsiteY5" fmla="*/ 594474 h 594531"/>
              <a:gd name="connsiteX6" fmla="*/ 14469 w 2174301"/>
              <a:gd name="connsiteY6" fmla="*/ 583886 h 594531"/>
              <a:gd name="connsiteX7" fmla="*/ 5393 w 2174301"/>
              <a:gd name="connsiteY7" fmla="*/ 26000 h 594531"/>
              <a:gd name="connsiteX0" fmla="*/ 5393 w 2174301"/>
              <a:gd name="connsiteY0" fmla="*/ 26000 h 594531"/>
              <a:gd name="connsiteX1" fmla="*/ 82295 w 2174301"/>
              <a:gd name="connsiteY1" fmla="*/ 0 h 594531"/>
              <a:gd name="connsiteX2" fmla="*/ 2156972 w 2174301"/>
              <a:gd name="connsiteY2" fmla="*/ 12386 h 594531"/>
              <a:gd name="connsiteX3" fmla="*/ 2174298 w 2174301"/>
              <a:gd name="connsiteY3" fmla="*/ 108912 h 594531"/>
              <a:gd name="connsiteX4" fmla="*/ 2156972 w 2174301"/>
              <a:gd name="connsiteY4" fmla="*/ 583886 h 594531"/>
              <a:gd name="connsiteX5" fmla="*/ 2065386 w 2174301"/>
              <a:gd name="connsiteY5" fmla="*/ 594474 h 594531"/>
              <a:gd name="connsiteX6" fmla="*/ 14469 w 2174301"/>
              <a:gd name="connsiteY6" fmla="*/ 583886 h 594531"/>
              <a:gd name="connsiteX7" fmla="*/ 5393 w 2174301"/>
              <a:gd name="connsiteY7" fmla="*/ 26000 h 594531"/>
              <a:gd name="connsiteX0" fmla="*/ 5393 w 2174301"/>
              <a:gd name="connsiteY0" fmla="*/ 26000 h 594531"/>
              <a:gd name="connsiteX1" fmla="*/ 82295 w 2174301"/>
              <a:gd name="connsiteY1" fmla="*/ 0 h 594531"/>
              <a:gd name="connsiteX2" fmla="*/ 2156972 w 2174301"/>
              <a:gd name="connsiteY2" fmla="*/ 12386 h 594531"/>
              <a:gd name="connsiteX3" fmla="*/ 2174298 w 2174301"/>
              <a:gd name="connsiteY3" fmla="*/ 108912 h 594531"/>
              <a:gd name="connsiteX4" fmla="*/ 2156972 w 2174301"/>
              <a:gd name="connsiteY4" fmla="*/ 583886 h 594531"/>
              <a:gd name="connsiteX5" fmla="*/ 2065386 w 2174301"/>
              <a:gd name="connsiteY5" fmla="*/ 594474 h 594531"/>
              <a:gd name="connsiteX6" fmla="*/ 14469 w 2174301"/>
              <a:gd name="connsiteY6" fmla="*/ 583886 h 594531"/>
              <a:gd name="connsiteX7" fmla="*/ 5393 w 2174301"/>
              <a:gd name="connsiteY7" fmla="*/ 26000 h 594531"/>
              <a:gd name="connsiteX0" fmla="*/ 5393 w 2174301"/>
              <a:gd name="connsiteY0" fmla="*/ 26000 h 594531"/>
              <a:gd name="connsiteX1" fmla="*/ 82295 w 2174301"/>
              <a:gd name="connsiteY1" fmla="*/ 0 h 594531"/>
              <a:gd name="connsiteX2" fmla="*/ 2156972 w 2174301"/>
              <a:gd name="connsiteY2" fmla="*/ 12386 h 594531"/>
              <a:gd name="connsiteX3" fmla="*/ 2174298 w 2174301"/>
              <a:gd name="connsiteY3" fmla="*/ 108912 h 594531"/>
              <a:gd name="connsiteX4" fmla="*/ 2156972 w 2174301"/>
              <a:gd name="connsiteY4" fmla="*/ 583886 h 594531"/>
              <a:gd name="connsiteX5" fmla="*/ 2065386 w 2174301"/>
              <a:gd name="connsiteY5" fmla="*/ 594474 h 594531"/>
              <a:gd name="connsiteX6" fmla="*/ 14469 w 2174301"/>
              <a:gd name="connsiteY6" fmla="*/ 583886 h 594531"/>
              <a:gd name="connsiteX7" fmla="*/ 5393 w 2174301"/>
              <a:gd name="connsiteY7" fmla="*/ 26000 h 594531"/>
              <a:gd name="connsiteX0" fmla="*/ 147197 w 2316105"/>
              <a:gd name="connsiteY0" fmla="*/ 26000 h 594531"/>
              <a:gd name="connsiteX1" fmla="*/ 224099 w 2316105"/>
              <a:gd name="connsiteY1" fmla="*/ 0 h 594531"/>
              <a:gd name="connsiteX2" fmla="*/ 2298776 w 2316105"/>
              <a:gd name="connsiteY2" fmla="*/ 12386 h 594531"/>
              <a:gd name="connsiteX3" fmla="*/ 2316102 w 2316105"/>
              <a:gd name="connsiteY3" fmla="*/ 108912 h 594531"/>
              <a:gd name="connsiteX4" fmla="*/ 2298776 w 2316105"/>
              <a:gd name="connsiteY4" fmla="*/ 583886 h 594531"/>
              <a:gd name="connsiteX5" fmla="*/ 2207190 w 2316105"/>
              <a:gd name="connsiteY5" fmla="*/ 594474 h 594531"/>
              <a:gd name="connsiteX6" fmla="*/ 156273 w 2316105"/>
              <a:gd name="connsiteY6" fmla="*/ 583886 h 594531"/>
              <a:gd name="connsiteX7" fmla="*/ 142416 w 2316105"/>
              <a:gd name="connsiteY7" fmla="*/ 235975 h 594531"/>
              <a:gd name="connsiteX8" fmla="*/ 147197 w 2316105"/>
              <a:gd name="connsiteY8" fmla="*/ 26000 h 594531"/>
              <a:gd name="connsiteX0" fmla="*/ 154684 w 2323592"/>
              <a:gd name="connsiteY0" fmla="*/ 26000 h 594531"/>
              <a:gd name="connsiteX1" fmla="*/ 231586 w 2323592"/>
              <a:gd name="connsiteY1" fmla="*/ 0 h 594531"/>
              <a:gd name="connsiteX2" fmla="*/ 2306263 w 2323592"/>
              <a:gd name="connsiteY2" fmla="*/ 12386 h 594531"/>
              <a:gd name="connsiteX3" fmla="*/ 2323589 w 2323592"/>
              <a:gd name="connsiteY3" fmla="*/ 108912 h 594531"/>
              <a:gd name="connsiteX4" fmla="*/ 2306263 w 2323592"/>
              <a:gd name="connsiteY4" fmla="*/ 583886 h 594531"/>
              <a:gd name="connsiteX5" fmla="*/ 2214677 w 2323592"/>
              <a:gd name="connsiteY5" fmla="*/ 594474 h 594531"/>
              <a:gd name="connsiteX6" fmla="*/ 163760 w 2323592"/>
              <a:gd name="connsiteY6" fmla="*/ 583886 h 594531"/>
              <a:gd name="connsiteX7" fmla="*/ 158979 w 2323592"/>
              <a:gd name="connsiteY7" fmla="*/ 403879 h 594531"/>
              <a:gd name="connsiteX8" fmla="*/ 149903 w 2323592"/>
              <a:gd name="connsiteY8" fmla="*/ 235975 h 594531"/>
              <a:gd name="connsiteX9" fmla="*/ 154684 w 2323592"/>
              <a:gd name="connsiteY9" fmla="*/ 26000 h 594531"/>
              <a:gd name="connsiteX0" fmla="*/ 13665 w 2182573"/>
              <a:gd name="connsiteY0" fmla="*/ 26000 h 594531"/>
              <a:gd name="connsiteX1" fmla="*/ 90567 w 2182573"/>
              <a:gd name="connsiteY1" fmla="*/ 0 h 594531"/>
              <a:gd name="connsiteX2" fmla="*/ 2165244 w 2182573"/>
              <a:gd name="connsiteY2" fmla="*/ 12386 h 594531"/>
              <a:gd name="connsiteX3" fmla="*/ 2182570 w 2182573"/>
              <a:gd name="connsiteY3" fmla="*/ 108912 h 594531"/>
              <a:gd name="connsiteX4" fmla="*/ 2165244 w 2182573"/>
              <a:gd name="connsiteY4" fmla="*/ 583886 h 594531"/>
              <a:gd name="connsiteX5" fmla="*/ 2073658 w 2182573"/>
              <a:gd name="connsiteY5" fmla="*/ 594474 h 594531"/>
              <a:gd name="connsiteX6" fmla="*/ 22741 w 2182573"/>
              <a:gd name="connsiteY6" fmla="*/ 583886 h 594531"/>
              <a:gd name="connsiteX7" fmla="*/ 17960 w 2182573"/>
              <a:gd name="connsiteY7" fmla="*/ 403879 h 594531"/>
              <a:gd name="connsiteX8" fmla="*/ 8884 w 2182573"/>
              <a:gd name="connsiteY8" fmla="*/ 235975 h 594531"/>
              <a:gd name="connsiteX9" fmla="*/ 13665 w 2182573"/>
              <a:gd name="connsiteY9" fmla="*/ 26000 h 594531"/>
              <a:gd name="connsiteX0" fmla="*/ 13665 w 2202120"/>
              <a:gd name="connsiteY0" fmla="*/ 26000 h 594531"/>
              <a:gd name="connsiteX1" fmla="*/ 90567 w 2202120"/>
              <a:gd name="connsiteY1" fmla="*/ 0 h 594531"/>
              <a:gd name="connsiteX2" fmla="*/ 2165244 w 2202120"/>
              <a:gd name="connsiteY2" fmla="*/ 12386 h 594531"/>
              <a:gd name="connsiteX3" fmla="*/ 2182570 w 2202120"/>
              <a:gd name="connsiteY3" fmla="*/ 108912 h 594531"/>
              <a:gd name="connsiteX4" fmla="*/ 2192471 w 2202120"/>
              <a:gd name="connsiteY4" fmla="*/ 583886 h 594531"/>
              <a:gd name="connsiteX5" fmla="*/ 2073658 w 2202120"/>
              <a:gd name="connsiteY5" fmla="*/ 594474 h 594531"/>
              <a:gd name="connsiteX6" fmla="*/ 22741 w 2202120"/>
              <a:gd name="connsiteY6" fmla="*/ 583886 h 594531"/>
              <a:gd name="connsiteX7" fmla="*/ 17960 w 2202120"/>
              <a:gd name="connsiteY7" fmla="*/ 403879 h 594531"/>
              <a:gd name="connsiteX8" fmla="*/ 8884 w 2202120"/>
              <a:gd name="connsiteY8" fmla="*/ 235975 h 594531"/>
              <a:gd name="connsiteX9" fmla="*/ 13665 w 2202120"/>
              <a:gd name="connsiteY9" fmla="*/ 26000 h 594531"/>
              <a:gd name="connsiteX0" fmla="*/ 13665 w 2202036"/>
              <a:gd name="connsiteY0" fmla="*/ 26000 h 594531"/>
              <a:gd name="connsiteX1" fmla="*/ 90567 w 2202036"/>
              <a:gd name="connsiteY1" fmla="*/ 0 h 594531"/>
              <a:gd name="connsiteX2" fmla="*/ 2165244 w 2202036"/>
              <a:gd name="connsiteY2" fmla="*/ 12386 h 594531"/>
              <a:gd name="connsiteX3" fmla="*/ 2182570 w 2202036"/>
              <a:gd name="connsiteY3" fmla="*/ 108912 h 594531"/>
              <a:gd name="connsiteX4" fmla="*/ 2191645 w 2202036"/>
              <a:gd name="connsiteY4" fmla="*/ 422031 h 594531"/>
              <a:gd name="connsiteX5" fmla="*/ 2192471 w 2202036"/>
              <a:gd name="connsiteY5" fmla="*/ 583886 h 594531"/>
              <a:gd name="connsiteX6" fmla="*/ 2073658 w 2202036"/>
              <a:gd name="connsiteY6" fmla="*/ 594474 h 594531"/>
              <a:gd name="connsiteX7" fmla="*/ 22741 w 2202036"/>
              <a:gd name="connsiteY7" fmla="*/ 583886 h 594531"/>
              <a:gd name="connsiteX8" fmla="*/ 17960 w 2202036"/>
              <a:gd name="connsiteY8" fmla="*/ 403879 h 594531"/>
              <a:gd name="connsiteX9" fmla="*/ 8884 w 2202036"/>
              <a:gd name="connsiteY9" fmla="*/ 235975 h 594531"/>
              <a:gd name="connsiteX10" fmla="*/ 13665 w 2202036"/>
              <a:gd name="connsiteY10" fmla="*/ 26000 h 594531"/>
              <a:gd name="connsiteX0" fmla="*/ 142254 w 2330625"/>
              <a:gd name="connsiteY0" fmla="*/ 26000 h 594531"/>
              <a:gd name="connsiteX1" fmla="*/ 219156 w 2330625"/>
              <a:gd name="connsiteY1" fmla="*/ 0 h 594531"/>
              <a:gd name="connsiteX2" fmla="*/ 2293833 w 2330625"/>
              <a:gd name="connsiteY2" fmla="*/ 12386 h 594531"/>
              <a:gd name="connsiteX3" fmla="*/ 2311159 w 2330625"/>
              <a:gd name="connsiteY3" fmla="*/ 108912 h 594531"/>
              <a:gd name="connsiteX4" fmla="*/ 2320234 w 2330625"/>
              <a:gd name="connsiteY4" fmla="*/ 422031 h 594531"/>
              <a:gd name="connsiteX5" fmla="*/ 2321060 w 2330625"/>
              <a:gd name="connsiteY5" fmla="*/ 583886 h 594531"/>
              <a:gd name="connsiteX6" fmla="*/ 2202247 w 2330625"/>
              <a:gd name="connsiteY6" fmla="*/ 594474 h 594531"/>
              <a:gd name="connsiteX7" fmla="*/ 151330 w 2330625"/>
              <a:gd name="connsiteY7" fmla="*/ 583886 h 594531"/>
              <a:gd name="connsiteX8" fmla="*/ 155624 w 2330625"/>
              <a:gd name="connsiteY8" fmla="*/ 512790 h 594531"/>
              <a:gd name="connsiteX9" fmla="*/ 146549 w 2330625"/>
              <a:gd name="connsiteY9" fmla="*/ 403879 h 594531"/>
              <a:gd name="connsiteX10" fmla="*/ 137473 w 2330625"/>
              <a:gd name="connsiteY10" fmla="*/ 235975 h 594531"/>
              <a:gd name="connsiteX11" fmla="*/ 142254 w 2330625"/>
              <a:gd name="connsiteY11" fmla="*/ 26000 h 594531"/>
              <a:gd name="connsiteX0" fmla="*/ 13413 w 2201784"/>
              <a:gd name="connsiteY0" fmla="*/ 26000 h 594531"/>
              <a:gd name="connsiteX1" fmla="*/ 90315 w 2201784"/>
              <a:gd name="connsiteY1" fmla="*/ 0 h 594531"/>
              <a:gd name="connsiteX2" fmla="*/ 2164992 w 2201784"/>
              <a:gd name="connsiteY2" fmla="*/ 12386 h 594531"/>
              <a:gd name="connsiteX3" fmla="*/ 2182318 w 2201784"/>
              <a:gd name="connsiteY3" fmla="*/ 108912 h 594531"/>
              <a:gd name="connsiteX4" fmla="*/ 2191393 w 2201784"/>
              <a:gd name="connsiteY4" fmla="*/ 422031 h 594531"/>
              <a:gd name="connsiteX5" fmla="*/ 2192219 w 2201784"/>
              <a:gd name="connsiteY5" fmla="*/ 583886 h 594531"/>
              <a:gd name="connsiteX6" fmla="*/ 2073406 w 2201784"/>
              <a:gd name="connsiteY6" fmla="*/ 594474 h 594531"/>
              <a:gd name="connsiteX7" fmla="*/ 22489 w 2201784"/>
              <a:gd name="connsiteY7" fmla="*/ 583886 h 594531"/>
              <a:gd name="connsiteX8" fmla="*/ 26783 w 2201784"/>
              <a:gd name="connsiteY8" fmla="*/ 512790 h 594531"/>
              <a:gd name="connsiteX9" fmla="*/ 17708 w 2201784"/>
              <a:gd name="connsiteY9" fmla="*/ 403879 h 594531"/>
              <a:gd name="connsiteX10" fmla="*/ 8632 w 2201784"/>
              <a:gd name="connsiteY10" fmla="*/ 235975 h 594531"/>
              <a:gd name="connsiteX11" fmla="*/ 13413 w 2201784"/>
              <a:gd name="connsiteY11" fmla="*/ 26000 h 594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01784" h="594531">
                <a:moveTo>
                  <a:pt x="13413" y="26000"/>
                </a:moveTo>
                <a:cubicBezTo>
                  <a:pt x="37534" y="24897"/>
                  <a:pt x="66194" y="1103"/>
                  <a:pt x="90315" y="0"/>
                </a:cubicBezTo>
                <a:lnTo>
                  <a:pt x="2164992" y="12386"/>
                </a:lnTo>
                <a:cubicBezTo>
                  <a:pt x="2164717" y="43049"/>
                  <a:pt x="2182593" y="78249"/>
                  <a:pt x="2182318" y="108912"/>
                </a:cubicBezTo>
                <a:cubicBezTo>
                  <a:pt x="2188231" y="177186"/>
                  <a:pt x="2189743" y="342869"/>
                  <a:pt x="2191393" y="422031"/>
                </a:cubicBezTo>
                <a:cubicBezTo>
                  <a:pt x="2193043" y="501193"/>
                  <a:pt x="2213396" y="555146"/>
                  <a:pt x="2192219" y="583886"/>
                </a:cubicBezTo>
                <a:cubicBezTo>
                  <a:pt x="2172279" y="582877"/>
                  <a:pt x="2093346" y="595483"/>
                  <a:pt x="2073406" y="594474"/>
                </a:cubicBezTo>
                <a:lnTo>
                  <a:pt x="22489" y="583886"/>
                </a:lnTo>
                <a:cubicBezTo>
                  <a:pt x="5849" y="592962"/>
                  <a:pt x="27580" y="542791"/>
                  <a:pt x="26783" y="512790"/>
                </a:cubicBezTo>
                <a:cubicBezTo>
                  <a:pt x="25986" y="482789"/>
                  <a:pt x="18464" y="450015"/>
                  <a:pt x="17708" y="403879"/>
                </a:cubicBezTo>
                <a:cubicBezTo>
                  <a:pt x="16952" y="357743"/>
                  <a:pt x="-14855" y="308787"/>
                  <a:pt x="8632" y="235975"/>
                </a:cubicBezTo>
                <a:cubicBezTo>
                  <a:pt x="7119" y="142994"/>
                  <a:pt x="-201" y="65329"/>
                  <a:pt x="13413" y="26000"/>
                </a:cubicBezTo>
                <a:close/>
              </a:path>
            </a:pathLst>
          </a:custGeom>
          <a:solidFill>
            <a:srgbClr val="D9D4D0">
              <a:alpha val="50000"/>
            </a:srgbClr>
          </a:solidFill>
          <a:ln>
            <a:noFill/>
          </a:ln>
          <a:effectLst>
            <a:softEdge rad="635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0C642D92-F1EC-F336-D18E-526D5346367A}"/>
              </a:ext>
            </a:extLst>
          </p:cNvPr>
          <p:cNvSpPr txBox="1"/>
          <p:nvPr/>
        </p:nvSpPr>
        <p:spPr>
          <a:xfrm>
            <a:off x="6586415" y="723153"/>
            <a:ext cx="4555782" cy="5392482"/>
          </a:xfrm>
          <a:prstGeom prst="rect">
            <a:avLst/>
          </a:prstGeom>
        </p:spPr>
        <p:txBody>
          <a:bodyPr vert="horz" lIns="91440" tIns="45720" rIns="91440" bIns="45720" rtlCol="0" anchor="ctr">
            <a:normAutofit/>
          </a:bodyPr>
          <a:lstStyle/>
          <a:p>
            <a:pPr indent="-228600">
              <a:lnSpc>
                <a:spcPct val="90000"/>
              </a:lnSpc>
              <a:spcAft>
                <a:spcPts val="600"/>
              </a:spcAft>
              <a:buFont typeface="Arial" panose="020B0604020202020204" pitchFamily="34" charset="0"/>
              <a:buChar char="•"/>
            </a:pPr>
            <a:endParaRPr lang="en-US" sz="2000"/>
          </a:p>
          <a:p>
            <a:pPr indent="-228600">
              <a:lnSpc>
                <a:spcPct val="90000"/>
              </a:lnSpc>
              <a:spcAft>
                <a:spcPts val="600"/>
              </a:spcAft>
              <a:buFont typeface="Arial" panose="020B0604020202020204" pitchFamily="34" charset="0"/>
              <a:buChar char="•"/>
            </a:pPr>
            <a:r>
              <a:rPr lang="en-US" sz="2000">
                <a:effectLst/>
              </a:rPr>
              <a:t>Dentro de Facebook se había estado desarrollando un sistema de índice invertido llamado Unicornio desde 2009. A finales de 2010, Unicornio se había utilizado en muchos proyectos de Facebook como una "base de datos" en memoria para buscar entidades según combinaciones de atributos. En 2011, se decidio ampliar Unicornio para que fuera un motor de búsqueda y migrar todos los backend de búsqueda existentes a Unicornio como el primer paso hacia la construcción de Graph Search </a:t>
            </a:r>
            <a:endParaRPr lang="en-US" sz="2000"/>
          </a:p>
        </p:txBody>
      </p:sp>
    </p:spTree>
    <p:extLst>
      <p:ext uri="{BB962C8B-B14F-4D97-AF65-F5344CB8AC3E}">
        <p14:creationId xmlns:p14="http://schemas.microsoft.com/office/powerpoint/2010/main" val="66592352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59" name="Rectangle 1058">
            <a:extLst>
              <a:ext uri="{FF2B5EF4-FFF2-40B4-BE49-F238E27FC236}">
                <a16:creationId xmlns:a16="http://schemas.microsoft.com/office/drawing/2014/main" id="{04812C46-200A-4DEB-A05E-3ED6C68C23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9"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descr="A blue circle with white letter f in it&#10;&#10;Description automatically generated">
            <a:extLst>
              <a:ext uri="{FF2B5EF4-FFF2-40B4-BE49-F238E27FC236}">
                <a16:creationId xmlns:a16="http://schemas.microsoft.com/office/drawing/2014/main" id="{73874ACF-0235-C286-DD59-2EF81B052324}"/>
              </a:ext>
            </a:extLst>
          </p:cNvPr>
          <p:cNvPicPr>
            <a:picLocks noChangeAspect="1"/>
          </p:cNvPicPr>
          <p:nvPr/>
        </p:nvPicPr>
        <p:blipFill rotWithShape="1">
          <a:blip r:embed="rId2">
            <a:extLst>
              <a:ext uri="{837473B0-CC2E-450A-ABE3-18F120FF3D39}">
                <a1611:picAttrSrcUrl xmlns:a1611="http://schemas.microsoft.com/office/drawing/2016/11/main" r:id="rId3"/>
              </a:ext>
            </a:extLst>
          </a:blip>
          <a:srcRect t="329" b="21303"/>
          <a:stretch/>
        </p:blipFill>
        <p:spPr>
          <a:xfrm>
            <a:off x="2522356" y="10"/>
            <a:ext cx="9669642" cy="6857990"/>
          </a:xfrm>
          <a:prstGeom prst="rect">
            <a:avLst/>
          </a:prstGeom>
        </p:spPr>
      </p:pic>
      <p:sp>
        <p:nvSpPr>
          <p:cNvPr id="1061" name="Rectangle 1060">
            <a:extLst>
              <a:ext uri="{FF2B5EF4-FFF2-40B4-BE49-F238E27FC236}">
                <a16:creationId xmlns:a16="http://schemas.microsoft.com/office/drawing/2014/main" id="{D1EA859B-E555-4109-94F3-6700E046E0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7390263" cy="6858000"/>
          </a:xfrm>
          <a:prstGeom prst="rect">
            <a:avLst/>
          </a:prstGeom>
          <a:gradFill>
            <a:gsLst>
              <a:gs pos="48000">
                <a:schemeClr val="bg1"/>
              </a:gs>
              <a:gs pos="35000">
                <a:schemeClr val="bg1">
                  <a:alpha val="77000"/>
                </a:schemeClr>
              </a:gs>
              <a:gs pos="19000">
                <a:schemeClr val="bg1">
                  <a:alpha val="38000"/>
                </a:schemeClr>
              </a:gs>
              <a:gs pos="0">
                <a:schemeClr val="bg1">
                  <a:alpha val="0"/>
                </a:schemeClr>
              </a:gs>
              <a:gs pos="100000">
                <a:schemeClr val="bg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Title 3">
            <a:extLst>
              <a:ext uri="{FF2B5EF4-FFF2-40B4-BE49-F238E27FC236}">
                <a16:creationId xmlns:a16="http://schemas.microsoft.com/office/drawing/2014/main" id="{0CBD8662-94E0-9E69-527D-7CD36AB2B808}"/>
              </a:ext>
            </a:extLst>
          </p:cNvPr>
          <p:cNvSpPr>
            <a:spLocks noGrp="1"/>
          </p:cNvSpPr>
          <p:nvPr>
            <p:ph type="title"/>
          </p:nvPr>
        </p:nvSpPr>
        <p:spPr>
          <a:xfrm>
            <a:off x="838200" y="365125"/>
            <a:ext cx="3822189" cy="1899912"/>
          </a:xfrm>
        </p:spPr>
        <p:txBody>
          <a:bodyPr vert="horz" lIns="91440" tIns="45720" rIns="91440" bIns="45720" rtlCol="0" anchor="ctr">
            <a:normAutofit/>
          </a:bodyPr>
          <a:lstStyle/>
          <a:p>
            <a:r>
              <a:rPr lang="en-US" sz="4000" b="1" dirty="0"/>
              <a:t>Los </a:t>
            </a:r>
            <a:r>
              <a:rPr lang="en-US" sz="4000" b="1" dirty="0" err="1"/>
              <a:t>componentes</a:t>
            </a:r>
            <a:r>
              <a:rPr lang="en-US" sz="4000" b="1" dirty="0"/>
              <a:t> </a:t>
            </a:r>
            <a:r>
              <a:rPr lang="en-US" sz="4000" b="1" dirty="0" err="1"/>
              <a:t>principales</a:t>
            </a:r>
            <a:r>
              <a:rPr lang="en-US" sz="4000" b="1" dirty="0"/>
              <a:t> de </a:t>
            </a:r>
            <a:r>
              <a:rPr lang="en-US" sz="4000" b="1" dirty="0" err="1"/>
              <a:t>Unicornio</a:t>
            </a:r>
            <a:r>
              <a:rPr lang="en-US" sz="4000" b="1" dirty="0"/>
              <a:t> son</a:t>
            </a:r>
          </a:p>
        </p:txBody>
      </p:sp>
      <p:sp>
        <p:nvSpPr>
          <p:cNvPr id="3" name="TextBox 2">
            <a:extLst>
              <a:ext uri="{FF2B5EF4-FFF2-40B4-BE49-F238E27FC236}">
                <a16:creationId xmlns:a16="http://schemas.microsoft.com/office/drawing/2014/main" id="{421CE964-7DE6-ADFD-FA10-303CC92D4734}"/>
              </a:ext>
            </a:extLst>
          </p:cNvPr>
          <p:cNvSpPr txBox="1"/>
          <p:nvPr/>
        </p:nvSpPr>
        <p:spPr>
          <a:xfrm>
            <a:off x="838200" y="2434201"/>
            <a:ext cx="3822189" cy="3742762"/>
          </a:xfrm>
          <a:prstGeom prst="rect">
            <a:avLst/>
          </a:prstGeom>
        </p:spPr>
        <p:txBody>
          <a:bodyPr vert="horz" lIns="91440" tIns="45720" rIns="91440" bIns="45720" rtlCol="0">
            <a:normAutofit/>
          </a:bodyPr>
          <a:lstStyle/>
          <a:p>
            <a:pPr marL="342900" lvl="0" indent="-228600">
              <a:lnSpc>
                <a:spcPct val="90000"/>
              </a:lnSpc>
              <a:spcAft>
                <a:spcPts val="600"/>
              </a:spcAft>
              <a:buFont typeface="Arial" panose="020B0604020202020204" pitchFamily="34" charset="0"/>
              <a:buChar char="•"/>
            </a:pPr>
            <a:r>
              <a:rPr lang="en-US" sz="2000" dirty="0">
                <a:effectLst/>
              </a:rPr>
              <a:t>El </a:t>
            </a:r>
            <a:r>
              <a:rPr lang="en-US" sz="2000" dirty="0" err="1">
                <a:effectLst/>
              </a:rPr>
              <a:t>índice</a:t>
            </a:r>
            <a:r>
              <a:rPr lang="en-US" sz="2000" dirty="0">
                <a:effectLst/>
              </a:rPr>
              <a:t>: </a:t>
            </a:r>
            <a:r>
              <a:rPr lang="en-US" sz="2000" dirty="0" err="1">
                <a:effectLst/>
              </a:rPr>
              <a:t>una</a:t>
            </a:r>
            <a:r>
              <a:rPr lang="en-US" sz="2000" dirty="0">
                <a:effectLst/>
              </a:rPr>
              <a:t> </a:t>
            </a:r>
            <a:r>
              <a:rPr lang="en-US" sz="2000" dirty="0" err="1">
                <a:effectLst/>
              </a:rPr>
              <a:t>asignación</a:t>
            </a:r>
            <a:r>
              <a:rPr lang="en-US" sz="2000" dirty="0">
                <a:effectLst/>
              </a:rPr>
              <a:t> de </a:t>
            </a:r>
            <a:r>
              <a:rPr lang="en-US" sz="2000" dirty="0" err="1">
                <a:effectLst/>
              </a:rPr>
              <a:t>muchos</a:t>
            </a:r>
            <a:r>
              <a:rPr lang="en-US" sz="2000" dirty="0">
                <a:effectLst/>
              </a:rPr>
              <a:t> a </a:t>
            </a:r>
            <a:r>
              <a:rPr lang="en-US" sz="2000" dirty="0" err="1">
                <a:effectLst/>
              </a:rPr>
              <a:t>muchos</a:t>
            </a:r>
            <a:r>
              <a:rPr lang="en-US" sz="2000" dirty="0">
                <a:effectLst/>
              </a:rPr>
              <a:t> </a:t>
            </a:r>
            <a:r>
              <a:rPr lang="en-US" sz="2000" dirty="0" err="1">
                <a:effectLst/>
              </a:rPr>
              <a:t>desde</a:t>
            </a:r>
            <a:r>
              <a:rPr lang="en-US" sz="2000" dirty="0">
                <a:effectLst/>
              </a:rPr>
              <a:t> </a:t>
            </a:r>
            <a:r>
              <a:rPr lang="en-US" sz="2000" dirty="0" err="1">
                <a:effectLst/>
              </a:rPr>
              <a:t>atributos</a:t>
            </a:r>
            <a:r>
              <a:rPr lang="en-US" sz="2000" dirty="0">
                <a:effectLst/>
              </a:rPr>
              <a:t> (</a:t>
            </a:r>
            <a:r>
              <a:rPr lang="en-US" sz="2000" dirty="0" err="1">
                <a:effectLst/>
              </a:rPr>
              <a:t>cadenas</a:t>
            </a:r>
            <a:r>
              <a:rPr lang="en-US" sz="2000" dirty="0">
                <a:effectLst/>
              </a:rPr>
              <a:t>) a </a:t>
            </a:r>
            <a:r>
              <a:rPr lang="en-US" sz="2000" dirty="0" err="1">
                <a:effectLst/>
              </a:rPr>
              <a:t>entidades</a:t>
            </a:r>
            <a:r>
              <a:rPr lang="en-US" sz="2000" dirty="0">
                <a:effectLst/>
              </a:rPr>
              <a:t> (</a:t>
            </a:r>
            <a:r>
              <a:rPr lang="en-US" sz="2000" dirty="0" err="1">
                <a:effectLst/>
              </a:rPr>
              <a:t>fbids</a:t>
            </a:r>
            <a:r>
              <a:rPr lang="en-US" sz="2000" dirty="0">
                <a:effectLst/>
              </a:rPr>
              <a:t>). </a:t>
            </a:r>
          </a:p>
          <a:p>
            <a:pPr marL="342900" lvl="0" indent="-228600">
              <a:lnSpc>
                <a:spcPct val="90000"/>
              </a:lnSpc>
              <a:spcAft>
                <a:spcPts val="600"/>
              </a:spcAft>
              <a:buFont typeface="Arial" panose="020B0604020202020204" pitchFamily="34" charset="0"/>
              <a:buChar char="•"/>
            </a:pPr>
            <a:r>
              <a:rPr lang="en-US" sz="2000" dirty="0">
                <a:effectLst/>
              </a:rPr>
              <a:t>Un </a:t>
            </a:r>
            <a:r>
              <a:rPr lang="en-US" sz="2000" dirty="0" err="1">
                <a:effectLst/>
              </a:rPr>
              <a:t>marco</a:t>
            </a:r>
            <a:r>
              <a:rPr lang="en-US" sz="2000" dirty="0">
                <a:effectLst/>
              </a:rPr>
              <a:t> de </a:t>
            </a:r>
            <a:r>
              <a:rPr lang="en-US" sz="2000" dirty="0" err="1">
                <a:effectLst/>
              </a:rPr>
              <a:t>trabajo</a:t>
            </a:r>
            <a:r>
              <a:rPr lang="en-US" sz="2000" dirty="0">
                <a:effectLst/>
              </a:rPr>
              <a:t> para </a:t>
            </a:r>
            <a:r>
              <a:rPr lang="en-US" sz="2000" dirty="0" err="1">
                <a:effectLst/>
              </a:rPr>
              <a:t>construir</a:t>
            </a:r>
            <a:r>
              <a:rPr lang="en-US" sz="2000" dirty="0">
                <a:effectLst/>
              </a:rPr>
              <a:t> </a:t>
            </a:r>
            <a:r>
              <a:rPr lang="en-US" sz="2000" dirty="0" err="1">
                <a:effectLst/>
              </a:rPr>
              <a:t>el</a:t>
            </a:r>
            <a:r>
              <a:rPr lang="en-US" sz="2000" dirty="0">
                <a:effectLst/>
              </a:rPr>
              <a:t> </a:t>
            </a:r>
            <a:r>
              <a:rPr lang="en-US" sz="2000" dirty="0" err="1">
                <a:effectLst/>
              </a:rPr>
              <a:t>índice</a:t>
            </a:r>
            <a:r>
              <a:rPr lang="en-US" sz="2000" dirty="0">
                <a:effectLst/>
              </a:rPr>
              <a:t> a </a:t>
            </a:r>
            <a:r>
              <a:rPr lang="en-US" sz="2000" dirty="0" err="1">
                <a:effectLst/>
              </a:rPr>
              <a:t>partir</a:t>
            </a:r>
            <a:r>
              <a:rPr lang="en-US" sz="2000" dirty="0">
                <a:effectLst/>
              </a:rPr>
              <a:t> de </a:t>
            </a:r>
            <a:r>
              <a:rPr lang="en-US" sz="2000" dirty="0" err="1">
                <a:effectLst/>
              </a:rPr>
              <a:t>otros</a:t>
            </a:r>
            <a:r>
              <a:rPr lang="en-US" sz="2000" dirty="0">
                <a:effectLst/>
              </a:rPr>
              <a:t> </a:t>
            </a:r>
            <a:r>
              <a:rPr lang="en-US" sz="2000" dirty="0" err="1">
                <a:effectLst/>
              </a:rPr>
              <a:t>datos</a:t>
            </a:r>
            <a:r>
              <a:rPr lang="en-US" sz="2000" dirty="0">
                <a:effectLst/>
              </a:rPr>
              <a:t> </a:t>
            </a:r>
            <a:r>
              <a:rPr lang="en-US" sz="2000" dirty="0" err="1">
                <a:effectLst/>
              </a:rPr>
              <a:t>persistentes</a:t>
            </a:r>
            <a:r>
              <a:rPr lang="en-US" sz="2000" dirty="0">
                <a:effectLst/>
              </a:rPr>
              <a:t> y </a:t>
            </a:r>
            <a:r>
              <a:rPr lang="en-US" sz="2000" dirty="0" err="1">
                <a:effectLst/>
              </a:rPr>
              <a:t>actualizaciones</a:t>
            </a:r>
            <a:r>
              <a:rPr lang="en-US" sz="2000" dirty="0">
                <a:effectLst/>
              </a:rPr>
              <a:t> </a:t>
            </a:r>
            <a:r>
              <a:rPr lang="en-US" sz="2000" dirty="0" err="1">
                <a:effectLst/>
              </a:rPr>
              <a:t>incrementales</a:t>
            </a:r>
            <a:r>
              <a:rPr lang="en-US" sz="2000" dirty="0">
                <a:effectLst/>
              </a:rPr>
              <a:t>. </a:t>
            </a:r>
          </a:p>
          <a:p>
            <a:pPr marL="342900" lvl="0" indent="-228600">
              <a:lnSpc>
                <a:spcPct val="90000"/>
              </a:lnSpc>
              <a:spcAft>
                <a:spcPts val="600"/>
              </a:spcAft>
              <a:buFont typeface="Arial" panose="020B0604020202020204" pitchFamily="34" charset="0"/>
              <a:buChar char="•"/>
            </a:pPr>
            <a:r>
              <a:rPr lang="en-US" sz="2000" dirty="0">
                <a:effectLst/>
              </a:rPr>
              <a:t>Un </a:t>
            </a:r>
            <a:r>
              <a:rPr lang="en-US" sz="2000" dirty="0" err="1">
                <a:effectLst/>
              </a:rPr>
              <a:t>marco</a:t>
            </a:r>
            <a:r>
              <a:rPr lang="en-US" sz="2000" dirty="0">
                <a:effectLst/>
              </a:rPr>
              <a:t> de </a:t>
            </a:r>
            <a:r>
              <a:rPr lang="en-US" sz="2000" dirty="0" err="1">
                <a:effectLst/>
              </a:rPr>
              <a:t>trabajo</a:t>
            </a:r>
            <a:r>
              <a:rPr lang="en-US" sz="2000" dirty="0">
                <a:effectLst/>
              </a:rPr>
              <a:t> para </a:t>
            </a:r>
            <a:r>
              <a:rPr lang="en-US" sz="2000" dirty="0" err="1">
                <a:effectLst/>
              </a:rPr>
              <a:t>recuperar</a:t>
            </a:r>
            <a:r>
              <a:rPr lang="en-US" sz="2000" dirty="0">
                <a:effectLst/>
              </a:rPr>
              <a:t> </a:t>
            </a:r>
            <a:r>
              <a:rPr lang="en-US" sz="2000" dirty="0" err="1">
                <a:effectLst/>
              </a:rPr>
              <a:t>entidades</a:t>
            </a:r>
            <a:r>
              <a:rPr lang="en-US" sz="2000" dirty="0">
                <a:effectLst/>
              </a:rPr>
              <a:t> del </a:t>
            </a:r>
            <a:r>
              <a:rPr lang="en-US" sz="2000" dirty="0" err="1">
                <a:effectLst/>
              </a:rPr>
              <a:t>índice</a:t>
            </a:r>
            <a:r>
              <a:rPr lang="en-US" sz="2000" dirty="0">
                <a:effectLst/>
              </a:rPr>
              <a:t> </a:t>
            </a:r>
            <a:r>
              <a:rPr lang="en-US" sz="2000" dirty="0" err="1">
                <a:effectLst/>
              </a:rPr>
              <a:t>según</a:t>
            </a:r>
            <a:r>
              <a:rPr lang="en-US" sz="2000" dirty="0">
                <a:effectLst/>
              </a:rPr>
              <a:t> </a:t>
            </a:r>
            <a:r>
              <a:rPr lang="en-US" sz="2000" dirty="0" err="1">
                <a:effectLst/>
              </a:rPr>
              <a:t>varios</a:t>
            </a:r>
            <a:r>
              <a:rPr lang="en-US" sz="2000" dirty="0">
                <a:effectLst/>
              </a:rPr>
              <a:t> </a:t>
            </a:r>
            <a:r>
              <a:rPr lang="en-US" sz="2000" dirty="0" err="1">
                <a:effectLst/>
              </a:rPr>
              <a:t>criterios</a:t>
            </a:r>
            <a:r>
              <a:rPr lang="en-US" sz="2000" dirty="0">
                <a:effectLst/>
              </a:rPr>
              <a:t> de </a:t>
            </a:r>
            <a:r>
              <a:rPr lang="en-US" sz="2000" dirty="0" err="1">
                <a:effectLst/>
              </a:rPr>
              <a:t>atributos</a:t>
            </a:r>
            <a:r>
              <a:rPr lang="en-US" sz="2000" dirty="0">
                <a:effectLst/>
              </a:rPr>
              <a:t>.</a:t>
            </a:r>
          </a:p>
        </p:txBody>
      </p:sp>
    </p:spTree>
    <p:extLst>
      <p:ext uri="{BB962C8B-B14F-4D97-AF65-F5344CB8AC3E}">
        <p14:creationId xmlns:p14="http://schemas.microsoft.com/office/powerpoint/2010/main" val="144957855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126" name="Rectangle 5125">
            <a:extLst>
              <a:ext uri="{FF2B5EF4-FFF2-40B4-BE49-F238E27FC236}">
                <a16:creationId xmlns:a16="http://schemas.microsoft.com/office/drawing/2014/main" id="{AB8C311F-7253-4AED-9701-7FC0708C41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28" name="Rectangle 5127">
            <a:extLst>
              <a:ext uri="{FF2B5EF4-FFF2-40B4-BE49-F238E27FC236}">
                <a16:creationId xmlns:a16="http://schemas.microsoft.com/office/drawing/2014/main" id="{E2384209-CB15-4CDF-9D31-C44FD9A3F2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2666617" y="-2666188"/>
            <a:ext cx="6858000" cy="12191233"/>
          </a:xfrm>
          <a:prstGeom prst="rect">
            <a:avLst/>
          </a:prstGeom>
          <a:gradFill>
            <a:gsLst>
              <a:gs pos="8000">
                <a:schemeClr val="accent1"/>
              </a:gs>
              <a:gs pos="100000">
                <a:schemeClr val="accent1">
                  <a:lumMod val="5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30" name="Rectangle 5129">
            <a:extLst>
              <a:ext uri="{FF2B5EF4-FFF2-40B4-BE49-F238E27FC236}">
                <a16:creationId xmlns:a16="http://schemas.microsoft.com/office/drawing/2014/main" id="{2633B3B5-CC90-43F0-8714-D31D1F3F02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311" y="0"/>
            <a:ext cx="9070846" cy="6857572"/>
          </a:xfrm>
          <a:prstGeom prst="rect">
            <a:avLst/>
          </a:prstGeom>
          <a:gradFill>
            <a:gsLst>
              <a:gs pos="8000">
                <a:srgbClr val="000000">
                  <a:alpha val="52000"/>
                </a:srgbClr>
              </a:gs>
              <a:gs pos="100000">
                <a:schemeClr val="accent1"/>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32" name="Rectangle 5131">
            <a:extLst>
              <a:ext uri="{FF2B5EF4-FFF2-40B4-BE49-F238E27FC236}">
                <a16:creationId xmlns:a16="http://schemas.microsoft.com/office/drawing/2014/main" id="{A8D57A06-A426-446D-B02C-A2DC6B62E4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3649491" y="-1685840"/>
            <a:ext cx="4894564" cy="12193546"/>
          </a:xfrm>
          <a:prstGeom prst="rect">
            <a:avLst/>
          </a:prstGeom>
          <a:gradFill>
            <a:gsLst>
              <a:gs pos="0">
                <a:schemeClr val="accent5">
                  <a:lumMod val="60000"/>
                  <a:lumOff val="40000"/>
                  <a:alpha val="0"/>
                </a:schemeClr>
              </a:gs>
              <a:gs pos="100000">
                <a:srgbClr val="000000">
                  <a:alpha val="46000"/>
                </a:srgb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121" name="Picture 1" descr="TAO: The power of the graph - Engineering at Meta">
            <a:extLst>
              <a:ext uri="{FF2B5EF4-FFF2-40B4-BE49-F238E27FC236}">
                <a16:creationId xmlns:a16="http://schemas.microsoft.com/office/drawing/2014/main" id="{9FBC7CB8-CC6A-2B16-9749-AE33ADC9B795}"/>
              </a:ext>
            </a:extLst>
          </p:cNvPr>
          <p:cNvPicPr>
            <a:picLocks noChangeAspect="1" noChangeArrowheads="1"/>
          </p:cNvPicPr>
          <p:nvPr/>
        </p:nvPicPr>
        <p:blipFill rotWithShape="1">
          <a:blip r:embed="rId2" r:link="rId3">
            <a:extLst>
              <a:ext uri="{28A0092B-C50C-407E-A947-70E740481C1C}">
                <a14:useLocalDpi xmlns:a14="http://schemas.microsoft.com/office/drawing/2010/main" val="0"/>
              </a:ext>
            </a:extLst>
          </a:blip>
          <a:srcRect b="6306"/>
          <a:stretch>
            <a:fillRect/>
          </a:stretch>
        </p:blipFill>
        <p:spPr bwMode="auto">
          <a:xfrm>
            <a:off x="457200" y="457200"/>
            <a:ext cx="11277600" cy="5943600"/>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2">
            <a:extLst>
              <a:ext uri="{FF2B5EF4-FFF2-40B4-BE49-F238E27FC236}">
                <a16:creationId xmlns:a16="http://schemas.microsoft.com/office/drawing/2014/main" id="{9AB666B9-7D91-4EF0-D2B2-1003C5C02E99}"/>
              </a:ext>
            </a:extLst>
          </p:cNvPr>
          <p:cNvSpPr>
            <a:spLocks noChangeArrowheads="1"/>
          </p:cNvSpPr>
          <p:nvPr/>
        </p:nvSpPr>
        <p:spPr bwMode="auto">
          <a:xfrm>
            <a:off x="974124" y="444843"/>
            <a:ext cx="18947979" cy="457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endParaRPr lang="en-CR"/>
          </a:p>
        </p:txBody>
      </p:sp>
    </p:spTree>
    <p:extLst>
      <p:ext uri="{BB962C8B-B14F-4D97-AF65-F5344CB8AC3E}">
        <p14:creationId xmlns:p14="http://schemas.microsoft.com/office/powerpoint/2010/main" val="17872955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657F69E0-C4B0-4BEC-A689-4F8D877F05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descr="A group of people walking on glass floor&#10;&#10;Description automatically generated">
            <a:extLst>
              <a:ext uri="{FF2B5EF4-FFF2-40B4-BE49-F238E27FC236}">
                <a16:creationId xmlns:a16="http://schemas.microsoft.com/office/drawing/2014/main" id="{7E5D84E4-33EB-FA28-E596-B205EE5A98C0}"/>
              </a:ext>
            </a:extLst>
          </p:cNvPr>
          <p:cNvPicPr>
            <a:picLocks noChangeAspect="1"/>
          </p:cNvPicPr>
          <p:nvPr/>
        </p:nvPicPr>
        <p:blipFill rotWithShape="1">
          <a:blip r:embed="rId2">
            <a:alphaModFix amt="50000"/>
            <a:extLst>
              <a:ext uri="{837473B0-CC2E-450A-ABE3-18F120FF3D39}">
                <a1611:picAttrSrcUrl xmlns:a1611="http://schemas.microsoft.com/office/drawing/2016/11/main" r:id="rId3"/>
              </a:ext>
            </a:extLst>
          </a:blip>
          <a:srcRect l="3029" r="17879"/>
          <a:stretch/>
        </p:blipFill>
        <p:spPr>
          <a:xfrm>
            <a:off x="20" y="10"/>
            <a:ext cx="12188930" cy="6857990"/>
          </a:xfrm>
          <a:prstGeom prst="rect">
            <a:avLst/>
          </a:prstGeom>
          <a:noFill/>
        </p:spPr>
      </p:pic>
      <p:sp>
        <p:nvSpPr>
          <p:cNvPr id="2" name="Title 1">
            <a:extLst>
              <a:ext uri="{FF2B5EF4-FFF2-40B4-BE49-F238E27FC236}">
                <a16:creationId xmlns:a16="http://schemas.microsoft.com/office/drawing/2014/main" id="{9D474521-0EB3-9B29-B6DF-8590C900F764}"/>
              </a:ext>
            </a:extLst>
          </p:cNvPr>
          <p:cNvSpPr>
            <a:spLocks noGrp="1"/>
          </p:cNvSpPr>
          <p:nvPr>
            <p:ph type="title"/>
          </p:nvPr>
        </p:nvSpPr>
        <p:spPr>
          <a:xfrm>
            <a:off x="1524000" y="1122363"/>
            <a:ext cx="9144000" cy="3063240"/>
          </a:xfrm>
        </p:spPr>
        <p:txBody>
          <a:bodyPr vert="horz" lIns="91440" tIns="45720" rIns="91440" bIns="45720" rtlCol="0" anchor="b">
            <a:normAutofit/>
          </a:bodyPr>
          <a:lstStyle/>
          <a:p>
            <a:pPr algn="ctr"/>
            <a:r>
              <a:rPr lang="en-US" sz="8000" b="1" dirty="0">
                <a:solidFill>
                  <a:schemeClr val="bg1"/>
                </a:solidFill>
              </a:rPr>
              <a:t>Gracias !!!</a:t>
            </a:r>
          </a:p>
        </p:txBody>
      </p:sp>
      <p:sp>
        <p:nvSpPr>
          <p:cNvPr id="11" name="sketchy line">
            <a:extLst>
              <a:ext uri="{FF2B5EF4-FFF2-40B4-BE49-F238E27FC236}">
                <a16:creationId xmlns:a16="http://schemas.microsoft.com/office/drawing/2014/main" id="{9F6380B4-6A1C-481E-8408-B4E6C75B9B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74206" y="4368623"/>
            <a:ext cx="4243589" cy="18288"/>
          </a:xfrm>
          <a:custGeom>
            <a:avLst/>
            <a:gdLst>
              <a:gd name="connsiteX0" fmla="*/ 0 w 4243589"/>
              <a:gd name="connsiteY0" fmla="*/ 0 h 18288"/>
              <a:gd name="connsiteX1" fmla="*/ 478919 w 4243589"/>
              <a:gd name="connsiteY1" fmla="*/ 0 h 18288"/>
              <a:gd name="connsiteX2" fmla="*/ 957839 w 4243589"/>
              <a:gd name="connsiteY2" fmla="*/ 0 h 18288"/>
              <a:gd name="connsiteX3" fmla="*/ 1521630 w 4243589"/>
              <a:gd name="connsiteY3" fmla="*/ 0 h 18288"/>
              <a:gd name="connsiteX4" fmla="*/ 2212729 w 4243589"/>
              <a:gd name="connsiteY4" fmla="*/ 0 h 18288"/>
              <a:gd name="connsiteX5" fmla="*/ 2734084 w 4243589"/>
              <a:gd name="connsiteY5" fmla="*/ 0 h 18288"/>
              <a:gd name="connsiteX6" fmla="*/ 3255439 w 4243589"/>
              <a:gd name="connsiteY6" fmla="*/ 0 h 18288"/>
              <a:gd name="connsiteX7" fmla="*/ 4243589 w 4243589"/>
              <a:gd name="connsiteY7" fmla="*/ 0 h 18288"/>
              <a:gd name="connsiteX8" fmla="*/ 4243589 w 4243589"/>
              <a:gd name="connsiteY8" fmla="*/ 18288 h 18288"/>
              <a:gd name="connsiteX9" fmla="*/ 3594926 w 4243589"/>
              <a:gd name="connsiteY9" fmla="*/ 18288 h 18288"/>
              <a:gd name="connsiteX10" fmla="*/ 3073571 w 4243589"/>
              <a:gd name="connsiteY10" fmla="*/ 18288 h 18288"/>
              <a:gd name="connsiteX11" fmla="*/ 2552216 w 4243589"/>
              <a:gd name="connsiteY11" fmla="*/ 18288 h 18288"/>
              <a:gd name="connsiteX12" fmla="*/ 1903553 w 4243589"/>
              <a:gd name="connsiteY12" fmla="*/ 18288 h 18288"/>
              <a:gd name="connsiteX13" fmla="*/ 1212454 w 4243589"/>
              <a:gd name="connsiteY13" fmla="*/ 18288 h 18288"/>
              <a:gd name="connsiteX14" fmla="*/ 733535 w 4243589"/>
              <a:gd name="connsiteY14" fmla="*/ 18288 h 18288"/>
              <a:gd name="connsiteX15" fmla="*/ 0 w 4243589"/>
              <a:gd name="connsiteY15" fmla="*/ 18288 h 18288"/>
              <a:gd name="connsiteX16" fmla="*/ 0 w 4243589"/>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43589" h="18288" fill="none" extrusionOk="0">
                <a:moveTo>
                  <a:pt x="0" y="0"/>
                </a:moveTo>
                <a:cubicBezTo>
                  <a:pt x="213395" y="-21006"/>
                  <a:pt x="307421" y="-18116"/>
                  <a:pt x="478919" y="0"/>
                </a:cubicBezTo>
                <a:cubicBezTo>
                  <a:pt x="650417" y="18116"/>
                  <a:pt x="831092" y="-21237"/>
                  <a:pt x="957839" y="0"/>
                </a:cubicBezTo>
                <a:cubicBezTo>
                  <a:pt x="1084586" y="21237"/>
                  <a:pt x="1301682" y="25124"/>
                  <a:pt x="1521630" y="0"/>
                </a:cubicBezTo>
                <a:cubicBezTo>
                  <a:pt x="1741578" y="-25124"/>
                  <a:pt x="1970269" y="-29139"/>
                  <a:pt x="2212729" y="0"/>
                </a:cubicBezTo>
                <a:cubicBezTo>
                  <a:pt x="2455189" y="29139"/>
                  <a:pt x="2558847" y="-4796"/>
                  <a:pt x="2734084" y="0"/>
                </a:cubicBezTo>
                <a:cubicBezTo>
                  <a:pt x="2909321" y="4796"/>
                  <a:pt x="3097217" y="-13409"/>
                  <a:pt x="3255439" y="0"/>
                </a:cubicBezTo>
                <a:cubicBezTo>
                  <a:pt x="3413662" y="13409"/>
                  <a:pt x="3979999" y="-10121"/>
                  <a:pt x="4243589" y="0"/>
                </a:cubicBezTo>
                <a:cubicBezTo>
                  <a:pt x="4244484" y="8974"/>
                  <a:pt x="4243043" y="9359"/>
                  <a:pt x="4243589" y="18288"/>
                </a:cubicBezTo>
                <a:cubicBezTo>
                  <a:pt x="4058777" y="31246"/>
                  <a:pt x="3910348" y="3158"/>
                  <a:pt x="3594926" y="18288"/>
                </a:cubicBezTo>
                <a:cubicBezTo>
                  <a:pt x="3279504" y="33418"/>
                  <a:pt x="3319955" y="-3977"/>
                  <a:pt x="3073571" y="18288"/>
                </a:cubicBezTo>
                <a:cubicBezTo>
                  <a:pt x="2827187" y="40553"/>
                  <a:pt x="2767387" y="1863"/>
                  <a:pt x="2552216" y="18288"/>
                </a:cubicBezTo>
                <a:cubicBezTo>
                  <a:pt x="2337046" y="34713"/>
                  <a:pt x="2181871" y="19527"/>
                  <a:pt x="1903553" y="18288"/>
                </a:cubicBezTo>
                <a:cubicBezTo>
                  <a:pt x="1625235" y="17049"/>
                  <a:pt x="1557672" y="24174"/>
                  <a:pt x="1212454" y="18288"/>
                </a:cubicBezTo>
                <a:cubicBezTo>
                  <a:pt x="867236" y="12402"/>
                  <a:pt x="874382" y="15627"/>
                  <a:pt x="733535" y="18288"/>
                </a:cubicBezTo>
                <a:cubicBezTo>
                  <a:pt x="592688" y="20949"/>
                  <a:pt x="183477" y="14753"/>
                  <a:pt x="0" y="18288"/>
                </a:cubicBezTo>
                <a:cubicBezTo>
                  <a:pt x="-229" y="14222"/>
                  <a:pt x="509" y="5816"/>
                  <a:pt x="0" y="0"/>
                </a:cubicBezTo>
                <a:close/>
              </a:path>
              <a:path w="4243589" h="18288" stroke="0" extrusionOk="0">
                <a:moveTo>
                  <a:pt x="0" y="0"/>
                </a:moveTo>
                <a:cubicBezTo>
                  <a:pt x="143690" y="16630"/>
                  <a:pt x="266667" y="14847"/>
                  <a:pt x="521355" y="0"/>
                </a:cubicBezTo>
                <a:cubicBezTo>
                  <a:pt x="776043" y="-14847"/>
                  <a:pt x="814491" y="-17363"/>
                  <a:pt x="1000275" y="0"/>
                </a:cubicBezTo>
                <a:cubicBezTo>
                  <a:pt x="1186059" y="17363"/>
                  <a:pt x="1352504" y="-23507"/>
                  <a:pt x="1521630" y="0"/>
                </a:cubicBezTo>
                <a:cubicBezTo>
                  <a:pt x="1690756" y="23507"/>
                  <a:pt x="1889525" y="5871"/>
                  <a:pt x="2127857" y="0"/>
                </a:cubicBezTo>
                <a:cubicBezTo>
                  <a:pt x="2366189" y="-5871"/>
                  <a:pt x="2620628" y="-27997"/>
                  <a:pt x="2776520" y="0"/>
                </a:cubicBezTo>
                <a:cubicBezTo>
                  <a:pt x="2932412" y="27997"/>
                  <a:pt x="3131683" y="-25073"/>
                  <a:pt x="3467618" y="0"/>
                </a:cubicBezTo>
                <a:cubicBezTo>
                  <a:pt x="3803553" y="25073"/>
                  <a:pt x="4017371" y="3071"/>
                  <a:pt x="4243589" y="0"/>
                </a:cubicBezTo>
                <a:cubicBezTo>
                  <a:pt x="4243134" y="6162"/>
                  <a:pt x="4243492" y="11775"/>
                  <a:pt x="4243589" y="18288"/>
                </a:cubicBezTo>
                <a:cubicBezTo>
                  <a:pt x="4017834" y="-5779"/>
                  <a:pt x="3834586" y="13376"/>
                  <a:pt x="3594926" y="18288"/>
                </a:cubicBezTo>
                <a:cubicBezTo>
                  <a:pt x="3355266" y="23200"/>
                  <a:pt x="3204179" y="2869"/>
                  <a:pt x="2903827" y="18288"/>
                </a:cubicBezTo>
                <a:cubicBezTo>
                  <a:pt x="2603475" y="33707"/>
                  <a:pt x="2526187" y="46187"/>
                  <a:pt x="2212729" y="18288"/>
                </a:cubicBezTo>
                <a:cubicBezTo>
                  <a:pt x="1899271" y="-9611"/>
                  <a:pt x="1966289" y="29692"/>
                  <a:pt x="1733809" y="18288"/>
                </a:cubicBezTo>
                <a:cubicBezTo>
                  <a:pt x="1501329" y="6884"/>
                  <a:pt x="1343612" y="12492"/>
                  <a:pt x="1085146" y="18288"/>
                </a:cubicBezTo>
                <a:cubicBezTo>
                  <a:pt x="826680" y="24084"/>
                  <a:pt x="778184" y="35607"/>
                  <a:pt x="521355" y="18288"/>
                </a:cubicBezTo>
                <a:cubicBezTo>
                  <a:pt x="264526" y="969"/>
                  <a:pt x="120277" y="4268"/>
                  <a:pt x="0" y="18288"/>
                </a:cubicBezTo>
                <a:cubicBezTo>
                  <a:pt x="766" y="10800"/>
                  <a:pt x="-457" y="8180"/>
                  <a:pt x="0" y="0"/>
                </a:cubicBezTo>
                <a:close/>
              </a:path>
            </a:pathLst>
          </a:custGeom>
          <a:solidFill>
            <a:srgbClr val="FFFFFF">
              <a:alpha val="75000"/>
            </a:srgbClr>
          </a:solidFill>
          <a:ln w="44450" cap="rnd">
            <a:solidFill>
              <a:schemeClr val="bg1">
                <a:alpha val="75000"/>
              </a:schemeClr>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9311087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94</TotalTime>
  <Words>583</Words>
  <Application>Microsoft Macintosh PowerPoint</Application>
  <PresentationFormat>Widescreen</PresentationFormat>
  <Paragraphs>28</Paragraphs>
  <Slides>10</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vt:i4>
      </vt:variant>
    </vt:vector>
  </HeadingPairs>
  <TitlesOfParts>
    <vt:vector size="15" baseType="lpstr">
      <vt:lpstr>Arial</vt:lpstr>
      <vt:lpstr>Calibri</vt:lpstr>
      <vt:lpstr>Calibri Light</vt:lpstr>
      <vt:lpstr>Times New Roman</vt:lpstr>
      <vt:lpstr>Office Theme</vt:lpstr>
      <vt:lpstr>Estructuras de Facebook </vt:lpstr>
      <vt:lpstr>Facebook utiliza la estructura de datos de Grafos para representar y gestionar las conexiones y relaciones entre usuarios, páginas, grupos y otras entidades </vt:lpstr>
      <vt:lpstr>Aalgunas formas en las que Facebook utiliza la estructura de datos de Grafos </vt:lpstr>
      <vt:lpstr>Aalgunas formas en las que Facebook utiliza la estructura de datos de Grafos </vt:lpstr>
      <vt:lpstr>Un curso intensivo sobre la estructura de Grafos </vt:lpstr>
      <vt:lpstr>Graph Search  </vt:lpstr>
      <vt:lpstr>La decisión de utilizar Unicornio</vt:lpstr>
      <vt:lpstr>Los componentes principales de Unicornio son</vt:lpstr>
      <vt:lpstr>PowerPoint Presentation</vt:lpstr>
      <vt:lpstr>Gracias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Estructuras de Facebook </dc:title>
  <dc:creator>Nadia Ugalde</dc:creator>
  <cp:lastModifiedBy>Nadia Ugalde</cp:lastModifiedBy>
  <cp:revision>1</cp:revision>
  <dcterms:created xsi:type="dcterms:W3CDTF">2023-07-10T04:08:15Z</dcterms:created>
  <dcterms:modified xsi:type="dcterms:W3CDTF">2023-07-10T05:42:40Z</dcterms:modified>
</cp:coreProperties>
</file>