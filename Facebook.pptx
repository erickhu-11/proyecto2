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8" r:id="rId11"/>
    <p:sldId id="266" r:id="rId12"/>
  </p:sldIdLst>
  <p:sldSz cx="12192000" cy="6858000"/>
  <p:notesSz cx="6858000" cy="9144000"/>
  <p:defaultTextStyle>
    <a:defPPr>
      <a:defRPr lang="en-C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94"/>
  </p:normalViewPr>
  <p:slideViewPr>
    <p:cSldViewPr snapToGrid="0">
      <p:cViewPr varScale="1">
        <p:scale>
          <a:sx n="57" d="100"/>
          <a:sy n="57" d="100"/>
        </p:scale>
        <p:origin x="96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8D4F176-7B26-4375-9294-09A551D68D8A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9FDF45-AB44-45CE-BA52-D3532C27719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Grafo Social: El núcleo del modelo de datos de Facebook es el Grafo Social, que representa las relaciones entre los usuarios </a:t>
          </a:r>
        </a:p>
      </dgm:t>
    </dgm:pt>
    <dgm:pt modelId="{FB5586BE-A819-4CC7-B9F7-DB5098CD1CD1}" type="parTrans" cxnId="{FD4AB15B-374F-4E57-AC62-7AA4F31DACC5}">
      <dgm:prSet/>
      <dgm:spPr/>
      <dgm:t>
        <a:bodyPr/>
        <a:lstStyle/>
        <a:p>
          <a:endParaRPr lang="en-US"/>
        </a:p>
      </dgm:t>
    </dgm:pt>
    <dgm:pt modelId="{523D7F94-8AD4-4660-86A4-DCE1B3BC9B07}" type="sibTrans" cxnId="{FD4AB15B-374F-4E57-AC62-7AA4F31DACC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C8229B9-8448-46CA-BDF7-9B2DB6C228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Me gusta de Páginas: Las Páginas de Facebook, que representan negocios, figuras públicas u organizaciones, pueden ser "me gustadas" por los usuarios</a:t>
          </a:r>
        </a:p>
      </dgm:t>
    </dgm:pt>
    <dgm:pt modelId="{9B54E835-4BB9-4C3B-9EEF-59999FC674C4}" type="parTrans" cxnId="{5243FA6C-FF2E-41FB-9047-BA1F0EC1C8B5}">
      <dgm:prSet/>
      <dgm:spPr/>
      <dgm:t>
        <a:bodyPr/>
        <a:lstStyle/>
        <a:p>
          <a:endParaRPr lang="en-US"/>
        </a:p>
      </dgm:t>
    </dgm:pt>
    <dgm:pt modelId="{4ED8F600-74AA-4BA2-867C-3392123D4CA7}" type="sibTrans" cxnId="{5243FA6C-FF2E-41FB-9047-BA1F0EC1C8B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F0B1603-7BAF-4547-8670-31DAA60B9AA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Pertenencia a Grupos: Los Grupos de Facebook proporcionan una forma para que los usuarios con intereses comunes se conecten e interactúen </a:t>
          </a:r>
        </a:p>
      </dgm:t>
    </dgm:pt>
    <dgm:pt modelId="{7470F123-05BB-48CA-8CC2-1C2B39C99789}" type="parTrans" cxnId="{878327DA-7D5C-4A57-B320-5EA9971FF225}">
      <dgm:prSet/>
      <dgm:spPr/>
      <dgm:t>
        <a:bodyPr/>
        <a:lstStyle/>
        <a:p>
          <a:endParaRPr lang="en-US"/>
        </a:p>
      </dgm:t>
    </dgm:pt>
    <dgm:pt modelId="{3C0EF41B-D2B2-4A2F-9BAE-B4CCD14B4761}" type="sibTrans" cxnId="{878327DA-7D5C-4A57-B320-5EA9971FF22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8FC8626-1109-4476-9143-264F88EDB8E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Recomendaciones: Facebook aprovecha la estructura de datos del Grafo para potenciar sus sistemas de recomendación </a:t>
          </a:r>
        </a:p>
      </dgm:t>
    </dgm:pt>
    <dgm:pt modelId="{F38ED41E-86B0-4BCE-9E3A-6C5A76F0D78F}" type="parTrans" cxnId="{8E3A3A04-7891-4BCF-B143-D7EB905D6E34}">
      <dgm:prSet/>
      <dgm:spPr/>
      <dgm:t>
        <a:bodyPr/>
        <a:lstStyle/>
        <a:p>
          <a:endParaRPr lang="en-US"/>
        </a:p>
      </dgm:t>
    </dgm:pt>
    <dgm:pt modelId="{3B6B0A8F-E82B-4FE3-8528-C6FA4A0BB032}" type="sibTrans" cxnId="{8E3A3A04-7891-4BCF-B143-D7EB905D6E3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DD0F5DF-3823-4CB9-9443-8E12FA7AF3C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Análisis de datos: Facebook utiliza algoritmos y técnicas de análisis de grafos para extraer información y comprender el comportamiento de sus usuarios </a:t>
          </a:r>
        </a:p>
      </dgm:t>
    </dgm:pt>
    <dgm:pt modelId="{A40E3D64-42EA-44D9-8920-3C2014EB4B9B}" type="parTrans" cxnId="{ACBF780E-682F-467B-B49C-7BBFA2C851D2}">
      <dgm:prSet/>
      <dgm:spPr/>
      <dgm:t>
        <a:bodyPr/>
        <a:lstStyle/>
        <a:p>
          <a:endParaRPr lang="en-US"/>
        </a:p>
      </dgm:t>
    </dgm:pt>
    <dgm:pt modelId="{5F9DA1A9-3337-4F4B-A43F-196A1C11B4B9}" type="sibTrans" cxnId="{ACBF780E-682F-467B-B49C-7BBFA2C851D2}">
      <dgm:prSet/>
      <dgm:spPr/>
      <dgm:t>
        <a:bodyPr/>
        <a:lstStyle/>
        <a:p>
          <a:endParaRPr lang="en-US"/>
        </a:p>
      </dgm:t>
    </dgm:pt>
    <dgm:pt modelId="{169846A7-05F4-4194-991E-41F63B8460E1}" type="pres">
      <dgm:prSet presAssocID="{68D4F176-7B26-4375-9294-09A551D68D8A}" presName="root" presStyleCnt="0">
        <dgm:presLayoutVars>
          <dgm:dir/>
          <dgm:resizeHandles val="exact"/>
        </dgm:presLayoutVars>
      </dgm:prSet>
      <dgm:spPr/>
    </dgm:pt>
    <dgm:pt modelId="{99CC648A-A471-480B-ADDB-CA962A90D62B}" type="pres">
      <dgm:prSet presAssocID="{68D4F176-7B26-4375-9294-09A551D68D8A}" presName="container" presStyleCnt="0">
        <dgm:presLayoutVars>
          <dgm:dir/>
          <dgm:resizeHandles val="exact"/>
        </dgm:presLayoutVars>
      </dgm:prSet>
      <dgm:spPr/>
    </dgm:pt>
    <dgm:pt modelId="{577552BA-DDA6-4A5B-BADC-9DF2C863D407}" type="pres">
      <dgm:prSet presAssocID="{939FDF45-AB44-45CE-BA52-D3532C277194}" presName="compNode" presStyleCnt="0"/>
      <dgm:spPr/>
    </dgm:pt>
    <dgm:pt modelId="{777CF55A-A1BE-44E0-9CB2-0E8FE8CFA7EF}" type="pres">
      <dgm:prSet presAssocID="{939FDF45-AB44-45CE-BA52-D3532C277194}" presName="iconBgRect" presStyleLbl="bgShp" presStyleIdx="0" presStyleCnt="5"/>
      <dgm:spPr/>
    </dgm:pt>
    <dgm:pt modelId="{3141D7A7-8447-483A-85E6-D15165ACB93D}" type="pres">
      <dgm:prSet presAssocID="{939FDF45-AB44-45CE-BA52-D3532C277194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61775508-F7AF-47FC-AED8-593649A010DA}" type="pres">
      <dgm:prSet presAssocID="{939FDF45-AB44-45CE-BA52-D3532C277194}" presName="spaceRect" presStyleCnt="0"/>
      <dgm:spPr/>
    </dgm:pt>
    <dgm:pt modelId="{BB4B8899-0B27-4BDE-B8BE-17D219029B93}" type="pres">
      <dgm:prSet presAssocID="{939FDF45-AB44-45CE-BA52-D3532C277194}" presName="textRect" presStyleLbl="revTx" presStyleIdx="0" presStyleCnt="5">
        <dgm:presLayoutVars>
          <dgm:chMax val="1"/>
          <dgm:chPref val="1"/>
        </dgm:presLayoutVars>
      </dgm:prSet>
      <dgm:spPr/>
    </dgm:pt>
    <dgm:pt modelId="{CC7B6542-57EB-4081-A8D6-5FA351A8EDAD}" type="pres">
      <dgm:prSet presAssocID="{523D7F94-8AD4-4660-86A4-DCE1B3BC9B07}" presName="sibTrans" presStyleLbl="sibTrans2D1" presStyleIdx="0" presStyleCnt="0"/>
      <dgm:spPr/>
    </dgm:pt>
    <dgm:pt modelId="{6988AB2F-F12F-495D-88CC-2603E22FE277}" type="pres">
      <dgm:prSet presAssocID="{AC8229B9-8448-46CA-BDF7-9B2DB6C228BD}" presName="compNode" presStyleCnt="0"/>
      <dgm:spPr/>
    </dgm:pt>
    <dgm:pt modelId="{2CC5084D-8F60-439A-A51E-9BCFF9EEB5D1}" type="pres">
      <dgm:prSet presAssocID="{AC8229B9-8448-46CA-BDF7-9B2DB6C228BD}" presName="iconBgRect" presStyleLbl="bgShp" presStyleIdx="1" presStyleCnt="5"/>
      <dgm:spPr/>
    </dgm:pt>
    <dgm:pt modelId="{B2F0C788-3CCF-4804-B5F7-06EEB63B08EC}" type="pres">
      <dgm:prSet presAssocID="{AC8229B9-8448-46CA-BDF7-9B2DB6C228BD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Japanese Dolls"/>
        </a:ext>
      </dgm:extLst>
    </dgm:pt>
    <dgm:pt modelId="{A3CEF55E-485E-47D8-B0B4-5DD10D598E96}" type="pres">
      <dgm:prSet presAssocID="{AC8229B9-8448-46CA-BDF7-9B2DB6C228BD}" presName="spaceRect" presStyleCnt="0"/>
      <dgm:spPr/>
    </dgm:pt>
    <dgm:pt modelId="{6F53A0B4-DD19-48B2-BB85-886375548E4B}" type="pres">
      <dgm:prSet presAssocID="{AC8229B9-8448-46CA-BDF7-9B2DB6C228BD}" presName="textRect" presStyleLbl="revTx" presStyleIdx="1" presStyleCnt="5">
        <dgm:presLayoutVars>
          <dgm:chMax val="1"/>
          <dgm:chPref val="1"/>
        </dgm:presLayoutVars>
      </dgm:prSet>
      <dgm:spPr/>
    </dgm:pt>
    <dgm:pt modelId="{13137091-8944-4E04-BCD9-B8DEF7878B3D}" type="pres">
      <dgm:prSet presAssocID="{4ED8F600-74AA-4BA2-867C-3392123D4CA7}" presName="sibTrans" presStyleLbl="sibTrans2D1" presStyleIdx="0" presStyleCnt="0"/>
      <dgm:spPr/>
    </dgm:pt>
    <dgm:pt modelId="{F5E0AE61-E484-43E6-A052-F6157BF42F01}" type="pres">
      <dgm:prSet presAssocID="{BF0B1603-7BAF-4547-8670-31DAA60B9AAC}" presName="compNode" presStyleCnt="0"/>
      <dgm:spPr/>
    </dgm:pt>
    <dgm:pt modelId="{FF938ECA-FCD2-4CEC-A66A-C8B8F0604260}" type="pres">
      <dgm:prSet presAssocID="{BF0B1603-7BAF-4547-8670-31DAA60B9AAC}" presName="iconBgRect" presStyleLbl="bgShp" presStyleIdx="2" presStyleCnt="5"/>
      <dgm:spPr/>
    </dgm:pt>
    <dgm:pt modelId="{4D1F0F51-C1D2-43B1-9D0F-B46C7E2087CC}" type="pres">
      <dgm:prSet presAssocID="{BF0B1603-7BAF-4547-8670-31DAA60B9AAC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3B9971B8-9B86-47A1-B5EF-4C6441014623}" type="pres">
      <dgm:prSet presAssocID="{BF0B1603-7BAF-4547-8670-31DAA60B9AAC}" presName="spaceRect" presStyleCnt="0"/>
      <dgm:spPr/>
    </dgm:pt>
    <dgm:pt modelId="{1BED5348-6BF5-46A0-9963-FB7A1013CA3A}" type="pres">
      <dgm:prSet presAssocID="{BF0B1603-7BAF-4547-8670-31DAA60B9AAC}" presName="textRect" presStyleLbl="revTx" presStyleIdx="2" presStyleCnt="5">
        <dgm:presLayoutVars>
          <dgm:chMax val="1"/>
          <dgm:chPref val="1"/>
        </dgm:presLayoutVars>
      </dgm:prSet>
      <dgm:spPr/>
    </dgm:pt>
    <dgm:pt modelId="{C70BA8FC-3BA2-4D05-A60D-DC1B0BFD50F8}" type="pres">
      <dgm:prSet presAssocID="{3C0EF41B-D2B2-4A2F-9BAE-B4CCD14B4761}" presName="sibTrans" presStyleLbl="sibTrans2D1" presStyleIdx="0" presStyleCnt="0"/>
      <dgm:spPr/>
    </dgm:pt>
    <dgm:pt modelId="{21E8AE0F-5DC3-4444-8751-8F5A40B45082}" type="pres">
      <dgm:prSet presAssocID="{B8FC8626-1109-4476-9143-264F88EDB8ED}" presName="compNode" presStyleCnt="0"/>
      <dgm:spPr/>
    </dgm:pt>
    <dgm:pt modelId="{209FE4C9-9616-4073-B904-FC79AD9B31EE}" type="pres">
      <dgm:prSet presAssocID="{B8FC8626-1109-4476-9143-264F88EDB8ED}" presName="iconBgRect" presStyleLbl="bgShp" presStyleIdx="3" presStyleCnt="5"/>
      <dgm:spPr/>
    </dgm:pt>
    <dgm:pt modelId="{2101DB57-CEB8-47DE-B927-05EA8A6AC5C9}" type="pres">
      <dgm:prSet presAssocID="{B8FC8626-1109-4476-9143-264F88EDB8ED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CBB4EDE1-0B2E-44E5-A184-8080741DEDDC}" type="pres">
      <dgm:prSet presAssocID="{B8FC8626-1109-4476-9143-264F88EDB8ED}" presName="spaceRect" presStyleCnt="0"/>
      <dgm:spPr/>
    </dgm:pt>
    <dgm:pt modelId="{840F61B2-C8AF-4FF2-87B5-5556FE74C6EB}" type="pres">
      <dgm:prSet presAssocID="{B8FC8626-1109-4476-9143-264F88EDB8ED}" presName="textRect" presStyleLbl="revTx" presStyleIdx="3" presStyleCnt="5">
        <dgm:presLayoutVars>
          <dgm:chMax val="1"/>
          <dgm:chPref val="1"/>
        </dgm:presLayoutVars>
      </dgm:prSet>
      <dgm:spPr/>
    </dgm:pt>
    <dgm:pt modelId="{68E4DAE2-C63E-4A59-BCE0-1F7AE72FDF1B}" type="pres">
      <dgm:prSet presAssocID="{3B6B0A8F-E82B-4FE3-8528-C6FA4A0BB032}" presName="sibTrans" presStyleLbl="sibTrans2D1" presStyleIdx="0" presStyleCnt="0"/>
      <dgm:spPr/>
    </dgm:pt>
    <dgm:pt modelId="{6A03B697-7FB0-4A3F-B725-4BDA4699F100}" type="pres">
      <dgm:prSet presAssocID="{9DD0F5DF-3823-4CB9-9443-8E12FA7AF3C2}" presName="compNode" presStyleCnt="0"/>
      <dgm:spPr/>
    </dgm:pt>
    <dgm:pt modelId="{8C64A5C8-7A5B-4535-9ACD-69BF58E2971A}" type="pres">
      <dgm:prSet presAssocID="{9DD0F5DF-3823-4CB9-9443-8E12FA7AF3C2}" presName="iconBgRect" presStyleLbl="bgShp" presStyleIdx="4" presStyleCnt="5"/>
      <dgm:spPr/>
    </dgm:pt>
    <dgm:pt modelId="{AEA4CD81-F789-499C-91EF-ECDEEDF253BB}" type="pres">
      <dgm:prSet presAssocID="{9DD0F5DF-3823-4CB9-9443-8E12FA7AF3C2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7F6FACE3-3623-452E-8B85-A79156E062D3}" type="pres">
      <dgm:prSet presAssocID="{9DD0F5DF-3823-4CB9-9443-8E12FA7AF3C2}" presName="spaceRect" presStyleCnt="0"/>
      <dgm:spPr/>
    </dgm:pt>
    <dgm:pt modelId="{65637DA2-0DB8-4A33-8333-EE2C98777554}" type="pres">
      <dgm:prSet presAssocID="{9DD0F5DF-3823-4CB9-9443-8E12FA7AF3C2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E3A3A04-7891-4BCF-B143-D7EB905D6E34}" srcId="{68D4F176-7B26-4375-9294-09A551D68D8A}" destId="{B8FC8626-1109-4476-9143-264F88EDB8ED}" srcOrd="3" destOrd="0" parTransId="{F38ED41E-86B0-4BCE-9E3A-6C5A76F0D78F}" sibTransId="{3B6B0A8F-E82B-4FE3-8528-C6FA4A0BB032}"/>
    <dgm:cxn modelId="{ACBF780E-682F-467B-B49C-7BBFA2C851D2}" srcId="{68D4F176-7B26-4375-9294-09A551D68D8A}" destId="{9DD0F5DF-3823-4CB9-9443-8E12FA7AF3C2}" srcOrd="4" destOrd="0" parTransId="{A40E3D64-42EA-44D9-8920-3C2014EB4B9B}" sibTransId="{5F9DA1A9-3337-4F4B-A43F-196A1C11B4B9}"/>
    <dgm:cxn modelId="{FD4AB15B-374F-4E57-AC62-7AA4F31DACC5}" srcId="{68D4F176-7B26-4375-9294-09A551D68D8A}" destId="{939FDF45-AB44-45CE-BA52-D3532C277194}" srcOrd="0" destOrd="0" parTransId="{FB5586BE-A819-4CC7-B9F7-DB5098CD1CD1}" sibTransId="{523D7F94-8AD4-4660-86A4-DCE1B3BC9B07}"/>
    <dgm:cxn modelId="{5243FA6C-FF2E-41FB-9047-BA1F0EC1C8B5}" srcId="{68D4F176-7B26-4375-9294-09A551D68D8A}" destId="{AC8229B9-8448-46CA-BDF7-9B2DB6C228BD}" srcOrd="1" destOrd="0" parTransId="{9B54E835-4BB9-4C3B-9EEF-59999FC674C4}" sibTransId="{4ED8F600-74AA-4BA2-867C-3392123D4CA7}"/>
    <dgm:cxn modelId="{3D6C638B-B92E-CA43-A2AA-D02726B266D9}" type="presOf" srcId="{68D4F176-7B26-4375-9294-09A551D68D8A}" destId="{169846A7-05F4-4194-991E-41F63B8460E1}" srcOrd="0" destOrd="0" presId="urn:microsoft.com/office/officeart/2018/2/layout/IconCircleList"/>
    <dgm:cxn modelId="{210F03A3-25D9-3441-B054-C35CC6F98371}" type="presOf" srcId="{B8FC8626-1109-4476-9143-264F88EDB8ED}" destId="{840F61B2-C8AF-4FF2-87B5-5556FE74C6EB}" srcOrd="0" destOrd="0" presId="urn:microsoft.com/office/officeart/2018/2/layout/IconCircleList"/>
    <dgm:cxn modelId="{E31BB7A3-A389-E841-BCF1-B3E085640F96}" type="presOf" srcId="{BF0B1603-7BAF-4547-8670-31DAA60B9AAC}" destId="{1BED5348-6BF5-46A0-9963-FB7A1013CA3A}" srcOrd="0" destOrd="0" presId="urn:microsoft.com/office/officeart/2018/2/layout/IconCircleList"/>
    <dgm:cxn modelId="{D45702B1-FFF7-7D49-9C11-C8C0AC758E1E}" type="presOf" srcId="{3B6B0A8F-E82B-4FE3-8528-C6FA4A0BB032}" destId="{68E4DAE2-C63E-4A59-BCE0-1F7AE72FDF1B}" srcOrd="0" destOrd="0" presId="urn:microsoft.com/office/officeart/2018/2/layout/IconCircleList"/>
    <dgm:cxn modelId="{12CDBABA-3E33-794A-85A8-0A7B648E1798}" type="presOf" srcId="{4ED8F600-74AA-4BA2-867C-3392123D4CA7}" destId="{13137091-8944-4E04-BCD9-B8DEF7878B3D}" srcOrd="0" destOrd="0" presId="urn:microsoft.com/office/officeart/2018/2/layout/IconCircleList"/>
    <dgm:cxn modelId="{878327DA-7D5C-4A57-B320-5EA9971FF225}" srcId="{68D4F176-7B26-4375-9294-09A551D68D8A}" destId="{BF0B1603-7BAF-4547-8670-31DAA60B9AAC}" srcOrd="2" destOrd="0" parTransId="{7470F123-05BB-48CA-8CC2-1C2B39C99789}" sibTransId="{3C0EF41B-D2B2-4A2F-9BAE-B4CCD14B4761}"/>
    <dgm:cxn modelId="{9894E0E3-2880-3A4D-9AFB-CEBCC8DAB3FE}" type="presOf" srcId="{523D7F94-8AD4-4660-86A4-DCE1B3BC9B07}" destId="{CC7B6542-57EB-4081-A8D6-5FA351A8EDAD}" srcOrd="0" destOrd="0" presId="urn:microsoft.com/office/officeart/2018/2/layout/IconCircleList"/>
    <dgm:cxn modelId="{4461F5E3-DC53-A149-99E4-139A0C9F80E3}" type="presOf" srcId="{3C0EF41B-D2B2-4A2F-9BAE-B4CCD14B4761}" destId="{C70BA8FC-3BA2-4D05-A60D-DC1B0BFD50F8}" srcOrd="0" destOrd="0" presId="urn:microsoft.com/office/officeart/2018/2/layout/IconCircleList"/>
    <dgm:cxn modelId="{FC2876EB-B901-D445-87D6-EBD9AC8C714E}" type="presOf" srcId="{9DD0F5DF-3823-4CB9-9443-8E12FA7AF3C2}" destId="{65637DA2-0DB8-4A33-8333-EE2C98777554}" srcOrd="0" destOrd="0" presId="urn:microsoft.com/office/officeart/2018/2/layout/IconCircleList"/>
    <dgm:cxn modelId="{673E6CF0-CFF6-914B-9DB6-FAC7A1123984}" type="presOf" srcId="{939FDF45-AB44-45CE-BA52-D3532C277194}" destId="{BB4B8899-0B27-4BDE-B8BE-17D219029B93}" srcOrd="0" destOrd="0" presId="urn:microsoft.com/office/officeart/2018/2/layout/IconCircleList"/>
    <dgm:cxn modelId="{4A68C8F4-D2AD-7845-A039-951080DD5236}" type="presOf" srcId="{AC8229B9-8448-46CA-BDF7-9B2DB6C228BD}" destId="{6F53A0B4-DD19-48B2-BB85-886375548E4B}" srcOrd="0" destOrd="0" presId="urn:microsoft.com/office/officeart/2018/2/layout/IconCircleList"/>
    <dgm:cxn modelId="{679158BB-5DB8-D848-9988-E2F8C4AF029E}" type="presParOf" srcId="{169846A7-05F4-4194-991E-41F63B8460E1}" destId="{99CC648A-A471-480B-ADDB-CA962A90D62B}" srcOrd="0" destOrd="0" presId="urn:microsoft.com/office/officeart/2018/2/layout/IconCircleList"/>
    <dgm:cxn modelId="{B1A9AC2B-886B-334D-9A0A-99B4F9906C21}" type="presParOf" srcId="{99CC648A-A471-480B-ADDB-CA962A90D62B}" destId="{577552BA-DDA6-4A5B-BADC-9DF2C863D407}" srcOrd="0" destOrd="0" presId="urn:microsoft.com/office/officeart/2018/2/layout/IconCircleList"/>
    <dgm:cxn modelId="{49EE533E-2183-F940-B77B-80DB7AFE38EF}" type="presParOf" srcId="{577552BA-DDA6-4A5B-BADC-9DF2C863D407}" destId="{777CF55A-A1BE-44E0-9CB2-0E8FE8CFA7EF}" srcOrd="0" destOrd="0" presId="urn:microsoft.com/office/officeart/2018/2/layout/IconCircleList"/>
    <dgm:cxn modelId="{2271466D-337D-504C-9CC9-08796CE8E6A4}" type="presParOf" srcId="{577552BA-DDA6-4A5B-BADC-9DF2C863D407}" destId="{3141D7A7-8447-483A-85E6-D15165ACB93D}" srcOrd="1" destOrd="0" presId="urn:microsoft.com/office/officeart/2018/2/layout/IconCircleList"/>
    <dgm:cxn modelId="{BBFEF08F-0772-AF49-B32E-281DE92EF632}" type="presParOf" srcId="{577552BA-DDA6-4A5B-BADC-9DF2C863D407}" destId="{61775508-F7AF-47FC-AED8-593649A010DA}" srcOrd="2" destOrd="0" presId="urn:microsoft.com/office/officeart/2018/2/layout/IconCircleList"/>
    <dgm:cxn modelId="{CA84E4B4-543C-6345-BDA4-D15FA84DFD87}" type="presParOf" srcId="{577552BA-DDA6-4A5B-BADC-9DF2C863D407}" destId="{BB4B8899-0B27-4BDE-B8BE-17D219029B93}" srcOrd="3" destOrd="0" presId="urn:microsoft.com/office/officeart/2018/2/layout/IconCircleList"/>
    <dgm:cxn modelId="{F4EBD871-3681-9645-A8CA-AA96E801B46D}" type="presParOf" srcId="{99CC648A-A471-480B-ADDB-CA962A90D62B}" destId="{CC7B6542-57EB-4081-A8D6-5FA351A8EDAD}" srcOrd="1" destOrd="0" presId="urn:microsoft.com/office/officeart/2018/2/layout/IconCircleList"/>
    <dgm:cxn modelId="{4563F1D8-2729-4842-B8AB-7D657DB1D833}" type="presParOf" srcId="{99CC648A-A471-480B-ADDB-CA962A90D62B}" destId="{6988AB2F-F12F-495D-88CC-2603E22FE277}" srcOrd="2" destOrd="0" presId="urn:microsoft.com/office/officeart/2018/2/layout/IconCircleList"/>
    <dgm:cxn modelId="{3E3058F1-40D7-684E-A21B-02DB1D2A6E91}" type="presParOf" srcId="{6988AB2F-F12F-495D-88CC-2603E22FE277}" destId="{2CC5084D-8F60-439A-A51E-9BCFF9EEB5D1}" srcOrd="0" destOrd="0" presId="urn:microsoft.com/office/officeart/2018/2/layout/IconCircleList"/>
    <dgm:cxn modelId="{DF44C55C-7CC0-5745-8109-917D70DD95FA}" type="presParOf" srcId="{6988AB2F-F12F-495D-88CC-2603E22FE277}" destId="{B2F0C788-3CCF-4804-B5F7-06EEB63B08EC}" srcOrd="1" destOrd="0" presId="urn:microsoft.com/office/officeart/2018/2/layout/IconCircleList"/>
    <dgm:cxn modelId="{F6A7060D-3DB6-684D-8AF3-FC8712B0B5E2}" type="presParOf" srcId="{6988AB2F-F12F-495D-88CC-2603E22FE277}" destId="{A3CEF55E-485E-47D8-B0B4-5DD10D598E96}" srcOrd="2" destOrd="0" presId="urn:microsoft.com/office/officeart/2018/2/layout/IconCircleList"/>
    <dgm:cxn modelId="{43D3B095-A8B2-AA44-B0AE-3FAF26734B38}" type="presParOf" srcId="{6988AB2F-F12F-495D-88CC-2603E22FE277}" destId="{6F53A0B4-DD19-48B2-BB85-886375548E4B}" srcOrd="3" destOrd="0" presId="urn:microsoft.com/office/officeart/2018/2/layout/IconCircleList"/>
    <dgm:cxn modelId="{8B7F89D6-5EB3-ED4B-ACE9-80C320AEDAC6}" type="presParOf" srcId="{99CC648A-A471-480B-ADDB-CA962A90D62B}" destId="{13137091-8944-4E04-BCD9-B8DEF7878B3D}" srcOrd="3" destOrd="0" presId="urn:microsoft.com/office/officeart/2018/2/layout/IconCircleList"/>
    <dgm:cxn modelId="{626943BE-8FBD-F040-8D6B-46B19F71018D}" type="presParOf" srcId="{99CC648A-A471-480B-ADDB-CA962A90D62B}" destId="{F5E0AE61-E484-43E6-A052-F6157BF42F01}" srcOrd="4" destOrd="0" presId="urn:microsoft.com/office/officeart/2018/2/layout/IconCircleList"/>
    <dgm:cxn modelId="{89075611-3AA6-6848-BEE5-3AE69C6BB051}" type="presParOf" srcId="{F5E0AE61-E484-43E6-A052-F6157BF42F01}" destId="{FF938ECA-FCD2-4CEC-A66A-C8B8F0604260}" srcOrd="0" destOrd="0" presId="urn:microsoft.com/office/officeart/2018/2/layout/IconCircleList"/>
    <dgm:cxn modelId="{3A48E30D-A6AE-7345-85B5-D337824F8DC4}" type="presParOf" srcId="{F5E0AE61-E484-43E6-A052-F6157BF42F01}" destId="{4D1F0F51-C1D2-43B1-9D0F-B46C7E2087CC}" srcOrd="1" destOrd="0" presId="urn:microsoft.com/office/officeart/2018/2/layout/IconCircleList"/>
    <dgm:cxn modelId="{DC01081E-42F0-FE42-A2CC-5424EE7E8552}" type="presParOf" srcId="{F5E0AE61-E484-43E6-A052-F6157BF42F01}" destId="{3B9971B8-9B86-47A1-B5EF-4C6441014623}" srcOrd="2" destOrd="0" presId="urn:microsoft.com/office/officeart/2018/2/layout/IconCircleList"/>
    <dgm:cxn modelId="{A644C38A-7A1C-9449-9271-AF47839CB57A}" type="presParOf" srcId="{F5E0AE61-E484-43E6-A052-F6157BF42F01}" destId="{1BED5348-6BF5-46A0-9963-FB7A1013CA3A}" srcOrd="3" destOrd="0" presId="urn:microsoft.com/office/officeart/2018/2/layout/IconCircleList"/>
    <dgm:cxn modelId="{21F46CF9-E758-0D4F-979B-26CBA46827F0}" type="presParOf" srcId="{99CC648A-A471-480B-ADDB-CA962A90D62B}" destId="{C70BA8FC-3BA2-4D05-A60D-DC1B0BFD50F8}" srcOrd="5" destOrd="0" presId="urn:microsoft.com/office/officeart/2018/2/layout/IconCircleList"/>
    <dgm:cxn modelId="{20BE15BD-EDDA-294E-8068-E3947454C154}" type="presParOf" srcId="{99CC648A-A471-480B-ADDB-CA962A90D62B}" destId="{21E8AE0F-5DC3-4444-8751-8F5A40B45082}" srcOrd="6" destOrd="0" presId="urn:microsoft.com/office/officeart/2018/2/layout/IconCircleList"/>
    <dgm:cxn modelId="{0FF85519-9CBB-4242-8548-6D745C3373E0}" type="presParOf" srcId="{21E8AE0F-5DC3-4444-8751-8F5A40B45082}" destId="{209FE4C9-9616-4073-B904-FC79AD9B31EE}" srcOrd="0" destOrd="0" presId="urn:microsoft.com/office/officeart/2018/2/layout/IconCircleList"/>
    <dgm:cxn modelId="{CDD8007C-9C9B-084F-808F-511B4BDDE7E1}" type="presParOf" srcId="{21E8AE0F-5DC3-4444-8751-8F5A40B45082}" destId="{2101DB57-CEB8-47DE-B927-05EA8A6AC5C9}" srcOrd="1" destOrd="0" presId="urn:microsoft.com/office/officeart/2018/2/layout/IconCircleList"/>
    <dgm:cxn modelId="{9204A344-D11B-B74D-9B13-E013391F826C}" type="presParOf" srcId="{21E8AE0F-5DC3-4444-8751-8F5A40B45082}" destId="{CBB4EDE1-0B2E-44E5-A184-8080741DEDDC}" srcOrd="2" destOrd="0" presId="urn:microsoft.com/office/officeart/2018/2/layout/IconCircleList"/>
    <dgm:cxn modelId="{E1C6C382-B6EC-F440-A80B-0E5B2D541118}" type="presParOf" srcId="{21E8AE0F-5DC3-4444-8751-8F5A40B45082}" destId="{840F61B2-C8AF-4FF2-87B5-5556FE74C6EB}" srcOrd="3" destOrd="0" presId="urn:microsoft.com/office/officeart/2018/2/layout/IconCircleList"/>
    <dgm:cxn modelId="{CCD919AF-EE02-CA40-8B12-CE2D92258B46}" type="presParOf" srcId="{99CC648A-A471-480B-ADDB-CA962A90D62B}" destId="{68E4DAE2-C63E-4A59-BCE0-1F7AE72FDF1B}" srcOrd="7" destOrd="0" presId="urn:microsoft.com/office/officeart/2018/2/layout/IconCircleList"/>
    <dgm:cxn modelId="{EA49EC78-CBE5-EA48-AC51-283AA4AC7EAE}" type="presParOf" srcId="{99CC648A-A471-480B-ADDB-CA962A90D62B}" destId="{6A03B697-7FB0-4A3F-B725-4BDA4699F100}" srcOrd="8" destOrd="0" presId="urn:microsoft.com/office/officeart/2018/2/layout/IconCircleList"/>
    <dgm:cxn modelId="{B47BBCAA-009B-D043-BB79-6462582F9A85}" type="presParOf" srcId="{6A03B697-7FB0-4A3F-B725-4BDA4699F100}" destId="{8C64A5C8-7A5B-4535-9ACD-69BF58E2971A}" srcOrd="0" destOrd="0" presId="urn:microsoft.com/office/officeart/2018/2/layout/IconCircleList"/>
    <dgm:cxn modelId="{5AA22507-F1AB-4349-BBE5-EAC56F9CB4B8}" type="presParOf" srcId="{6A03B697-7FB0-4A3F-B725-4BDA4699F100}" destId="{AEA4CD81-F789-499C-91EF-ECDEEDF253BB}" srcOrd="1" destOrd="0" presId="urn:microsoft.com/office/officeart/2018/2/layout/IconCircleList"/>
    <dgm:cxn modelId="{635727D0-EC9F-2043-8DE9-1F26CC8E6CF6}" type="presParOf" srcId="{6A03B697-7FB0-4A3F-B725-4BDA4699F100}" destId="{7F6FACE3-3623-452E-8B85-A79156E062D3}" srcOrd="2" destOrd="0" presId="urn:microsoft.com/office/officeart/2018/2/layout/IconCircleList"/>
    <dgm:cxn modelId="{76DE69A2-FEAF-3B42-970B-89C8FB53C950}" type="presParOf" srcId="{6A03B697-7FB0-4A3F-B725-4BDA4699F100}" destId="{65637DA2-0DB8-4A33-8333-EE2C98777554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659CC0B-1841-4E7C-8CB1-BA569D6A3962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11A31C8-D00A-4C87-BA45-D426249C5D7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/>
            <a:t>El grafo de Facebook es la colección de entidades y sus relaciones en Facebook. </a:t>
          </a:r>
        </a:p>
      </dgm:t>
    </dgm:pt>
    <dgm:pt modelId="{C963A7B0-10CE-4097-A52A-0E8E6C70745D}" type="parTrans" cxnId="{0527EC67-710C-48C7-A29A-4275C9C179CE}">
      <dgm:prSet/>
      <dgm:spPr/>
      <dgm:t>
        <a:bodyPr/>
        <a:lstStyle/>
        <a:p>
          <a:endParaRPr lang="en-US" sz="1400"/>
        </a:p>
      </dgm:t>
    </dgm:pt>
    <dgm:pt modelId="{DE6888D4-C255-4AF2-9994-33973535CE7B}" type="sibTrans" cxnId="{0527EC67-710C-48C7-A29A-4275C9C179CE}">
      <dgm:prSet/>
      <dgm:spPr/>
      <dgm:t>
        <a:bodyPr/>
        <a:lstStyle/>
        <a:p>
          <a:endParaRPr lang="en-US" sz="1400"/>
        </a:p>
      </dgm:t>
    </dgm:pt>
    <dgm:pt modelId="{E6F636E1-0356-4C36-959E-48A0BCD508B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/>
            <a:t>Las entidades son los nodos y las relaciones son las aristas. </a:t>
          </a:r>
        </a:p>
      </dgm:t>
    </dgm:pt>
    <dgm:pt modelId="{8A48592D-47EF-47B5-B8B3-419DA612243C}" type="parTrans" cxnId="{6EC1759D-3088-4433-839B-7680F24B75F2}">
      <dgm:prSet/>
      <dgm:spPr/>
      <dgm:t>
        <a:bodyPr/>
        <a:lstStyle/>
        <a:p>
          <a:endParaRPr lang="en-US" sz="1400"/>
        </a:p>
      </dgm:t>
    </dgm:pt>
    <dgm:pt modelId="{B413E79B-4FC5-48BE-B650-DC9FDC89968C}" type="sibTrans" cxnId="{6EC1759D-3088-4433-839B-7680F24B75F2}">
      <dgm:prSet/>
      <dgm:spPr/>
      <dgm:t>
        <a:bodyPr/>
        <a:lstStyle/>
        <a:p>
          <a:endParaRPr lang="en-US" sz="1400"/>
        </a:p>
      </dgm:t>
    </dgm:pt>
    <dgm:pt modelId="{BA621932-A9CE-4E74-953D-A295FB37CB8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Una forma de </a:t>
          </a:r>
          <a:r>
            <a:rPr lang="en-US" sz="1400" dirty="0" err="1"/>
            <a:t>pensar</a:t>
          </a:r>
          <a:r>
            <a:rPr lang="en-US" sz="1400" dirty="0"/>
            <a:t> </a:t>
          </a:r>
          <a:r>
            <a:rPr lang="en-US" sz="1400" dirty="0" err="1"/>
            <a:t>en</a:t>
          </a:r>
          <a:r>
            <a:rPr lang="en-US" sz="1400" dirty="0"/>
            <a:t> </a:t>
          </a:r>
          <a:r>
            <a:rPr lang="en-US" sz="1400" dirty="0" err="1"/>
            <a:t>esto</a:t>
          </a:r>
          <a:r>
            <a:rPr lang="en-US" sz="1400" dirty="0"/>
            <a:t> es que </a:t>
          </a:r>
          <a:r>
            <a:rPr lang="en-US" sz="1400" dirty="0" err="1"/>
            <a:t>si</a:t>
          </a:r>
          <a:r>
            <a:rPr lang="en-US" sz="1400" dirty="0"/>
            <a:t> </a:t>
          </a:r>
          <a:r>
            <a:rPr lang="en-US" sz="1400" dirty="0" err="1"/>
            <a:t>el</a:t>
          </a:r>
          <a:r>
            <a:rPr lang="en-US" sz="1400" dirty="0"/>
            <a:t> </a:t>
          </a:r>
          <a:r>
            <a:rPr lang="en-US" sz="1400" dirty="0" err="1"/>
            <a:t>grafo</a:t>
          </a:r>
          <a:r>
            <a:rPr lang="en-US" sz="1400" dirty="0"/>
            <a:t> se </a:t>
          </a:r>
          <a:r>
            <a:rPr lang="en-US" sz="1400" dirty="0" err="1"/>
            <a:t>representara</a:t>
          </a:r>
          <a:r>
            <a:rPr lang="en-US" sz="1400" dirty="0"/>
            <a:t> </a:t>
          </a:r>
          <a:r>
            <a:rPr lang="en-US" sz="1400" dirty="0" err="1"/>
            <a:t>mediante</a:t>
          </a:r>
          <a:r>
            <a:rPr lang="en-US" sz="1400" dirty="0"/>
            <a:t> </a:t>
          </a:r>
          <a:r>
            <a:rPr lang="en-US" sz="1400" dirty="0" err="1"/>
            <a:t>lenguaje</a:t>
          </a:r>
          <a:r>
            <a:rPr lang="en-US" sz="1400" dirty="0"/>
            <a:t>, </a:t>
          </a:r>
          <a:r>
            <a:rPr lang="en-US" sz="1400" dirty="0" err="1"/>
            <a:t>los</a:t>
          </a:r>
          <a:r>
            <a:rPr lang="en-US" sz="1400" dirty="0"/>
            <a:t> </a:t>
          </a:r>
          <a:r>
            <a:rPr lang="en-US" sz="1400" dirty="0" err="1"/>
            <a:t>nodos</a:t>
          </a:r>
          <a:r>
            <a:rPr lang="en-US" sz="1400" dirty="0"/>
            <a:t> </a:t>
          </a:r>
          <a:r>
            <a:rPr lang="en-US" sz="1400" dirty="0" err="1"/>
            <a:t>serían</a:t>
          </a:r>
          <a:r>
            <a:rPr lang="en-US" sz="1400" dirty="0"/>
            <a:t> </a:t>
          </a:r>
          <a:r>
            <a:rPr lang="en-US" sz="1400" dirty="0" err="1"/>
            <a:t>los</a:t>
          </a:r>
          <a:r>
            <a:rPr lang="en-US" sz="1400" dirty="0"/>
            <a:t> </a:t>
          </a:r>
          <a:r>
            <a:rPr lang="en-US" sz="1400" dirty="0" err="1"/>
            <a:t>sustantivos</a:t>
          </a:r>
          <a:r>
            <a:rPr lang="en-US" sz="1400" dirty="0"/>
            <a:t> y las </a:t>
          </a:r>
          <a:r>
            <a:rPr lang="en-US" sz="1400" dirty="0" err="1"/>
            <a:t>aristas</a:t>
          </a:r>
          <a:r>
            <a:rPr lang="en-US" sz="1400" dirty="0"/>
            <a:t> </a:t>
          </a:r>
          <a:r>
            <a:rPr lang="en-US" sz="1400" dirty="0" err="1"/>
            <a:t>serían</a:t>
          </a:r>
          <a:r>
            <a:rPr lang="en-US" sz="1400" dirty="0"/>
            <a:t> </a:t>
          </a:r>
          <a:r>
            <a:rPr lang="en-US" sz="1400" dirty="0" err="1"/>
            <a:t>los</a:t>
          </a:r>
          <a:r>
            <a:rPr lang="en-US" sz="1400" dirty="0"/>
            <a:t> </a:t>
          </a:r>
          <a:r>
            <a:rPr lang="en-US" sz="1400" dirty="0" err="1"/>
            <a:t>verbos</a:t>
          </a:r>
          <a:r>
            <a:rPr lang="en-US" sz="1400" dirty="0"/>
            <a:t>.</a:t>
          </a:r>
        </a:p>
      </dgm:t>
    </dgm:pt>
    <dgm:pt modelId="{69FFC089-08B6-40B3-9AC2-8586F9D6B1BE}" type="parTrans" cxnId="{3F0FB8DD-5E9C-4578-83A7-BB9FD58CCCDA}">
      <dgm:prSet/>
      <dgm:spPr/>
      <dgm:t>
        <a:bodyPr/>
        <a:lstStyle/>
        <a:p>
          <a:endParaRPr lang="en-US" sz="1400"/>
        </a:p>
      </dgm:t>
    </dgm:pt>
    <dgm:pt modelId="{84E6EC34-4158-443A-A958-703D955B206F}" type="sibTrans" cxnId="{3F0FB8DD-5E9C-4578-83A7-BB9FD58CCCDA}">
      <dgm:prSet/>
      <dgm:spPr/>
      <dgm:t>
        <a:bodyPr/>
        <a:lstStyle/>
        <a:p>
          <a:endParaRPr lang="en-US" sz="1400"/>
        </a:p>
      </dgm:t>
    </dgm:pt>
    <dgm:pt modelId="{FE12F19F-657B-40E9-B6E0-36B9CAE6CCD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/>
            <a:t>Cada usuario, página, lugar, foto, publicación, etc., son nodos en este grafo. Las aristas entre los nodos representan amistades, check-ins, etiquetas, relaciones, propiedad, atributos, etc. </a:t>
          </a:r>
        </a:p>
      </dgm:t>
    </dgm:pt>
    <dgm:pt modelId="{A2C42821-57C1-4307-BF9B-408C8EA58D0C}" type="parTrans" cxnId="{1C58BB5D-2823-4462-944B-73B04EDCB108}">
      <dgm:prSet/>
      <dgm:spPr/>
      <dgm:t>
        <a:bodyPr/>
        <a:lstStyle/>
        <a:p>
          <a:endParaRPr lang="en-US" sz="1400"/>
        </a:p>
      </dgm:t>
    </dgm:pt>
    <dgm:pt modelId="{D18C7275-ED4B-4031-B72D-58B4A4066FBF}" type="sibTrans" cxnId="{1C58BB5D-2823-4462-944B-73B04EDCB108}">
      <dgm:prSet/>
      <dgm:spPr/>
      <dgm:t>
        <a:bodyPr/>
        <a:lstStyle/>
        <a:p>
          <a:endParaRPr lang="en-US" sz="1400"/>
        </a:p>
      </dgm:t>
    </dgm:pt>
    <dgm:pt modelId="{5DB7A451-A8F1-44B4-819F-AFB431B841E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/>
            <a:t>Tanto los nodos como las aristas tienen metadatos asociados. Por ejemplo, el nodo que corresponde a mí tendría mi nombre, mi fecha de nacimiento, etc., y el nodo que corresponde a la página Breville tendría su título y descripción como metadatos. </a:t>
          </a:r>
        </a:p>
      </dgm:t>
    </dgm:pt>
    <dgm:pt modelId="{E13F2119-A72E-4BEF-B660-170B387E64AA}" type="parTrans" cxnId="{4A61CE9A-3E27-40B7-ACD0-4630AFF91C4C}">
      <dgm:prSet/>
      <dgm:spPr/>
      <dgm:t>
        <a:bodyPr/>
        <a:lstStyle/>
        <a:p>
          <a:endParaRPr lang="en-US" sz="1400"/>
        </a:p>
      </dgm:t>
    </dgm:pt>
    <dgm:pt modelId="{F0664664-CEF1-41C6-93AB-47BF97C14950}" type="sibTrans" cxnId="{4A61CE9A-3E27-40B7-ACD0-4630AFF91C4C}">
      <dgm:prSet/>
      <dgm:spPr/>
      <dgm:t>
        <a:bodyPr/>
        <a:lstStyle/>
        <a:p>
          <a:endParaRPr lang="en-US" sz="1400"/>
        </a:p>
      </dgm:t>
    </dgm:pt>
    <dgm:pt modelId="{20B85CE8-403A-47E6-B132-BD546093B00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/>
            <a:t>Los nodos en el grafo se identifican mediante un número único llamado "fbid" (identificador de Facebook).</a:t>
          </a:r>
        </a:p>
      </dgm:t>
    </dgm:pt>
    <dgm:pt modelId="{65D7B9CB-909C-43FC-AF5D-74CB29FE6941}" type="parTrans" cxnId="{5D518B99-364E-4F21-87A3-9AFC51A17B38}">
      <dgm:prSet/>
      <dgm:spPr/>
      <dgm:t>
        <a:bodyPr/>
        <a:lstStyle/>
        <a:p>
          <a:endParaRPr lang="en-US" sz="1400"/>
        </a:p>
      </dgm:t>
    </dgm:pt>
    <dgm:pt modelId="{06201118-B41E-4D75-BBB0-E83D82164A08}" type="sibTrans" cxnId="{5D518B99-364E-4F21-87A3-9AFC51A17B38}">
      <dgm:prSet/>
      <dgm:spPr/>
      <dgm:t>
        <a:bodyPr/>
        <a:lstStyle/>
        <a:p>
          <a:endParaRPr lang="en-US" sz="1400"/>
        </a:p>
      </dgm:t>
    </dgm:pt>
    <dgm:pt modelId="{0FA0C29F-E5B7-42CF-989A-5093F02694AA}" type="pres">
      <dgm:prSet presAssocID="{3659CC0B-1841-4E7C-8CB1-BA569D6A3962}" presName="root" presStyleCnt="0">
        <dgm:presLayoutVars>
          <dgm:dir/>
          <dgm:resizeHandles val="exact"/>
        </dgm:presLayoutVars>
      </dgm:prSet>
      <dgm:spPr/>
    </dgm:pt>
    <dgm:pt modelId="{1CB068C3-C07A-4918-BE72-31E6787410CD}" type="pres">
      <dgm:prSet presAssocID="{D11A31C8-D00A-4C87-BA45-D426249C5D78}" presName="compNode" presStyleCnt="0"/>
      <dgm:spPr/>
    </dgm:pt>
    <dgm:pt modelId="{C3EC77D8-8190-417E-A85D-2A6A3EB60EE2}" type="pres">
      <dgm:prSet presAssocID="{D11A31C8-D00A-4C87-BA45-D426249C5D78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nections"/>
        </a:ext>
      </dgm:extLst>
    </dgm:pt>
    <dgm:pt modelId="{DC9B006E-461B-4A53-80F6-4A7BE332BA43}" type="pres">
      <dgm:prSet presAssocID="{D11A31C8-D00A-4C87-BA45-D426249C5D78}" presName="spaceRect" presStyleCnt="0"/>
      <dgm:spPr/>
    </dgm:pt>
    <dgm:pt modelId="{E65102BE-8667-4548-8764-0D46221E26AB}" type="pres">
      <dgm:prSet presAssocID="{D11A31C8-D00A-4C87-BA45-D426249C5D78}" presName="textRect" presStyleLbl="revTx" presStyleIdx="0" presStyleCnt="6">
        <dgm:presLayoutVars>
          <dgm:chMax val="1"/>
          <dgm:chPref val="1"/>
        </dgm:presLayoutVars>
      </dgm:prSet>
      <dgm:spPr/>
    </dgm:pt>
    <dgm:pt modelId="{32061DC4-BFA6-44FF-AC04-CDDBD9C7A9CF}" type="pres">
      <dgm:prSet presAssocID="{DE6888D4-C255-4AF2-9994-33973535CE7B}" presName="sibTrans" presStyleCnt="0"/>
      <dgm:spPr/>
    </dgm:pt>
    <dgm:pt modelId="{CFBEE4F7-C41A-4C03-AB50-B2F6D45058B9}" type="pres">
      <dgm:prSet presAssocID="{E6F636E1-0356-4C36-959E-48A0BCD508B0}" presName="compNode" presStyleCnt="0"/>
      <dgm:spPr/>
    </dgm:pt>
    <dgm:pt modelId="{D6C251A8-9B8A-469D-9E49-0167584AFA57}" type="pres">
      <dgm:prSet presAssocID="{E6F636E1-0356-4C36-959E-48A0BCD508B0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F246C638-F0A1-4D82-B1EC-DB1A2282F9C1}" type="pres">
      <dgm:prSet presAssocID="{E6F636E1-0356-4C36-959E-48A0BCD508B0}" presName="spaceRect" presStyleCnt="0"/>
      <dgm:spPr/>
    </dgm:pt>
    <dgm:pt modelId="{AC8F368B-0A25-4D3A-AB41-C5D2DBCB1177}" type="pres">
      <dgm:prSet presAssocID="{E6F636E1-0356-4C36-959E-48A0BCD508B0}" presName="textRect" presStyleLbl="revTx" presStyleIdx="1" presStyleCnt="6">
        <dgm:presLayoutVars>
          <dgm:chMax val="1"/>
          <dgm:chPref val="1"/>
        </dgm:presLayoutVars>
      </dgm:prSet>
      <dgm:spPr/>
    </dgm:pt>
    <dgm:pt modelId="{E8E827BC-86C8-486E-929F-0163002C34ED}" type="pres">
      <dgm:prSet presAssocID="{B413E79B-4FC5-48BE-B650-DC9FDC89968C}" presName="sibTrans" presStyleCnt="0"/>
      <dgm:spPr/>
    </dgm:pt>
    <dgm:pt modelId="{29D01774-AB91-4416-8A47-30A37FAE507F}" type="pres">
      <dgm:prSet presAssocID="{BA621932-A9CE-4E74-953D-A295FB37CB84}" presName="compNode" presStyleCnt="0"/>
      <dgm:spPr/>
    </dgm:pt>
    <dgm:pt modelId="{3D5D31B6-F42D-41F7-A182-9BF17F66D38D}" type="pres">
      <dgm:prSet presAssocID="{BA621932-A9CE-4E74-953D-A295FB37CB84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s"/>
        </a:ext>
      </dgm:extLst>
    </dgm:pt>
    <dgm:pt modelId="{6FA2CB6D-E1A7-4383-9924-C90521D1803D}" type="pres">
      <dgm:prSet presAssocID="{BA621932-A9CE-4E74-953D-A295FB37CB84}" presName="spaceRect" presStyleCnt="0"/>
      <dgm:spPr/>
    </dgm:pt>
    <dgm:pt modelId="{BBC1F0DA-BE3A-4E3C-9F86-48607E48FACC}" type="pres">
      <dgm:prSet presAssocID="{BA621932-A9CE-4E74-953D-A295FB37CB84}" presName="textRect" presStyleLbl="revTx" presStyleIdx="2" presStyleCnt="6">
        <dgm:presLayoutVars>
          <dgm:chMax val="1"/>
          <dgm:chPref val="1"/>
        </dgm:presLayoutVars>
      </dgm:prSet>
      <dgm:spPr/>
    </dgm:pt>
    <dgm:pt modelId="{26F45C85-FA27-438C-9DF3-28DE04CE5496}" type="pres">
      <dgm:prSet presAssocID="{84E6EC34-4158-443A-A958-703D955B206F}" presName="sibTrans" presStyleCnt="0"/>
      <dgm:spPr/>
    </dgm:pt>
    <dgm:pt modelId="{A857AA01-C77D-4E11-9F69-4B7A104C543D}" type="pres">
      <dgm:prSet presAssocID="{FE12F19F-657B-40E9-B6E0-36B9CAE6CCD7}" presName="compNode" presStyleCnt="0"/>
      <dgm:spPr/>
    </dgm:pt>
    <dgm:pt modelId="{56449725-1069-4DCD-8CE2-C6D2C2ADF970}" type="pres">
      <dgm:prSet presAssocID="{FE12F19F-657B-40E9-B6E0-36B9CAE6CCD7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wspaper"/>
        </a:ext>
      </dgm:extLst>
    </dgm:pt>
    <dgm:pt modelId="{C3D9076A-0240-46D5-ABD7-D4F7E0E86878}" type="pres">
      <dgm:prSet presAssocID="{FE12F19F-657B-40E9-B6E0-36B9CAE6CCD7}" presName="spaceRect" presStyleCnt="0"/>
      <dgm:spPr/>
    </dgm:pt>
    <dgm:pt modelId="{5B4EFABC-C70E-47F7-9701-8495998DFC69}" type="pres">
      <dgm:prSet presAssocID="{FE12F19F-657B-40E9-B6E0-36B9CAE6CCD7}" presName="textRect" presStyleLbl="revTx" presStyleIdx="3" presStyleCnt="6">
        <dgm:presLayoutVars>
          <dgm:chMax val="1"/>
          <dgm:chPref val="1"/>
        </dgm:presLayoutVars>
      </dgm:prSet>
      <dgm:spPr/>
    </dgm:pt>
    <dgm:pt modelId="{B2AF99C6-E6F3-4DE0-BF67-1297C35F113A}" type="pres">
      <dgm:prSet presAssocID="{D18C7275-ED4B-4031-B72D-58B4A4066FBF}" presName="sibTrans" presStyleCnt="0"/>
      <dgm:spPr/>
    </dgm:pt>
    <dgm:pt modelId="{D051D634-D4C1-4DEC-99F7-963BE5A04BAA}" type="pres">
      <dgm:prSet presAssocID="{5DB7A451-A8F1-44B4-819F-AFB431B841E9}" presName="compNode" presStyleCnt="0"/>
      <dgm:spPr/>
    </dgm:pt>
    <dgm:pt modelId="{6A7BD0AC-9CA8-49EA-B66B-2ADCF2DBE685}" type="pres">
      <dgm:prSet presAssocID="{5DB7A451-A8F1-44B4-819F-AFB431B841E9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57A2C7D6-3026-44E1-9256-28B3942CAD09}" type="pres">
      <dgm:prSet presAssocID="{5DB7A451-A8F1-44B4-819F-AFB431B841E9}" presName="spaceRect" presStyleCnt="0"/>
      <dgm:spPr/>
    </dgm:pt>
    <dgm:pt modelId="{3B6168E0-3E09-4451-A925-98A8055E95D2}" type="pres">
      <dgm:prSet presAssocID="{5DB7A451-A8F1-44B4-819F-AFB431B841E9}" presName="textRect" presStyleLbl="revTx" presStyleIdx="4" presStyleCnt="6">
        <dgm:presLayoutVars>
          <dgm:chMax val="1"/>
          <dgm:chPref val="1"/>
        </dgm:presLayoutVars>
      </dgm:prSet>
      <dgm:spPr/>
    </dgm:pt>
    <dgm:pt modelId="{CEB7D8ED-7EB1-47EF-A8AD-718A4BA6F740}" type="pres">
      <dgm:prSet presAssocID="{F0664664-CEF1-41C6-93AB-47BF97C14950}" presName="sibTrans" presStyleCnt="0"/>
      <dgm:spPr/>
    </dgm:pt>
    <dgm:pt modelId="{16ED792E-635D-45A5-BE1E-098D01D338DD}" type="pres">
      <dgm:prSet presAssocID="{20B85CE8-403A-47E6-B132-BD546093B00D}" presName="compNode" presStyleCnt="0"/>
      <dgm:spPr/>
    </dgm:pt>
    <dgm:pt modelId="{77F913F9-1BD1-4165-8C22-0EF321F7EF92}" type="pres">
      <dgm:prSet presAssocID="{20B85CE8-403A-47E6-B132-BD546093B00D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668AE900-FDF1-4AAC-BA8C-A8D921E4BEBE}" type="pres">
      <dgm:prSet presAssocID="{20B85CE8-403A-47E6-B132-BD546093B00D}" presName="spaceRect" presStyleCnt="0"/>
      <dgm:spPr/>
    </dgm:pt>
    <dgm:pt modelId="{2CE3C4F5-6CF9-47EB-8F0F-EBDEBB928888}" type="pres">
      <dgm:prSet presAssocID="{20B85CE8-403A-47E6-B132-BD546093B00D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163B1828-C9D0-44AC-8483-F4FFFF77CAE6}" type="presOf" srcId="{20B85CE8-403A-47E6-B132-BD546093B00D}" destId="{2CE3C4F5-6CF9-47EB-8F0F-EBDEBB928888}" srcOrd="0" destOrd="0" presId="urn:microsoft.com/office/officeart/2018/2/layout/IconLabelList"/>
    <dgm:cxn modelId="{1C58BB5D-2823-4462-944B-73B04EDCB108}" srcId="{3659CC0B-1841-4E7C-8CB1-BA569D6A3962}" destId="{FE12F19F-657B-40E9-B6E0-36B9CAE6CCD7}" srcOrd="3" destOrd="0" parTransId="{A2C42821-57C1-4307-BF9B-408C8EA58D0C}" sibTransId="{D18C7275-ED4B-4031-B72D-58B4A4066FBF}"/>
    <dgm:cxn modelId="{0527EC67-710C-48C7-A29A-4275C9C179CE}" srcId="{3659CC0B-1841-4E7C-8CB1-BA569D6A3962}" destId="{D11A31C8-D00A-4C87-BA45-D426249C5D78}" srcOrd="0" destOrd="0" parTransId="{C963A7B0-10CE-4097-A52A-0E8E6C70745D}" sibTransId="{DE6888D4-C255-4AF2-9994-33973535CE7B}"/>
    <dgm:cxn modelId="{7367FB4F-2E65-4284-9407-5D017FE2340B}" type="presOf" srcId="{D11A31C8-D00A-4C87-BA45-D426249C5D78}" destId="{E65102BE-8667-4548-8764-0D46221E26AB}" srcOrd="0" destOrd="0" presId="urn:microsoft.com/office/officeart/2018/2/layout/IconLabelList"/>
    <dgm:cxn modelId="{D2FAD391-C6A7-4E1A-9885-D35222BA7153}" type="presOf" srcId="{5DB7A451-A8F1-44B4-819F-AFB431B841E9}" destId="{3B6168E0-3E09-4451-A925-98A8055E95D2}" srcOrd="0" destOrd="0" presId="urn:microsoft.com/office/officeart/2018/2/layout/IconLabelList"/>
    <dgm:cxn modelId="{5D518B99-364E-4F21-87A3-9AFC51A17B38}" srcId="{3659CC0B-1841-4E7C-8CB1-BA569D6A3962}" destId="{20B85CE8-403A-47E6-B132-BD546093B00D}" srcOrd="5" destOrd="0" parTransId="{65D7B9CB-909C-43FC-AF5D-74CB29FE6941}" sibTransId="{06201118-B41E-4D75-BBB0-E83D82164A08}"/>
    <dgm:cxn modelId="{4A61CE9A-3E27-40B7-ACD0-4630AFF91C4C}" srcId="{3659CC0B-1841-4E7C-8CB1-BA569D6A3962}" destId="{5DB7A451-A8F1-44B4-819F-AFB431B841E9}" srcOrd="4" destOrd="0" parTransId="{E13F2119-A72E-4BEF-B660-170B387E64AA}" sibTransId="{F0664664-CEF1-41C6-93AB-47BF97C14950}"/>
    <dgm:cxn modelId="{6EC1759D-3088-4433-839B-7680F24B75F2}" srcId="{3659CC0B-1841-4E7C-8CB1-BA569D6A3962}" destId="{E6F636E1-0356-4C36-959E-48A0BCD508B0}" srcOrd="1" destOrd="0" parTransId="{8A48592D-47EF-47B5-B8B3-419DA612243C}" sibTransId="{B413E79B-4FC5-48BE-B650-DC9FDC89968C}"/>
    <dgm:cxn modelId="{D3FCD0AD-9963-4321-B671-CCF60394097A}" type="presOf" srcId="{FE12F19F-657B-40E9-B6E0-36B9CAE6CCD7}" destId="{5B4EFABC-C70E-47F7-9701-8495998DFC69}" srcOrd="0" destOrd="0" presId="urn:microsoft.com/office/officeart/2018/2/layout/IconLabelList"/>
    <dgm:cxn modelId="{2C2F66AF-B1E8-44D4-92CD-C76760AD9AD7}" type="presOf" srcId="{E6F636E1-0356-4C36-959E-48A0BCD508B0}" destId="{AC8F368B-0A25-4D3A-AB41-C5D2DBCB1177}" srcOrd="0" destOrd="0" presId="urn:microsoft.com/office/officeart/2018/2/layout/IconLabelList"/>
    <dgm:cxn modelId="{068EDABB-6952-4A94-909B-0F4BC2EA1B90}" type="presOf" srcId="{BA621932-A9CE-4E74-953D-A295FB37CB84}" destId="{BBC1F0DA-BE3A-4E3C-9F86-48607E48FACC}" srcOrd="0" destOrd="0" presId="urn:microsoft.com/office/officeart/2018/2/layout/IconLabelList"/>
    <dgm:cxn modelId="{3F0FB8DD-5E9C-4578-83A7-BB9FD58CCCDA}" srcId="{3659CC0B-1841-4E7C-8CB1-BA569D6A3962}" destId="{BA621932-A9CE-4E74-953D-A295FB37CB84}" srcOrd="2" destOrd="0" parTransId="{69FFC089-08B6-40B3-9AC2-8586F9D6B1BE}" sibTransId="{84E6EC34-4158-443A-A958-703D955B206F}"/>
    <dgm:cxn modelId="{50E22FDE-181C-433A-A442-CA7A0B0B8E56}" type="presOf" srcId="{3659CC0B-1841-4E7C-8CB1-BA569D6A3962}" destId="{0FA0C29F-E5B7-42CF-989A-5093F02694AA}" srcOrd="0" destOrd="0" presId="urn:microsoft.com/office/officeart/2018/2/layout/IconLabelList"/>
    <dgm:cxn modelId="{2BEB6742-10A0-4838-BDC2-5BFD766F4517}" type="presParOf" srcId="{0FA0C29F-E5B7-42CF-989A-5093F02694AA}" destId="{1CB068C3-C07A-4918-BE72-31E6787410CD}" srcOrd="0" destOrd="0" presId="urn:microsoft.com/office/officeart/2018/2/layout/IconLabelList"/>
    <dgm:cxn modelId="{442952BB-E3C4-439B-ADFE-3D94065EA65E}" type="presParOf" srcId="{1CB068C3-C07A-4918-BE72-31E6787410CD}" destId="{C3EC77D8-8190-417E-A85D-2A6A3EB60EE2}" srcOrd="0" destOrd="0" presId="urn:microsoft.com/office/officeart/2018/2/layout/IconLabelList"/>
    <dgm:cxn modelId="{F7E28B90-D375-44EB-8170-174CE459092E}" type="presParOf" srcId="{1CB068C3-C07A-4918-BE72-31E6787410CD}" destId="{DC9B006E-461B-4A53-80F6-4A7BE332BA43}" srcOrd="1" destOrd="0" presId="urn:microsoft.com/office/officeart/2018/2/layout/IconLabelList"/>
    <dgm:cxn modelId="{06279B8B-BC5A-49F8-8563-1C07B2CA80F7}" type="presParOf" srcId="{1CB068C3-C07A-4918-BE72-31E6787410CD}" destId="{E65102BE-8667-4548-8764-0D46221E26AB}" srcOrd="2" destOrd="0" presId="urn:microsoft.com/office/officeart/2018/2/layout/IconLabelList"/>
    <dgm:cxn modelId="{22869080-FA42-4FFF-B658-B083D185A1C5}" type="presParOf" srcId="{0FA0C29F-E5B7-42CF-989A-5093F02694AA}" destId="{32061DC4-BFA6-44FF-AC04-CDDBD9C7A9CF}" srcOrd="1" destOrd="0" presId="urn:microsoft.com/office/officeart/2018/2/layout/IconLabelList"/>
    <dgm:cxn modelId="{95C9E4F1-A144-4BBB-A522-1F892ABE304D}" type="presParOf" srcId="{0FA0C29F-E5B7-42CF-989A-5093F02694AA}" destId="{CFBEE4F7-C41A-4C03-AB50-B2F6D45058B9}" srcOrd="2" destOrd="0" presId="urn:microsoft.com/office/officeart/2018/2/layout/IconLabelList"/>
    <dgm:cxn modelId="{7A58006D-CB09-40FD-8B2D-37A90F1D3077}" type="presParOf" srcId="{CFBEE4F7-C41A-4C03-AB50-B2F6D45058B9}" destId="{D6C251A8-9B8A-469D-9E49-0167584AFA57}" srcOrd="0" destOrd="0" presId="urn:microsoft.com/office/officeart/2018/2/layout/IconLabelList"/>
    <dgm:cxn modelId="{5188AB22-7A9B-4C5F-B66E-FC2012A29A67}" type="presParOf" srcId="{CFBEE4F7-C41A-4C03-AB50-B2F6D45058B9}" destId="{F246C638-F0A1-4D82-B1EC-DB1A2282F9C1}" srcOrd="1" destOrd="0" presId="urn:microsoft.com/office/officeart/2018/2/layout/IconLabelList"/>
    <dgm:cxn modelId="{A5FD8366-0595-49C7-BF1E-3CBB534140E9}" type="presParOf" srcId="{CFBEE4F7-C41A-4C03-AB50-B2F6D45058B9}" destId="{AC8F368B-0A25-4D3A-AB41-C5D2DBCB1177}" srcOrd="2" destOrd="0" presId="urn:microsoft.com/office/officeart/2018/2/layout/IconLabelList"/>
    <dgm:cxn modelId="{78001D12-74E0-4C39-91C7-7A1C6DD3A82C}" type="presParOf" srcId="{0FA0C29F-E5B7-42CF-989A-5093F02694AA}" destId="{E8E827BC-86C8-486E-929F-0163002C34ED}" srcOrd="3" destOrd="0" presId="urn:microsoft.com/office/officeart/2018/2/layout/IconLabelList"/>
    <dgm:cxn modelId="{40C9EB54-4A5F-449A-AB9A-685CE673555B}" type="presParOf" srcId="{0FA0C29F-E5B7-42CF-989A-5093F02694AA}" destId="{29D01774-AB91-4416-8A47-30A37FAE507F}" srcOrd="4" destOrd="0" presId="urn:microsoft.com/office/officeart/2018/2/layout/IconLabelList"/>
    <dgm:cxn modelId="{E26AE94C-6497-4FDC-BE92-86F8B4C6D0C7}" type="presParOf" srcId="{29D01774-AB91-4416-8A47-30A37FAE507F}" destId="{3D5D31B6-F42D-41F7-A182-9BF17F66D38D}" srcOrd="0" destOrd="0" presId="urn:microsoft.com/office/officeart/2018/2/layout/IconLabelList"/>
    <dgm:cxn modelId="{8DB75324-0EE7-4902-BA0C-89DDA0959658}" type="presParOf" srcId="{29D01774-AB91-4416-8A47-30A37FAE507F}" destId="{6FA2CB6D-E1A7-4383-9924-C90521D1803D}" srcOrd="1" destOrd="0" presId="urn:microsoft.com/office/officeart/2018/2/layout/IconLabelList"/>
    <dgm:cxn modelId="{D4119647-4300-4A73-BB92-80C7E9E5F9A7}" type="presParOf" srcId="{29D01774-AB91-4416-8A47-30A37FAE507F}" destId="{BBC1F0DA-BE3A-4E3C-9F86-48607E48FACC}" srcOrd="2" destOrd="0" presId="urn:microsoft.com/office/officeart/2018/2/layout/IconLabelList"/>
    <dgm:cxn modelId="{3A67D196-6D36-48DB-B605-E10664BBE880}" type="presParOf" srcId="{0FA0C29F-E5B7-42CF-989A-5093F02694AA}" destId="{26F45C85-FA27-438C-9DF3-28DE04CE5496}" srcOrd="5" destOrd="0" presId="urn:microsoft.com/office/officeart/2018/2/layout/IconLabelList"/>
    <dgm:cxn modelId="{7C9AEE66-5AA8-4AE9-A419-A2CBD4EBC2CD}" type="presParOf" srcId="{0FA0C29F-E5B7-42CF-989A-5093F02694AA}" destId="{A857AA01-C77D-4E11-9F69-4B7A104C543D}" srcOrd="6" destOrd="0" presId="urn:microsoft.com/office/officeart/2018/2/layout/IconLabelList"/>
    <dgm:cxn modelId="{1B5DEACB-CE0F-4400-B274-7D4DFE4F1AA4}" type="presParOf" srcId="{A857AA01-C77D-4E11-9F69-4B7A104C543D}" destId="{56449725-1069-4DCD-8CE2-C6D2C2ADF970}" srcOrd="0" destOrd="0" presId="urn:microsoft.com/office/officeart/2018/2/layout/IconLabelList"/>
    <dgm:cxn modelId="{98287EEE-F775-4D59-BF7D-3B67553BAFAE}" type="presParOf" srcId="{A857AA01-C77D-4E11-9F69-4B7A104C543D}" destId="{C3D9076A-0240-46D5-ABD7-D4F7E0E86878}" srcOrd="1" destOrd="0" presId="urn:microsoft.com/office/officeart/2018/2/layout/IconLabelList"/>
    <dgm:cxn modelId="{474E0D95-5614-4308-919D-EE67522C756A}" type="presParOf" srcId="{A857AA01-C77D-4E11-9F69-4B7A104C543D}" destId="{5B4EFABC-C70E-47F7-9701-8495998DFC69}" srcOrd="2" destOrd="0" presId="urn:microsoft.com/office/officeart/2018/2/layout/IconLabelList"/>
    <dgm:cxn modelId="{E591F5F0-CFE8-4CD5-94D8-BADB9C90B0A7}" type="presParOf" srcId="{0FA0C29F-E5B7-42CF-989A-5093F02694AA}" destId="{B2AF99C6-E6F3-4DE0-BF67-1297C35F113A}" srcOrd="7" destOrd="0" presId="urn:microsoft.com/office/officeart/2018/2/layout/IconLabelList"/>
    <dgm:cxn modelId="{2BA2D56D-9416-474B-8359-372E04EAA909}" type="presParOf" srcId="{0FA0C29F-E5B7-42CF-989A-5093F02694AA}" destId="{D051D634-D4C1-4DEC-99F7-963BE5A04BAA}" srcOrd="8" destOrd="0" presId="urn:microsoft.com/office/officeart/2018/2/layout/IconLabelList"/>
    <dgm:cxn modelId="{6B144BA3-ED21-40DA-85AA-47DCC8231D81}" type="presParOf" srcId="{D051D634-D4C1-4DEC-99F7-963BE5A04BAA}" destId="{6A7BD0AC-9CA8-49EA-B66B-2ADCF2DBE685}" srcOrd="0" destOrd="0" presId="urn:microsoft.com/office/officeart/2018/2/layout/IconLabelList"/>
    <dgm:cxn modelId="{8C295F82-336B-4B51-9F1E-DBD35D623A7F}" type="presParOf" srcId="{D051D634-D4C1-4DEC-99F7-963BE5A04BAA}" destId="{57A2C7D6-3026-44E1-9256-28B3942CAD09}" srcOrd="1" destOrd="0" presId="urn:microsoft.com/office/officeart/2018/2/layout/IconLabelList"/>
    <dgm:cxn modelId="{636F7A1B-B533-4962-B00C-D6B433BCACD6}" type="presParOf" srcId="{D051D634-D4C1-4DEC-99F7-963BE5A04BAA}" destId="{3B6168E0-3E09-4451-A925-98A8055E95D2}" srcOrd="2" destOrd="0" presId="urn:microsoft.com/office/officeart/2018/2/layout/IconLabelList"/>
    <dgm:cxn modelId="{01C0CED2-DBC2-4202-98A4-94DE4003EA3E}" type="presParOf" srcId="{0FA0C29F-E5B7-42CF-989A-5093F02694AA}" destId="{CEB7D8ED-7EB1-47EF-A8AD-718A4BA6F740}" srcOrd="9" destOrd="0" presId="urn:microsoft.com/office/officeart/2018/2/layout/IconLabelList"/>
    <dgm:cxn modelId="{8E453A02-7715-4BAB-90B2-111097A154AC}" type="presParOf" srcId="{0FA0C29F-E5B7-42CF-989A-5093F02694AA}" destId="{16ED792E-635D-45A5-BE1E-098D01D338DD}" srcOrd="10" destOrd="0" presId="urn:microsoft.com/office/officeart/2018/2/layout/IconLabelList"/>
    <dgm:cxn modelId="{6D656E0B-89B9-42B1-A614-61239924542D}" type="presParOf" srcId="{16ED792E-635D-45A5-BE1E-098D01D338DD}" destId="{77F913F9-1BD1-4165-8C22-0EF321F7EF92}" srcOrd="0" destOrd="0" presId="urn:microsoft.com/office/officeart/2018/2/layout/IconLabelList"/>
    <dgm:cxn modelId="{A669AE19-8ACE-4460-8DF4-1B9881DBEF3D}" type="presParOf" srcId="{16ED792E-635D-45A5-BE1E-098D01D338DD}" destId="{668AE900-FDF1-4AAC-BA8C-A8D921E4BEBE}" srcOrd="1" destOrd="0" presId="urn:microsoft.com/office/officeart/2018/2/layout/IconLabelList"/>
    <dgm:cxn modelId="{66FDB253-ECA0-483E-AFE0-93A1838C3AD7}" type="presParOf" srcId="{16ED792E-635D-45A5-BE1E-098D01D338DD}" destId="{2CE3C4F5-6CF9-47EB-8F0F-EBDEBB92888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7CF55A-A1BE-44E0-9CB2-0E8FE8CFA7EF}">
      <dsp:nvSpPr>
        <dsp:cNvPr id="0" name=""/>
        <dsp:cNvSpPr/>
      </dsp:nvSpPr>
      <dsp:spPr>
        <a:xfrm>
          <a:off x="1613787" y="95973"/>
          <a:ext cx="872951" cy="87295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41D7A7-8447-483A-85E6-D15165ACB93D}">
      <dsp:nvSpPr>
        <dsp:cNvPr id="0" name=""/>
        <dsp:cNvSpPr/>
      </dsp:nvSpPr>
      <dsp:spPr>
        <a:xfrm>
          <a:off x="1797106" y="279293"/>
          <a:ext cx="506311" cy="50631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4B8899-0B27-4BDE-B8BE-17D219029B93}">
      <dsp:nvSpPr>
        <dsp:cNvPr id="0" name=""/>
        <dsp:cNvSpPr/>
      </dsp:nvSpPr>
      <dsp:spPr>
        <a:xfrm>
          <a:off x="2673799" y="95973"/>
          <a:ext cx="2057671" cy="8729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Grafo Social: El núcleo del modelo de datos de Facebook es el Grafo Social, que representa las relaciones entre los usuarios </a:t>
          </a:r>
        </a:p>
      </dsp:txBody>
      <dsp:txXfrm>
        <a:off x="2673799" y="95973"/>
        <a:ext cx="2057671" cy="872951"/>
      </dsp:txXfrm>
    </dsp:sp>
    <dsp:sp modelId="{2CC5084D-8F60-439A-A51E-9BCFF9EEB5D1}">
      <dsp:nvSpPr>
        <dsp:cNvPr id="0" name=""/>
        <dsp:cNvSpPr/>
      </dsp:nvSpPr>
      <dsp:spPr>
        <a:xfrm>
          <a:off x="5090005" y="95973"/>
          <a:ext cx="872951" cy="87295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F0C788-3CCF-4804-B5F7-06EEB63B08EC}">
      <dsp:nvSpPr>
        <dsp:cNvPr id="0" name=""/>
        <dsp:cNvSpPr/>
      </dsp:nvSpPr>
      <dsp:spPr>
        <a:xfrm>
          <a:off x="5273325" y="279293"/>
          <a:ext cx="506311" cy="50631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53A0B4-DD19-48B2-BB85-886375548E4B}">
      <dsp:nvSpPr>
        <dsp:cNvPr id="0" name=""/>
        <dsp:cNvSpPr/>
      </dsp:nvSpPr>
      <dsp:spPr>
        <a:xfrm>
          <a:off x="6150018" y="95973"/>
          <a:ext cx="2057671" cy="8729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Me gusta de Páginas: Las Páginas de Facebook, que representan negocios, figuras públicas u organizaciones, pueden ser "me gustadas" por los usuarios</a:t>
          </a:r>
        </a:p>
      </dsp:txBody>
      <dsp:txXfrm>
        <a:off x="6150018" y="95973"/>
        <a:ext cx="2057671" cy="872951"/>
      </dsp:txXfrm>
    </dsp:sp>
    <dsp:sp modelId="{FF938ECA-FCD2-4CEC-A66A-C8B8F0604260}">
      <dsp:nvSpPr>
        <dsp:cNvPr id="0" name=""/>
        <dsp:cNvSpPr/>
      </dsp:nvSpPr>
      <dsp:spPr>
        <a:xfrm>
          <a:off x="1613787" y="1692920"/>
          <a:ext cx="872951" cy="87295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1F0F51-C1D2-43B1-9D0F-B46C7E2087CC}">
      <dsp:nvSpPr>
        <dsp:cNvPr id="0" name=""/>
        <dsp:cNvSpPr/>
      </dsp:nvSpPr>
      <dsp:spPr>
        <a:xfrm>
          <a:off x="1797106" y="1876240"/>
          <a:ext cx="506311" cy="50631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ED5348-6BF5-46A0-9963-FB7A1013CA3A}">
      <dsp:nvSpPr>
        <dsp:cNvPr id="0" name=""/>
        <dsp:cNvSpPr/>
      </dsp:nvSpPr>
      <dsp:spPr>
        <a:xfrm>
          <a:off x="2673799" y="1692920"/>
          <a:ext cx="2057671" cy="8729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Pertenencia a Grupos: Los Grupos de Facebook proporcionan una forma para que los usuarios con intereses comunes se conecten e interactúen </a:t>
          </a:r>
        </a:p>
      </dsp:txBody>
      <dsp:txXfrm>
        <a:off x="2673799" y="1692920"/>
        <a:ext cx="2057671" cy="872951"/>
      </dsp:txXfrm>
    </dsp:sp>
    <dsp:sp modelId="{209FE4C9-9616-4073-B904-FC79AD9B31EE}">
      <dsp:nvSpPr>
        <dsp:cNvPr id="0" name=""/>
        <dsp:cNvSpPr/>
      </dsp:nvSpPr>
      <dsp:spPr>
        <a:xfrm>
          <a:off x="5090005" y="1692920"/>
          <a:ext cx="872951" cy="87295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101DB57-CEB8-47DE-B927-05EA8A6AC5C9}">
      <dsp:nvSpPr>
        <dsp:cNvPr id="0" name=""/>
        <dsp:cNvSpPr/>
      </dsp:nvSpPr>
      <dsp:spPr>
        <a:xfrm>
          <a:off x="5273325" y="1876240"/>
          <a:ext cx="506311" cy="50631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0F61B2-C8AF-4FF2-87B5-5556FE74C6EB}">
      <dsp:nvSpPr>
        <dsp:cNvPr id="0" name=""/>
        <dsp:cNvSpPr/>
      </dsp:nvSpPr>
      <dsp:spPr>
        <a:xfrm>
          <a:off x="6150018" y="1692920"/>
          <a:ext cx="2057671" cy="8729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Recomendaciones: Facebook aprovecha la estructura de datos del Grafo para potenciar sus sistemas de recomendación </a:t>
          </a:r>
        </a:p>
      </dsp:txBody>
      <dsp:txXfrm>
        <a:off x="6150018" y="1692920"/>
        <a:ext cx="2057671" cy="872951"/>
      </dsp:txXfrm>
    </dsp:sp>
    <dsp:sp modelId="{8C64A5C8-7A5B-4535-9ACD-69BF58E2971A}">
      <dsp:nvSpPr>
        <dsp:cNvPr id="0" name=""/>
        <dsp:cNvSpPr/>
      </dsp:nvSpPr>
      <dsp:spPr>
        <a:xfrm>
          <a:off x="1613787" y="3289866"/>
          <a:ext cx="872951" cy="87295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A4CD81-F789-499C-91EF-ECDEEDF253BB}">
      <dsp:nvSpPr>
        <dsp:cNvPr id="0" name=""/>
        <dsp:cNvSpPr/>
      </dsp:nvSpPr>
      <dsp:spPr>
        <a:xfrm>
          <a:off x="1797106" y="3473186"/>
          <a:ext cx="506311" cy="50631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637DA2-0DB8-4A33-8333-EE2C98777554}">
      <dsp:nvSpPr>
        <dsp:cNvPr id="0" name=""/>
        <dsp:cNvSpPr/>
      </dsp:nvSpPr>
      <dsp:spPr>
        <a:xfrm>
          <a:off x="2673799" y="3289866"/>
          <a:ext cx="2057671" cy="8729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Análisis de datos: Facebook utiliza algoritmos y técnicas de análisis de grafos para extraer información y comprender el comportamiento de sus usuarios </a:t>
          </a:r>
        </a:p>
      </dsp:txBody>
      <dsp:txXfrm>
        <a:off x="2673799" y="3289866"/>
        <a:ext cx="2057671" cy="87295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EC77D8-8190-417E-A85D-2A6A3EB60EE2}">
      <dsp:nvSpPr>
        <dsp:cNvPr id="0" name=""/>
        <dsp:cNvSpPr/>
      </dsp:nvSpPr>
      <dsp:spPr>
        <a:xfrm>
          <a:off x="438504" y="546772"/>
          <a:ext cx="715078" cy="71507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5102BE-8667-4548-8764-0D46221E26AB}">
      <dsp:nvSpPr>
        <dsp:cNvPr id="0" name=""/>
        <dsp:cNvSpPr/>
      </dsp:nvSpPr>
      <dsp:spPr>
        <a:xfrm>
          <a:off x="1512" y="1799960"/>
          <a:ext cx="1589062" cy="2334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El grafo de Facebook es la colección de entidades y sus relaciones en Facebook. </a:t>
          </a:r>
        </a:p>
      </dsp:txBody>
      <dsp:txXfrm>
        <a:off x="1512" y="1799960"/>
        <a:ext cx="1589062" cy="2334027"/>
      </dsp:txXfrm>
    </dsp:sp>
    <dsp:sp modelId="{D6C251A8-9B8A-469D-9E49-0167584AFA57}">
      <dsp:nvSpPr>
        <dsp:cNvPr id="0" name=""/>
        <dsp:cNvSpPr/>
      </dsp:nvSpPr>
      <dsp:spPr>
        <a:xfrm>
          <a:off x="2305652" y="546772"/>
          <a:ext cx="715078" cy="71507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8F368B-0A25-4D3A-AB41-C5D2DBCB1177}">
      <dsp:nvSpPr>
        <dsp:cNvPr id="0" name=""/>
        <dsp:cNvSpPr/>
      </dsp:nvSpPr>
      <dsp:spPr>
        <a:xfrm>
          <a:off x="1868660" y="1799960"/>
          <a:ext cx="1589062" cy="2334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Las entidades son los nodos y las relaciones son las aristas. </a:t>
          </a:r>
        </a:p>
      </dsp:txBody>
      <dsp:txXfrm>
        <a:off x="1868660" y="1799960"/>
        <a:ext cx="1589062" cy="2334027"/>
      </dsp:txXfrm>
    </dsp:sp>
    <dsp:sp modelId="{3D5D31B6-F42D-41F7-A182-9BF17F66D38D}">
      <dsp:nvSpPr>
        <dsp:cNvPr id="0" name=""/>
        <dsp:cNvSpPr/>
      </dsp:nvSpPr>
      <dsp:spPr>
        <a:xfrm>
          <a:off x="4172801" y="546772"/>
          <a:ext cx="715078" cy="71507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C1F0DA-BE3A-4E3C-9F86-48607E48FACC}">
      <dsp:nvSpPr>
        <dsp:cNvPr id="0" name=""/>
        <dsp:cNvSpPr/>
      </dsp:nvSpPr>
      <dsp:spPr>
        <a:xfrm>
          <a:off x="3735809" y="1799960"/>
          <a:ext cx="1589062" cy="2334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Una forma de </a:t>
          </a:r>
          <a:r>
            <a:rPr lang="en-US" sz="1400" kern="1200" dirty="0" err="1"/>
            <a:t>pensar</a:t>
          </a:r>
          <a:r>
            <a:rPr lang="en-US" sz="1400" kern="1200" dirty="0"/>
            <a:t> </a:t>
          </a:r>
          <a:r>
            <a:rPr lang="en-US" sz="1400" kern="1200" dirty="0" err="1"/>
            <a:t>en</a:t>
          </a:r>
          <a:r>
            <a:rPr lang="en-US" sz="1400" kern="1200" dirty="0"/>
            <a:t> </a:t>
          </a:r>
          <a:r>
            <a:rPr lang="en-US" sz="1400" kern="1200" dirty="0" err="1"/>
            <a:t>esto</a:t>
          </a:r>
          <a:r>
            <a:rPr lang="en-US" sz="1400" kern="1200" dirty="0"/>
            <a:t> es que </a:t>
          </a:r>
          <a:r>
            <a:rPr lang="en-US" sz="1400" kern="1200" dirty="0" err="1"/>
            <a:t>si</a:t>
          </a:r>
          <a:r>
            <a:rPr lang="en-US" sz="1400" kern="1200" dirty="0"/>
            <a:t> </a:t>
          </a:r>
          <a:r>
            <a:rPr lang="en-US" sz="1400" kern="1200" dirty="0" err="1"/>
            <a:t>el</a:t>
          </a:r>
          <a:r>
            <a:rPr lang="en-US" sz="1400" kern="1200" dirty="0"/>
            <a:t> </a:t>
          </a:r>
          <a:r>
            <a:rPr lang="en-US" sz="1400" kern="1200" dirty="0" err="1"/>
            <a:t>grafo</a:t>
          </a:r>
          <a:r>
            <a:rPr lang="en-US" sz="1400" kern="1200" dirty="0"/>
            <a:t> se </a:t>
          </a:r>
          <a:r>
            <a:rPr lang="en-US" sz="1400" kern="1200" dirty="0" err="1"/>
            <a:t>representara</a:t>
          </a:r>
          <a:r>
            <a:rPr lang="en-US" sz="1400" kern="1200" dirty="0"/>
            <a:t> </a:t>
          </a:r>
          <a:r>
            <a:rPr lang="en-US" sz="1400" kern="1200" dirty="0" err="1"/>
            <a:t>mediante</a:t>
          </a:r>
          <a:r>
            <a:rPr lang="en-US" sz="1400" kern="1200" dirty="0"/>
            <a:t> </a:t>
          </a:r>
          <a:r>
            <a:rPr lang="en-US" sz="1400" kern="1200" dirty="0" err="1"/>
            <a:t>lenguaje</a:t>
          </a:r>
          <a:r>
            <a:rPr lang="en-US" sz="1400" kern="1200" dirty="0"/>
            <a:t>, </a:t>
          </a:r>
          <a:r>
            <a:rPr lang="en-US" sz="1400" kern="1200" dirty="0" err="1"/>
            <a:t>los</a:t>
          </a:r>
          <a:r>
            <a:rPr lang="en-US" sz="1400" kern="1200" dirty="0"/>
            <a:t> </a:t>
          </a:r>
          <a:r>
            <a:rPr lang="en-US" sz="1400" kern="1200" dirty="0" err="1"/>
            <a:t>nodos</a:t>
          </a:r>
          <a:r>
            <a:rPr lang="en-US" sz="1400" kern="1200" dirty="0"/>
            <a:t> </a:t>
          </a:r>
          <a:r>
            <a:rPr lang="en-US" sz="1400" kern="1200" dirty="0" err="1"/>
            <a:t>serían</a:t>
          </a:r>
          <a:r>
            <a:rPr lang="en-US" sz="1400" kern="1200" dirty="0"/>
            <a:t> </a:t>
          </a:r>
          <a:r>
            <a:rPr lang="en-US" sz="1400" kern="1200" dirty="0" err="1"/>
            <a:t>los</a:t>
          </a:r>
          <a:r>
            <a:rPr lang="en-US" sz="1400" kern="1200" dirty="0"/>
            <a:t> </a:t>
          </a:r>
          <a:r>
            <a:rPr lang="en-US" sz="1400" kern="1200" dirty="0" err="1"/>
            <a:t>sustantivos</a:t>
          </a:r>
          <a:r>
            <a:rPr lang="en-US" sz="1400" kern="1200" dirty="0"/>
            <a:t> y las </a:t>
          </a:r>
          <a:r>
            <a:rPr lang="en-US" sz="1400" kern="1200" dirty="0" err="1"/>
            <a:t>aristas</a:t>
          </a:r>
          <a:r>
            <a:rPr lang="en-US" sz="1400" kern="1200" dirty="0"/>
            <a:t> </a:t>
          </a:r>
          <a:r>
            <a:rPr lang="en-US" sz="1400" kern="1200" dirty="0" err="1"/>
            <a:t>serían</a:t>
          </a:r>
          <a:r>
            <a:rPr lang="en-US" sz="1400" kern="1200" dirty="0"/>
            <a:t> </a:t>
          </a:r>
          <a:r>
            <a:rPr lang="en-US" sz="1400" kern="1200" dirty="0" err="1"/>
            <a:t>los</a:t>
          </a:r>
          <a:r>
            <a:rPr lang="en-US" sz="1400" kern="1200" dirty="0"/>
            <a:t> </a:t>
          </a:r>
          <a:r>
            <a:rPr lang="en-US" sz="1400" kern="1200" dirty="0" err="1"/>
            <a:t>verbos</a:t>
          </a:r>
          <a:r>
            <a:rPr lang="en-US" sz="1400" kern="1200" dirty="0"/>
            <a:t>.</a:t>
          </a:r>
        </a:p>
      </dsp:txBody>
      <dsp:txXfrm>
        <a:off x="3735809" y="1799960"/>
        <a:ext cx="1589062" cy="2334027"/>
      </dsp:txXfrm>
    </dsp:sp>
    <dsp:sp modelId="{56449725-1069-4DCD-8CE2-C6D2C2ADF970}">
      <dsp:nvSpPr>
        <dsp:cNvPr id="0" name=""/>
        <dsp:cNvSpPr/>
      </dsp:nvSpPr>
      <dsp:spPr>
        <a:xfrm>
          <a:off x="6039949" y="546772"/>
          <a:ext cx="715078" cy="71507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4EFABC-C70E-47F7-9701-8495998DFC69}">
      <dsp:nvSpPr>
        <dsp:cNvPr id="0" name=""/>
        <dsp:cNvSpPr/>
      </dsp:nvSpPr>
      <dsp:spPr>
        <a:xfrm>
          <a:off x="5602957" y="1799960"/>
          <a:ext cx="1589062" cy="2334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Cada usuario, página, lugar, foto, publicación, etc., son nodos en este grafo. Las aristas entre los nodos representan amistades, check-ins, etiquetas, relaciones, propiedad, atributos, etc. </a:t>
          </a:r>
        </a:p>
      </dsp:txBody>
      <dsp:txXfrm>
        <a:off x="5602957" y="1799960"/>
        <a:ext cx="1589062" cy="2334027"/>
      </dsp:txXfrm>
    </dsp:sp>
    <dsp:sp modelId="{6A7BD0AC-9CA8-49EA-B66B-2ADCF2DBE685}">
      <dsp:nvSpPr>
        <dsp:cNvPr id="0" name=""/>
        <dsp:cNvSpPr/>
      </dsp:nvSpPr>
      <dsp:spPr>
        <a:xfrm>
          <a:off x="7907098" y="546772"/>
          <a:ext cx="715078" cy="71507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6168E0-3E09-4451-A925-98A8055E95D2}">
      <dsp:nvSpPr>
        <dsp:cNvPr id="0" name=""/>
        <dsp:cNvSpPr/>
      </dsp:nvSpPr>
      <dsp:spPr>
        <a:xfrm>
          <a:off x="7470105" y="1799960"/>
          <a:ext cx="1589062" cy="2334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Tanto los nodos como las aristas tienen metadatos asociados. Por ejemplo, el nodo que corresponde a mí tendría mi nombre, mi fecha de nacimiento, etc., y el nodo que corresponde a la página Breville tendría su título y descripción como metadatos. </a:t>
          </a:r>
        </a:p>
      </dsp:txBody>
      <dsp:txXfrm>
        <a:off x="7470105" y="1799960"/>
        <a:ext cx="1589062" cy="2334027"/>
      </dsp:txXfrm>
    </dsp:sp>
    <dsp:sp modelId="{77F913F9-1BD1-4165-8C22-0EF321F7EF92}">
      <dsp:nvSpPr>
        <dsp:cNvPr id="0" name=""/>
        <dsp:cNvSpPr/>
      </dsp:nvSpPr>
      <dsp:spPr>
        <a:xfrm>
          <a:off x="9774246" y="546772"/>
          <a:ext cx="715078" cy="715078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E3C4F5-6CF9-47EB-8F0F-EBDEBB928888}">
      <dsp:nvSpPr>
        <dsp:cNvPr id="0" name=""/>
        <dsp:cNvSpPr/>
      </dsp:nvSpPr>
      <dsp:spPr>
        <a:xfrm>
          <a:off x="9337254" y="1799960"/>
          <a:ext cx="1589062" cy="2334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Los nodos en el grafo se identifican mediante un número único llamado "fbid" (identificador de Facebook).</a:t>
          </a:r>
        </a:p>
      </dsp:txBody>
      <dsp:txXfrm>
        <a:off x="9337254" y="1799960"/>
        <a:ext cx="1589062" cy="23340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E64EC-018F-A9AC-7785-5DB9D4CA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29B0FB-E18B-D01B-6D75-40A40B4373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18273-EDE0-6C42-D500-E20107C75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AF92DB-6138-C2F3-D909-5E7EC6A34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C77C4-C4D4-5AB2-38C3-4BEEA0C68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695758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B29DA-B00E-ADD8-F3D8-F00334AA1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5A282-A1C7-128A-D855-5004C7656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F7754-768D-A279-A783-561DB8AA9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741B-E6CE-7B16-2DD3-C7C511255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B70C0B-E49A-7F06-2553-67912BB9A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830811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F1577-DC4F-7459-9B90-4C797DA4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29C0D2-8A76-54EE-CA4F-03D330CE1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FBD2B-40F4-388B-8140-D4DC1F408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6974F-6F39-EA14-C236-4BD1A21C5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AE94E-9D40-CAE3-EC50-040964F43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920035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2D23A-5A8F-CA8F-13D2-A80ADB396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3399D-D42E-7FC3-CDB1-29DA16E011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27142C-5045-BE97-F794-D88CF0D846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E2849-D945-A9BB-EF4C-4ABEC28EF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F650C-3A7C-6847-856C-617B021F7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C56F8C-6B36-3D12-CE22-6F854B0FB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4257501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3514A-764E-3716-C568-59105C8E7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3B21F2-189D-85C4-B13F-1D0941774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1F4DF-EF01-F2B6-FB1D-9D571A49A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4A64E-A38C-2559-4306-E6DC0654E2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596428-0E74-225C-1082-6928651448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34D54A-9EEA-794A-A1F7-14DA0A4D5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17AFF1-BE16-2704-C15B-35BB386F6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A20417-5C35-6E72-3C1C-1183917AD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6481277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E626E-7F04-96F0-28CD-0C30F3D2B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BF6A2-62A7-51DF-6464-273EB1551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B6611-682E-C876-6A31-50629F456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E5B33E-3608-163A-6C29-541422136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376641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77492E-65A3-FCBA-F7D6-59EEAD221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7696D6-065C-5FE0-6074-C8642111D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65D6DA-8D02-62FD-09B2-D13E546B8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539581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7D8E-BB26-FFA7-71ED-949A45ADD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6B3E6-6F53-F14A-56A1-86BA71C13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7DADD6-E90D-5F0E-A63B-3E534AF1DC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37B79F-6F43-6DDD-A6E8-0992435F2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682011-1966-FFD5-9F36-5340F5EBE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6DE7C4-1B29-7DD6-4FBF-85409198C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60931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48B33-1A0D-C0BE-C21B-9BBEF212A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A581F4-8213-6F1F-1DC3-C124D59BE7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A52083-A454-A07A-BB48-F2E2F33F3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2E0B9-6E9C-C1D4-EBDC-492388468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EED7E-3761-85DE-CE5A-951A63A54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E0F70-B534-EC59-0F89-177A70B38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617582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59620-61A3-CC78-09E4-DDF5C2926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9A39A9-F696-2F65-F296-54B193F77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A971-9759-B01D-0304-79F48CECE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4CA85-F83A-8D14-018A-E973BF8B2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34E116-CD3F-5E2A-7BF6-EE0D36838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500800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B38C16-A167-C7C9-AC9A-3E8A2728E8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F4E47F-6A05-1600-C3C6-2E53765DCD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EA522-A854-47DA-C4C9-C6B2246EF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B3FB9-D704-FE4A-4D7E-8CE37E0C0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F1122-324E-8C7F-BFC2-285CA093D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961839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625580-D4D7-A7A6-968A-A38E585DE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04FC43-47D9-80F9-F9BD-03B371C03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6B7C8-00A9-6505-28AE-3F643CEB79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B3FBD5-93E1-3544-B5FC-7BAB6E5007C7}" type="datetimeFigureOut">
              <a:rPr lang="en-CR" smtClean="0"/>
              <a:t>07/13/2023</a:t>
            </a:fld>
            <a:endParaRPr lang="en-C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3847EC-5D84-3DDD-5C85-167FAECE56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F16D2A-6F9C-0793-D19A-763A7A424F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7ABCC-970A-BF47-BD28-D49DB9AF8C04}" type="slidenum">
              <a:rPr lang="en-CR" smtClean="0"/>
              <a:t>‹Nº›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407004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acebook-box-facebook-like-1334045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pl/vectors/facebook-p%C5%82aski-p%C5%82askie-ikona-2429746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th/facebook-%E0%B8%AA%E0%B8%B7%E0%B9%88%E0%B8%AD%E0%B8%AA%E0%B8%B1%E0%B8%87%E0%B8%84%E0%B8%A1-%E0%B9%84%E0%B8%AD%E0%B8%84%E0%B8%AD%E0%B8%99-%E0%B8%AA%E0%B8%B1%E0%B8%87%E0%B8%84%E0%B8%A1-2048127/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https://engineering.fb.com/wp-content/uploads/2013/06/Shard-Image-Update_01-01.jpg" TargetMode="External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singularityhub.com/2015/05/21/what-is-the-metaverse-philip-rosedales-big-dream-for-immersive-virtual-worlds" TargetMode="External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18">
            <a:extLst>
              <a:ext uri="{FF2B5EF4-FFF2-40B4-BE49-F238E27FC236}">
                <a16:creationId xmlns:a16="http://schemas.microsoft.com/office/drawing/2014/main" id="{8555C5B3-193A-4749-9AFD-682E53CDD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0">
            <a:extLst>
              <a:ext uri="{FF2B5EF4-FFF2-40B4-BE49-F238E27FC236}">
                <a16:creationId xmlns:a16="http://schemas.microsoft.com/office/drawing/2014/main" id="{2EAE06A6-F76A-41C9-827A-C561B0044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3"/>
            <a:ext cx="12192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22">
            <a:extLst>
              <a:ext uri="{FF2B5EF4-FFF2-40B4-BE49-F238E27FC236}">
                <a16:creationId xmlns:a16="http://schemas.microsoft.com/office/drawing/2014/main" id="{89F9D4E8-0639-444B-949B-951858506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0861" y="0"/>
            <a:ext cx="7661934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5000"/>
                </a:schemeClr>
              </a:gs>
              <a:gs pos="100000">
                <a:srgbClr val="000000">
                  <a:alpha val="29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24">
            <a:extLst>
              <a:ext uri="{FF2B5EF4-FFF2-40B4-BE49-F238E27FC236}">
                <a16:creationId xmlns:a16="http://schemas.microsoft.com/office/drawing/2014/main" id="{7E3DA7A2-ED70-4BBA-AB72-00AD461FA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80862" y="-6"/>
            <a:ext cx="11711138" cy="6410334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rgbClr val="000000">
                  <a:alpha val="41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4DD7F9-46D6-C149-1488-AA836069C4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7208" y="857251"/>
            <a:ext cx="4747280" cy="3098061"/>
          </a:xfrm>
        </p:spPr>
        <p:txBody>
          <a:bodyPr anchor="b">
            <a:normAutofit/>
          </a:bodyPr>
          <a:lstStyle/>
          <a:p>
            <a:pPr algn="l"/>
            <a:r>
              <a:rPr lang="en-CR" sz="4800" b="1" dirty="0">
                <a:solidFill>
                  <a:srgbClr val="FFFFFF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Estructuras de Facebook</a:t>
            </a:r>
            <a:br>
              <a:rPr lang="en-CR" sz="480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endParaRPr lang="en-CR" sz="4800" dirty="0">
              <a:solidFill>
                <a:srgbClr val="FFFFFF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C485432-3647-4218-B5D3-15D3FA222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44797" y="-489206"/>
            <a:ext cx="2502408" cy="12191998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8000">
                <a:schemeClr val="accent1">
                  <a:lumMod val="50000"/>
                  <a:alpha val="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58F9FA-B281-91BC-A637-5673218D31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7208" y="4756265"/>
            <a:ext cx="4393278" cy="1244483"/>
          </a:xfrm>
        </p:spPr>
        <p:txBody>
          <a:bodyPr anchor="t">
            <a:normAutofit/>
          </a:bodyPr>
          <a:lstStyle/>
          <a:p>
            <a:pPr algn="l"/>
            <a:endParaRPr lang="en-CR" dirty="0">
              <a:solidFill>
                <a:srgbClr val="FFFFFF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4AFDDCA-6ABA-4D23-8A5C-1BF0F4308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0589" y="1062544"/>
            <a:ext cx="4756162" cy="47561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box with thumbs up and white crosses&#10;&#10;Description automatically generated">
            <a:extLst>
              <a:ext uri="{FF2B5EF4-FFF2-40B4-BE49-F238E27FC236}">
                <a16:creationId xmlns:a16="http://schemas.microsoft.com/office/drawing/2014/main" id="{DAFA1D31-092A-FD71-411C-FF444FC0B31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5189" b="8439"/>
          <a:stretch/>
        </p:blipFill>
        <p:spPr>
          <a:xfrm>
            <a:off x="6920559" y="2385061"/>
            <a:ext cx="3737164" cy="2102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381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D0D6D3E-D7F9-4591-9CA9-DDF4DB1F7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CE0EC3-A625-5A40-1FCD-83725E52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639" y="1012536"/>
            <a:ext cx="4613300" cy="31632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000" dirty="0">
                <a:effectLst/>
              </a:rPr>
              <a:t>Facebook </a:t>
            </a:r>
            <a:r>
              <a:rPr lang="en-US" sz="3000" dirty="0" err="1">
                <a:effectLst/>
              </a:rPr>
              <a:t>utiliza</a:t>
            </a:r>
            <a:r>
              <a:rPr lang="en-US" sz="3000" dirty="0">
                <a:effectLst/>
              </a:rPr>
              <a:t> la </a:t>
            </a:r>
            <a:r>
              <a:rPr lang="en-US" sz="3000" dirty="0" err="1">
                <a:effectLst/>
              </a:rPr>
              <a:t>estructura</a:t>
            </a:r>
            <a:r>
              <a:rPr lang="en-US" sz="3000" dirty="0">
                <a:effectLst/>
              </a:rPr>
              <a:t> de </a:t>
            </a:r>
            <a:r>
              <a:rPr lang="en-US" sz="3000" dirty="0" err="1">
                <a:effectLst/>
              </a:rPr>
              <a:t>datos</a:t>
            </a:r>
            <a:r>
              <a:rPr lang="en-US" sz="3000" dirty="0">
                <a:effectLst/>
              </a:rPr>
              <a:t> de </a:t>
            </a:r>
            <a:r>
              <a:rPr lang="en-US" sz="3000" dirty="0" err="1">
                <a:effectLst/>
              </a:rPr>
              <a:t>Grafos</a:t>
            </a:r>
            <a:r>
              <a:rPr lang="en-US" sz="3000" dirty="0">
                <a:effectLst/>
              </a:rPr>
              <a:t> para </a:t>
            </a:r>
            <a:r>
              <a:rPr lang="en-US" sz="3000" dirty="0" err="1">
                <a:effectLst/>
              </a:rPr>
              <a:t>representar</a:t>
            </a:r>
            <a:r>
              <a:rPr lang="en-US" sz="3000" dirty="0">
                <a:effectLst/>
              </a:rPr>
              <a:t> y </a:t>
            </a:r>
            <a:r>
              <a:rPr lang="en-US" sz="3000" dirty="0" err="1">
                <a:effectLst/>
              </a:rPr>
              <a:t>gestionar</a:t>
            </a:r>
            <a:r>
              <a:rPr lang="en-US" sz="3000" dirty="0">
                <a:effectLst/>
              </a:rPr>
              <a:t> las </a:t>
            </a:r>
            <a:r>
              <a:rPr lang="en-US" sz="3000" dirty="0" err="1">
                <a:effectLst/>
              </a:rPr>
              <a:t>conexiones</a:t>
            </a:r>
            <a:r>
              <a:rPr lang="en-US" sz="3000" dirty="0">
                <a:effectLst/>
              </a:rPr>
              <a:t> y </a:t>
            </a:r>
            <a:r>
              <a:rPr lang="en-US" sz="3000" dirty="0" err="1">
                <a:effectLst/>
              </a:rPr>
              <a:t>relaciones</a:t>
            </a:r>
            <a:r>
              <a:rPr lang="en-US" sz="3000" dirty="0">
                <a:effectLst/>
              </a:rPr>
              <a:t> entre </a:t>
            </a:r>
            <a:r>
              <a:rPr lang="en-US" sz="3000" dirty="0" err="1">
                <a:effectLst/>
              </a:rPr>
              <a:t>usuarios</a:t>
            </a:r>
            <a:r>
              <a:rPr lang="en-US" sz="3000" dirty="0">
                <a:effectLst/>
              </a:rPr>
              <a:t>, </a:t>
            </a:r>
            <a:r>
              <a:rPr lang="en-US" sz="3000" dirty="0" err="1">
                <a:effectLst/>
              </a:rPr>
              <a:t>páginas</a:t>
            </a:r>
            <a:r>
              <a:rPr lang="en-US" sz="3000" dirty="0">
                <a:effectLst/>
              </a:rPr>
              <a:t>, </a:t>
            </a:r>
            <a:r>
              <a:rPr lang="en-US" sz="3000" dirty="0" err="1">
                <a:effectLst/>
              </a:rPr>
              <a:t>grupos</a:t>
            </a:r>
            <a:r>
              <a:rPr lang="en-US" sz="3000" dirty="0">
                <a:effectLst/>
              </a:rPr>
              <a:t> y </a:t>
            </a:r>
            <a:r>
              <a:rPr lang="en-US" sz="3000" dirty="0" err="1">
                <a:effectLst/>
              </a:rPr>
              <a:t>otras</a:t>
            </a:r>
            <a:r>
              <a:rPr lang="en-US" sz="3000" dirty="0">
                <a:effectLst/>
              </a:rPr>
              <a:t> </a:t>
            </a:r>
            <a:r>
              <a:rPr lang="en-US" sz="3000" dirty="0" err="1">
                <a:effectLst/>
              </a:rPr>
              <a:t>entidades</a:t>
            </a:r>
            <a:r>
              <a:rPr lang="en-US" sz="3000" dirty="0">
                <a:effectLst/>
              </a:rPr>
              <a:t> </a:t>
            </a:r>
            <a:endParaRPr lang="en-US" sz="3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23336" y="-3"/>
            <a:ext cx="4068664" cy="6858000"/>
          </a:xfrm>
          <a:prstGeom prst="rect">
            <a:avLst/>
          </a:prstGeom>
          <a:gradFill>
            <a:gsLst>
              <a:gs pos="26000">
                <a:srgbClr val="000000"/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23336" y="-3"/>
            <a:ext cx="3611463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6000"/>
                </a:schemeClr>
              </a:gs>
              <a:gs pos="100000">
                <a:srgbClr val="000000">
                  <a:alpha val="52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230721" y="-107390"/>
            <a:ext cx="3853890" cy="4068665"/>
          </a:xfrm>
          <a:prstGeom prst="rect">
            <a:avLst/>
          </a:prstGeom>
          <a:gradFill>
            <a:gsLst>
              <a:gs pos="0">
                <a:srgbClr val="000000">
                  <a:alpha val="34000"/>
                </a:srgbClr>
              </a:gs>
              <a:gs pos="96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blue square with a white letter f&#10;&#10;Description automatically generated">
            <a:extLst>
              <a:ext uri="{FF2B5EF4-FFF2-40B4-BE49-F238E27FC236}">
                <a16:creationId xmlns:a16="http://schemas.microsoft.com/office/drawing/2014/main" id="{A3177DD9-6195-3A59-2009-8BD3588808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r="-3" b="-3"/>
          <a:stretch/>
        </p:blipFill>
        <p:spPr>
          <a:xfrm>
            <a:off x="6096000" y="1012536"/>
            <a:ext cx="4756162" cy="4756162"/>
          </a:xfrm>
          <a:custGeom>
            <a:avLst/>
            <a:gdLst/>
            <a:ahLst/>
            <a:cxnLst/>
            <a:rect l="l" t="t" r="r" b="b"/>
            <a:pathLst>
              <a:path w="5031136" h="5031136">
                <a:moveTo>
                  <a:pt x="2515568" y="0"/>
                </a:moveTo>
                <a:cubicBezTo>
                  <a:pt x="3904878" y="0"/>
                  <a:pt x="5031136" y="1126258"/>
                  <a:pt x="5031136" y="2515568"/>
                </a:cubicBezTo>
                <a:cubicBezTo>
                  <a:pt x="5031136" y="3904878"/>
                  <a:pt x="3904878" y="5031136"/>
                  <a:pt x="2515568" y="5031136"/>
                </a:cubicBezTo>
                <a:cubicBezTo>
                  <a:pt x="1126258" y="5031136"/>
                  <a:pt x="0" y="3904878"/>
                  <a:pt x="0" y="2515568"/>
                </a:cubicBezTo>
                <a:cubicBezTo>
                  <a:pt x="0" y="1126258"/>
                  <a:pt x="1126258" y="0"/>
                  <a:pt x="2515568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8900000" scaled="1"/>
          </a:gradFill>
        </p:spPr>
      </p:pic>
    </p:spTree>
    <p:extLst>
      <p:ext uri="{BB962C8B-B14F-4D97-AF65-F5344CB8AC3E}">
        <p14:creationId xmlns:p14="http://schemas.microsoft.com/office/powerpoint/2010/main" val="3560799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BD8662-94E0-9E69-527D-7CD36AB2B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Algunas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formas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las que Facebook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utiliza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la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estructura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datos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Grafos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pic>
        <p:nvPicPr>
          <p:cNvPr id="1026" name="Picture 2" descr="La teoría de grafos aplicada al análisis de redes sociales - OpenSistemas">
            <a:extLst>
              <a:ext uri="{FF2B5EF4-FFF2-40B4-BE49-F238E27FC236}">
                <a16:creationId xmlns:a16="http://schemas.microsoft.com/office/drawing/2014/main" id="{01AFA37B-0015-96E8-E123-D5C68B8ABC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697404" y="1966293"/>
            <a:ext cx="6797190" cy="44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9124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BD8662-94E0-9E69-527D-7CD36AB2B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Algunas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formas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las que Facebook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utiliza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la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estructura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datos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3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Grafos</a:t>
            </a:r>
            <a:r>
              <a:rPr lang="en-US" sz="3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graphicFrame>
        <p:nvGraphicFramePr>
          <p:cNvPr id="1041" name="TextBox 2">
            <a:extLst>
              <a:ext uri="{FF2B5EF4-FFF2-40B4-BE49-F238E27FC236}">
                <a16:creationId xmlns:a16="http://schemas.microsoft.com/office/drawing/2014/main" id="{392AA988-FA14-1371-F9BF-ACDBE7F0C0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2702431"/>
              </p:ext>
            </p:extLst>
          </p:nvPr>
        </p:nvGraphicFramePr>
        <p:xfrm>
          <a:off x="1015399" y="2216149"/>
          <a:ext cx="9821477" cy="42587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6432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1" name="Rectangle 104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2" name="Rectangle 104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3" name="Rectangle 104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4" name="Rectangle 104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BD8662-94E0-9E69-527D-7CD36AB2B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Un </a:t>
            </a:r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curso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intensivo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sobre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la </a:t>
            </a:r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estructura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Grafos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graphicFrame>
        <p:nvGraphicFramePr>
          <p:cNvPr id="1055" name="TextBox 2">
            <a:extLst>
              <a:ext uri="{FF2B5EF4-FFF2-40B4-BE49-F238E27FC236}">
                <a16:creationId xmlns:a16="http://schemas.microsoft.com/office/drawing/2014/main" id="{10490A73-7031-BA95-9A41-2B14DABF6B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0260893"/>
              </p:ext>
            </p:extLst>
          </p:nvPr>
        </p:nvGraphicFramePr>
        <p:xfrm>
          <a:off x="632085" y="1575459"/>
          <a:ext cx="10927829" cy="46807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32294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3" name="Rectangle 308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7" name="Freeform: Shape 308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089" name="Rectangle 308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BD8662-94E0-9E69-527D-7CD36AB2B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Graph Search </a:t>
            </a:r>
            <a:b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642D92-F1EC-F336-D18E-526D5346367A}"/>
              </a:ext>
            </a:extLst>
          </p:cNvPr>
          <p:cNvSpPr txBox="1"/>
          <p:nvPr/>
        </p:nvSpPr>
        <p:spPr>
          <a:xfrm>
            <a:off x="4581727" y="649480"/>
            <a:ext cx="3025303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effectLst/>
              </a:rPr>
              <a:t>El objetivo de Graph Search era ampliar la capacidad para buscar también en función de la relación entre las entidades, es decir, también buscamos en las aristas entre los nodos correspondientes.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effectLst/>
              </a:rPr>
              <a:t>Graph Search requeriría la construcción de un índice muy grande. Por ejemplo, tendríamos que indexar cada "check-in" (ya que las consultas pueden preguntar sobre esto), mientras que anteriormente podían agregar información de check-in ya que solo se usaba como una señal de clasificación. Por lo tanto, necesitaban una infraestructura de búsqueda que pudiera escalar. 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/>
          </a:p>
        </p:txBody>
      </p:sp>
      <p:pic>
        <p:nvPicPr>
          <p:cNvPr id="3074" name="Picture 2" descr="What is Facebook's Graph Search? - H2S Media">
            <a:extLst>
              <a:ext uri="{FF2B5EF4-FFF2-40B4-BE49-F238E27FC236}">
                <a16:creationId xmlns:a16="http://schemas.microsoft.com/office/drawing/2014/main" id="{C78C72FD-5FE0-3C44-56CA-260E55DBEA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09502" y="1094631"/>
            <a:ext cx="3615776" cy="4680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6652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18" name="Rectangle 4117">
            <a:extLst>
              <a:ext uri="{FF2B5EF4-FFF2-40B4-BE49-F238E27FC236}">
                <a16:creationId xmlns:a16="http://schemas.microsoft.com/office/drawing/2014/main" id="{637B2035-1FCB-439A-B421-095E136C7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20" name="Freeform: Shape 4119">
            <a:extLst>
              <a:ext uri="{FF2B5EF4-FFF2-40B4-BE49-F238E27FC236}">
                <a16:creationId xmlns:a16="http://schemas.microsoft.com/office/drawing/2014/main" id="{B39A1F5A-E57E-4178-8F57-A18DC747E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6291618" cy="5097980"/>
          </a:xfrm>
          <a:custGeom>
            <a:avLst/>
            <a:gdLst>
              <a:gd name="connsiteX0" fmla="*/ 0 w 6530408"/>
              <a:gd name="connsiteY0" fmla="*/ 0 h 5753325"/>
              <a:gd name="connsiteX1" fmla="*/ 6438980 w 6530408"/>
              <a:gd name="connsiteY1" fmla="*/ 0 h 5753325"/>
              <a:gd name="connsiteX2" fmla="*/ 6439047 w 6530408"/>
              <a:gd name="connsiteY2" fmla="*/ 147 h 5753325"/>
              <a:gd name="connsiteX3" fmla="*/ 6443456 w 6530408"/>
              <a:gd name="connsiteY3" fmla="*/ 130105 h 5753325"/>
              <a:gd name="connsiteX4" fmla="*/ 6447632 w 6530408"/>
              <a:gd name="connsiteY4" fmla="*/ 170016 h 5753325"/>
              <a:gd name="connsiteX5" fmla="*/ 6465936 w 6530408"/>
              <a:gd name="connsiteY5" fmla="*/ 274847 h 5753325"/>
              <a:gd name="connsiteX6" fmla="*/ 6506836 w 6530408"/>
              <a:gd name="connsiteY6" fmla="*/ 331778 h 5753325"/>
              <a:gd name="connsiteX7" fmla="*/ 6530408 w 6530408"/>
              <a:gd name="connsiteY7" fmla="*/ 427517 h 5753325"/>
              <a:gd name="connsiteX8" fmla="*/ 6516105 w 6530408"/>
              <a:gd name="connsiteY8" fmla="*/ 476071 h 5753325"/>
              <a:gd name="connsiteX9" fmla="*/ 6488360 w 6530408"/>
              <a:gd name="connsiteY9" fmla="*/ 535865 h 5753325"/>
              <a:gd name="connsiteX10" fmla="*/ 6492864 w 6530408"/>
              <a:gd name="connsiteY10" fmla="*/ 615799 h 5753325"/>
              <a:gd name="connsiteX11" fmla="*/ 6459988 w 6530408"/>
              <a:gd name="connsiteY11" fmla="*/ 707628 h 5753325"/>
              <a:gd name="connsiteX12" fmla="*/ 6453989 w 6530408"/>
              <a:gd name="connsiteY12" fmla="*/ 711876 h 5753325"/>
              <a:gd name="connsiteX13" fmla="*/ 6453209 w 6530408"/>
              <a:gd name="connsiteY13" fmla="*/ 719127 h 5753325"/>
              <a:gd name="connsiteX14" fmla="*/ 6457662 w 6530408"/>
              <a:gd name="connsiteY14" fmla="*/ 723331 h 5753325"/>
              <a:gd name="connsiteX15" fmla="*/ 6447445 w 6530408"/>
              <a:gd name="connsiteY15" fmla="*/ 780003 h 5753325"/>
              <a:gd name="connsiteX16" fmla="*/ 6426552 w 6530408"/>
              <a:gd name="connsiteY16" fmla="*/ 845805 h 5753325"/>
              <a:gd name="connsiteX17" fmla="*/ 6434072 w 6530408"/>
              <a:gd name="connsiteY17" fmla="*/ 910733 h 5753325"/>
              <a:gd name="connsiteX18" fmla="*/ 6432570 w 6530408"/>
              <a:gd name="connsiteY18" fmla="*/ 983394 h 5753325"/>
              <a:gd name="connsiteX19" fmla="*/ 6431878 w 6530408"/>
              <a:gd name="connsiteY19" fmla="*/ 1026728 h 5753325"/>
              <a:gd name="connsiteX20" fmla="*/ 6414269 w 6530408"/>
              <a:gd name="connsiteY20" fmla="*/ 1151111 h 5753325"/>
              <a:gd name="connsiteX21" fmla="*/ 6371722 w 6530408"/>
              <a:gd name="connsiteY21" fmla="*/ 1318080 h 5753325"/>
              <a:gd name="connsiteX22" fmla="*/ 6356023 w 6530408"/>
              <a:gd name="connsiteY22" fmla="*/ 1356227 h 5753325"/>
              <a:gd name="connsiteX23" fmla="*/ 6356157 w 6530408"/>
              <a:gd name="connsiteY23" fmla="*/ 1361967 h 5753325"/>
              <a:gd name="connsiteX24" fmla="*/ 6350613 w 6530408"/>
              <a:gd name="connsiteY24" fmla="*/ 1393569 h 5753325"/>
              <a:gd name="connsiteX25" fmla="*/ 6357062 w 6530408"/>
              <a:gd name="connsiteY25" fmla="*/ 1444071 h 5753325"/>
              <a:gd name="connsiteX26" fmla="*/ 6364832 w 6530408"/>
              <a:gd name="connsiteY26" fmla="*/ 1478763 h 5753325"/>
              <a:gd name="connsiteX27" fmla="*/ 6369745 w 6530408"/>
              <a:gd name="connsiteY27" fmla="*/ 1495680 h 5753325"/>
              <a:gd name="connsiteX28" fmla="*/ 6370898 w 6530408"/>
              <a:gd name="connsiteY28" fmla="*/ 1513331 h 5753325"/>
              <a:gd name="connsiteX29" fmla="*/ 6368801 w 6530408"/>
              <a:gd name="connsiteY29" fmla="*/ 1527414 h 5753325"/>
              <a:gd name="connsiteX30" fmla="*/ 6359177 w 6530408"/>
              <a:gd name="connsiteY30" fmla="*/ 1639513 h 5753325"/>
              <a:gd name="connsiteX31" fmla="*/ 6299489 w 6530408"/>
              <a:gd name="connsiteY31" fmla="*/ 1784860 h 5753325"/>
              <a:gd name="connsiteX32" fmla="*/ 6267878 w 6530408"/>
              <a:gd name="connsiteY32" fmla="*/ 1858572 h 5753325"/>
              <a:gd name="connsiteX33" fmla="*/ 6251146 w 6530408"/>
              <a:gd name="connsiteY33" fmla="*/ 1926167 h 5753325"/>
              <a:gd name="connsiteX34" fmla="*/ 6210686 w 6530408"/>
              <a:gd name="connsiteY34" fmla="*/ 2014834 h 5753325"/>
              <a:gd name="connsiteX35" fmla="*/ 6106652 w 6530408"/>
              <a:gd name="connsiteY35" fmla="*/ 2150572 h 5753325"/>
              <a:gd name="connsiteX36" fmla="*/ 6097813 w 6530408"/>
              <a:gd name="connsiteY36" fmla="*/ 2172208 h 5753325"/>
              <a:gd name="connsiteX37" fmla="*/ 6095990 w 6530408"/>
              <a:gd name="connsiteY37" fmla="*/ 2181185 h 5753325"/>
              <a:gd name="connsiteX38" fmla="*/ 6090126 w 6530408"/>
              <a:gd name="connsiteY38" fmla="*/ 2192533 h 5753325"/>
              <a:gd name="connsiteX39" fmla="*/ 6089503 w 6530408"/>
              <a:gd name="connsiteY39" fmla="*/ 2192543 h 5753325"/>
              <a:gd name="connsiteX40" fmla="*/ 6084946 w 6530408"/>
              <a:gd name="connsiteY40" fmla="*/ 2203694 h 5753325"/>
              <a:gd name="connsiteX41" fmla="*/ 5987861 w 6530408"/>
              <a:gd name="connsiteY41" fmla="*/ 2304868 h 5753325"/>
              <a:gd name="connsiteX42" fmla="*/ 5973439 w 6530408"/>
              <a:gd name="connsiteY42" fmla="*/ 2385635 h 5753325"/>
              <a:gd name="connsiteX43" fmla="*/ 5916727 w 6530408"/>
              <a:gd name="connsiteY43" fmla="*/ 2458777 h 5753325"/>
              <a:gd name="connsiteX44" fmla="*/ 5856524 w 6530408"/>
              <a:gd name="connsiteY44" fmla="*/ 2583281 h 5753325"/>
              <a:gd name="connsiteX45" fmla="*/ 5838091 w 6530408"/>
              <a:gd name="connsiteY45" fmla="*/ 2753474 h 5753325"/>
              <a:gd name="connsiteX46" fmla="*/ 5777471 w 6530408"/>
              <a:gd name="connsiteY46" fmla="*/ 2901570 h 5753325"/>
              <a:gd name="connsiteX47" fmla="*/ 5723992 w 6530408"/>
              <a:gd name="connsiteY47" fmla="*/ 2998752 h 5753325"/>
              <a:gd name="connsiteX48" fmla="*/ 5557886 w 6530408"/>
              <a:gd name="connsiteY48" fmla="*/ 3329735 h 5753325"/>
              <a:gd name="connsiteX49" fmla="*/ 5471501 w 6530408"/>
              <a:gd name="connsiteY49" fmla="*/ 3462221 h 5753325"/>
              <a:gd name="connsiteX50" fmla="*/ 5465154 w 6530408"/>
              <a:gd name="connsiteY50" fmla="*/ 3541065 h 5753325"/>
              <a:gd name="connsiteX51" fmla="*/ 5437889 w 6530408"/>
              <a:gd name="connsiteY51" fmla="*/ 3559927 h 5753325"/>
              <a:gd name="connsiteX52" fmla="*/ 5432770 w 6530408"/>
              <a:gd name="connsiteY52" fmla="*/ 3562948 h 5753325"/>
              <a:gd name="connsiteX53" fmla="*/ 5406795 w 6530408"/>
              <a:gd name="connsiteY53" fmla="*/ 3578594 h 5753325"/>
              <a:gd name="connsiteX54" fmla="*/ 5381495 w 6530408"/>
              <a:gd name="connsiteY54" fmla="*/ 3599883 h 5753325"/>
              <a:gd name="connsiteX55" fmla="*/ 5363689 w 6530408"/>
              <a:gd name="connsiteY55" fmla="*/ 3633299 h 5753325"/>
              <a:gd name="connsiteX56" fmla="*/ 5291870 w 6530408"/>
              <a:gd name="connsiteY56" fmla="*/ 3799039 h 5753325"/>
              <a:gd name="connsiteX57" fmla="*/ 5241600 w 6530408"/>
              <a:gd name="connsiteY57" fmla="*/ 3894238 h 5753325"/>
              <a:gd name="connsiteX58" fmla="*/ 5211041 w 6530408"/>
              <a:gd name="connsiteY58" fmla="*/ 3924184 h 5753325"/>
              <a:gd name="connsiteX59" fmla="*/ 5176073 w 6530408"/>
              <a:gd name="connsiteY59" fmla="*/ 3970179 h 5753325"/>
              <a:gd name="connsiteX60" fmla="*/ 5172826 w 6530408"/>
              <a:gd name="connsiteY60" fmla="*/ 3991773 h 5753325"/>
              <a:gd name="connsiteX61" fmla="*/ 5157053 w 6530408"/>
              <a:gd name="connsiteY61" fmla="*/ 3997708 h 5753325"/>
              <a:gd name="connsiteX62" fmla="*/ 5127922 w 6530408"/>
              <a:gd name="connsiteY62" fmla="*/ 4022660 h 5753325"/>
              <a:gd name="connsiteX63" fmla="*/ 5020872 w 6530408"/>
              <a:gd name="connsiteY63" fmla="*/ 4075951 h 5753325"/>
              <a:gd name="connsiteX64" fmla="*/ 4991410 w 6530408"/>
              <a:gd name="connsiteY64" fmla="*/ 4087598 h 5753325"/>
              <a:gd name="connsiteX65" fmla="*/ 4930112 w 6530408"/>
              <a:gd name="connsiteY65" fmla="*/ 4138459 h 5753325"/>
              <a:gd name="connsiteX66" fmla="*/ 4834224 w 6530408"/>
              <a:gd name="connsiteY66" fmla="*/ 4231643 h 5753325"/>
              <a:gd name="connsiteX67" fmla="*/ 4812599 w 6530408"/>
              <a:gd name="connsiteY67" fmla="*/ 4249449 h 5753325"/>
              <a:gd name="connsiteX68" fmla="*/ 4789188 w 6530408"/>
              <a:gd name="connsiteY68" fmla="*/ 4256678 h 5753325"/>
              <a:gd name="connsiteX69" fmla="*/ 4779554 w 6530408"/>
              <a:gd name="connsiteY69" fmla="*/ 4251313 h 5753325"/>
              <a:gd name="connsiteX70" fmla="*/ 4766885 w 6530408"/>
              <a:gd name="connsiteY70" fmla="*/ 4259812 h 5753325"/>
              <a:gd name="connsiteX71" fmla="*/ 4762510 w 6530408"/>
              <a:gd name="connsiteY71" fmla="*/ 4260383 h 5753325"/>
              <a:gd name="connsiteX72" fmla="*/ 4738416 w 6530408"/>
              <a:gd name="connsiteY72" fmla="*/ 4265355 h 5753325"/>
              <a:gd name="connsiteX73" fmla="*/ 4712007 w 6530408"/>
              <a:gd name="connsiteY73" fmla="*/ 4317892 h 5753325"/>
              <a:gd name="connsiteX74" fmla="*/ 4658930 w 6530408"/>
              <a:gd name="connsiteY74" fmla="*/ 4348041 h 5753325"/>
              <a:gd name="connsiteX75" fmla="*/ 4443526 w 6530408"/>
              <a:gd name="connsiteY75" fmla="*/ 4507851 h 5753325"/>
              <a:gd name="connsiteX76" fmla="*/ 4289766 w 6530408"/>
              <a:gd name="connsiteY76" fmla="*/ 4711450 h 5753325"/>
              <a:gd name="connsiteX77" fmla="*/ 4150870 w 6530408"/>
              <a:gd name="connsiteY77" fmla="*/ 4818480 h 5753325"/>
              <a:gd name="connsiteX78" fmla="*/ 4006639 w 6530408"/>
              <a:gd name="connsiteY78" fmla="*/ 4933815 h 5753325"/>
              <a:gd name="connsiteX79" fmla="*/ 3298210 w 6530408"/>
              <a:gd name="connsiteY79" fmla="*/ 5070790 h 5753325"/>
              <a:gd name="connsiteX80" fmla="*/ 2947678 w 6530408"/>
              <a:gd name="connsiteY80" fmla="*/ 5117869 h 5753325"/>
              <a:gd name="connsiteX81" fmla="*/ 2822169 w 6530408"/>
              <a:gd name="connsiteY81" fmla="*/ 5129396 h 5753325"/>
              <a:gd name="connsiteX82" fmla="*/ 2538773 w 6530408"/>
              <a:gd name="connsiteY82" fmla="*/ 5313397 h 5753325"/>
              <a:gd name="connsiteX83" fmla="*/ 2014500 w 6530408"/>
              <a:gd name="connsiteY83" fmla="*/ 5519744 h 5753325"/>
              <a:gd name="connsiteX84" fmla="*/ 1934391 w 6530408"/>
              <a:gd name="connsiteY84" fmla="*/ 5591335 h 5753325"/>
              <a:gd name="connsiteX85" fmla="*/ 1892550 w 6530408"/>
              <a:gd name="connsiteY85" fmla="*/ 5649708 h 5753325"/>
              <a:gd name="connsiteX86" fmla="*/ 1854769 w 6530408"/>
              <a:gd name="connsiteY86" fmla="*/ 5647691 h 5753325"/>
              <a:gd name="connsiteX87" fmla="*/ 1809461 w 6530408"/>
              <a:gd name="connsiteY87" fmla="*/ 5648628 h 5753325"/>
              <a:gd name="connsiteX88" fmla="*/ 1745150 w 6530408"/>
              <a:gd name="connsiteY88" fmla="*/ 5693879 h 5753325"/>
              <a:gd name="connsiteX89" fmla="*/ 1713375 w 6530408"/>
              <a:gd name="connsiteY89" fmla="*/ 5684672 h 5753325"/>
              <a:gd name="connsiteX90" fmla="*/ 1707808 w 6530408"/>
              <a:gd name="connsiteY90" fmla="*/ 5682611 h 5753325"/>
              <a:gd name="connsiteX91" fmla="*/ 1679313 w 6530408"/>
              <a:gd name="connsiteY91" fmla="*/ 5672360 h 5753325"/>
              <a:gd name="connsiteX92" fmla="*/ 1646933 w 6530408"/>
              <a:gd name="connsiteY92" fmla="*/ 5666227 h 5753325"/>
              <a:gd name="connsiteX93" fmla="*/ 1610055 w 6530408"/>
              <a:gd name="connsiteY93" fmla="*/ 5673643 h 5753325"/>
              <a:gd name="connsiteX94" fmla="*/ 1437641 w 6530408"/>
              <a:gd name="connsiteY94" fmla="*/ 5723266 h 5753325"/>
              <a:gd name="connsiteX95" fmla="*/ 1332869 w 6530408"/>
              <a:gd name="connsiteY95" fmla="*/ 5744752 h 5753325"/>
              <a:gd name="connsiteX96" fmla="*/ 1290525 w 6530408"/>
              <a:gd name="connsiteY96" fmla="*/ 5740036 h 5753325"/>
              <a:gd name="connsiteX97" fmla="*/ 1233107 w 6530408"/>
              <a:gd name="connsiteY97" fmla="*/ 5742106 h 5753325"/>
              <a:gd name="connsiteX98" fmla="*/ 1214532 w 6530408"/>
              <a:gd name="connsiteY98" fmla="*/ 5753325 h 5753325"/>
              <a:gd name="connsiteX99" fmla="*/ 1199955 w 6530408"/>
              <a:gd name="connsiteY99" fmla="*/ 5744831 h 5753325"/>
              <a:gd name="connsiteX100" fmla="*/ 1162337 w 6530408"/>
              <a:gd name="connsiteY100" fmla="*/ 5738048 h 5753325"/>
              <a:gd name="connsiteX101" fmla="*/ 1053457 w 6530408"/>
              <a:gd name="connsiteY101" fmla="*/ 5688676 h 5753325"/>
              <a:gd name="connsiteX102" fmla="*/ 1025798 w 6530408"/>
              <a:gd name="connsiteY102" fmla="*/ 5673166 h 5753325"/>
              <a:gd name="connsiteX103" fmla="*/ 947900 w 6530408"/>
              <a:gd name="connsiteY103" fmla="*/ 5657848 h 5753325"/>
              <a:gd name="connsiteX104" fmla="*/ 815627 w 6530408"/>
              <a:gd name="connsiteY104" fmla="*/ 5642557 h 5753325"/>
              <a:gd name="connsiteX105" fmla="*/ 788251 w 6530408"/>
              <a:gd name="connsiteY105" fmla="*/ 5637065 h 5753325"/>
              <a:gd name="connsiteX106" fmla="*/ 767822 w 6530408"/>
              <a:gd name="connsiteY106" fmla="*/ 5623450 h 5753325"/>
              <a:gd name="connsiteX107" fmla="*/ 765791 w 6530408"/>
              <a:gd name="connsiteY107" fmla="*/ 5612539 h 5753325"/>
              <a:gd name="connsiteX108" fmla="*/ 751230 w 6530408"/>
              <a:gd name="connsiteY108" fmla="*/ 5608092 h 5753325"/>
              <a:gd name="connsiteX109" fmla="*/ 748008 w 6530408"/>
              <a:gd name="connsiteY109" fmla="*/ 5605052 h 5753325"/>
              <a:gd name="connsiteX110" fmla="*/ 728871 w 6530408"/>
              <a:gd name="connsiteY110" fmla="*/ 5589469 h 5753325"/>
              <a:gd name="connsiteX111" fmla="*/ 671898 w 6530408"/>
              <a:gd name="connsiteY111" fmla="*/ 5602363 h 5753325"/>
              <a:gd name="connsiteX112" fmla="*/ 615065 w 6530408"/>
              <a:gd name="connsiteY112" fmla="*/ 5580257 h 5753325"/>
              <a:gd name="connsiteX113" fmla="*/ 355785 w 6530408"/>
              <a:gd name="connsiteY113" fmla="*/ 5514383 h 5753325"/>
              <a:gd name="connsiteX114" fmla="*/ 102269 w 6530408"/>
              <a:gd name="connsiteY114" fmla="*/ 5524347 h 5753325"/>
              <a:gd name="connsiteX115" fmla="*/ 13160 w 6530408"/>
              <a:gd name="connsiteY115" fmla="*/ 5514159 h 5753325"/>
              <a:gd name="connsiteX116" fmla="*/ 0 w 6530408"/>
              <a:gd name="connsiteY116" fmla="*/ 5511735 h 5753325"/>
              <a:gd name="connsiteX0" fmla="*/ 0 w 6530408"/>
              <a:gd name="connsiteY0" fmla="*/ 0 h 5753325"/>
              <a:gd name="connsiteX1" fmla="*/ 6438980 w 6530408"/>
              <a:gd name="connsiteY1" fmla="*/ 0 h 5753325"/>
              <a:gd name="connsiteX2" fmla="*/ 6439047 w 6530408"/>
              <a:gd name="connsiteY2" fmla="*/ 147 h 5753325"/>
              <a:gd name="connsiteX3" fmla="*/ 6443456 w 6530408"/>
              <a:gd name="connsiteY3" fmla="*/ 130105 h 5753325"/>
              <a:gd name="connsiteX4" fmla="*/ 6447632 w 6530408"/>
              <a:gd name="connsiteY4" fmla="*/ 170016 h 5753325"/>
              <a:gd name="connsiteX5" fmla="*/ 6465936 w 6530408"/>
              <a:gd name="connsiteY5" fmla="*/ 274847 h 5753325"/>
              <a:gd name="connsiteX6" fmla="*/ 6506836 w 6530408"/>
              <a:gd name="connsiteY6" fmla="*/ 331778 h 5753325"/>
              <a:gd name="connsiteX7" fmla="*/ 6530408 w 6530408"/>
              <a:gd name="connsiteY7" fmla="*/ 427517 h 5753325"/>
              <a:gd name="connsiteX8" fmla="*/ 6488360 w 6530408"/>
              <a:gd name="connsiteY8" fmla="*/ 535865 h 5753325"/>
              <a:gd name="connsiteX9" fmla="*/ 6492864 w 6530408"/>
              <a:gd name="connsiteY9" fmla="*/ 615799 h 5753325"/>
              <a:gd name="connsiteX10" fmla="*/ 6459988 w 6530408"/>
              <a:gd name="connsiteY10" fmla="*/ 707628 h 5753325"/>
              <a:gd name="connsiteX11" fmla="*/ 6453989 w 6530408"/>
              <a:gd name="connsiteY11" fmla="*/ 711876 h 5753325"/>
              <a:gd name="connsiteX12" fmla="*/ 6453209 w 6530408"/>
              <a:gd name="connsiteY12" fmla="*/ 719127 h 5753325"/>
              <a:gd name="connsiteX13" fmla="*/ 6457662 w 6530408"/>
              <a:gd name="connsiteY13" fmla="*/ 723331 h 5753325"/>
              <a:gd name="connsiteX14" fmla="*/ 6447445 w 6530408"/>
              <a:gd name="connsiteY14" fmla="*/ 780003 h 5753325"/>
              <a:gd name="connsiteX15" fmla="*/ 6426552 w 6530408"/>
              <a:gd name="connsiteY15" fmla="*/ 845805 h 5753325"/>
              <a:gd name="connsiteX16" fmla="*/ 6434072 w 6530408"/>
              <a:gd name="connsiteY16" fmla="*/ 910733 h 5753325"/>
              <a:gd name="connsiteX17" fmla="*/ 6432570 w 6530408"/>
              <a:gd name="connsiteY17" fmla="*/ 983394 h 5753325"/>
              <a:gd name="connsiteX18" fmla="*/ 6431878 w 6530408"/>
              <a:gd name="connsiteY18" fmla="*/ 1026728 h 5753325"/>
              <a:gd name="connsiteX19" fmla="*/ 6414269 w 6530408"/>
              <a:gd name="connsiteY19" fmla="*/ 1151111 h 5753325"/>
              <a:gd name="connsiteX20" fmla="*/ 6371722 w 6530408"/>
              <a:gd name="connsiteY20" fmla="*/ 1318080 h 5753325"/>
              <a:gd name="connsiteX21" fmla="*/ 6356023 w 6530408"/>
              <a:gd name="connsiteY21" fmla="*/ 1356227 h 5753325"/>
              <a:gd name="connsiteX22" fmla="*/ 6356157 w 6530408"/>
              <a:gd name="connsiteY22" fmla="*/ 1361967 h 5753325"/>
              <a:gd name="connsiteX23" fmla="*/ 6350613 w 6530408"/>
              <a:gd name="connsiteY23" fmla="*/ 1393569 h 5753325"/>
              <a:gd name="connsiteX24" fmla="*/ 6357062 w 6530408"/>
              <a:gd name="connsiteY24" fmla="*/ 1444071 h 5753325"/>
              <a:gd name="connsiteX25" fmla="*/ 6364832 w 6530408"/>
              <a:gd name="connsiteY25" fmla="*/ 1478763 h 5753325"/>
              <a:gd name="connsiteX26" fmla="*/ 6369745 w 6530408"/>
              <a:gd name="connsiteY26" fmla="*/ 1495680 h 5753325"/>
              <a:gd name="connsiteX27" fmla="*/ 6370898 w 6530408"/>
              <a:gd name="connsiteY27" fmla="*/ 1513331 h 5753325"/>
              <a:gd name="connsiteX28" fmla="*/ 6368801 w 6530408"/>
              <a:gd name="connsiteY28" fmla="*/ 1527414 h 5753325"/>
              <a:gd name="connsiteX29" fmla="*/ 6359177 w 6530408"/>
              <a:gd name="connsiteY29" fmla="*/ 1639513 h 5753325"/>
              <a:gd name="connsiteX30" fmla="*/ 6299489 w 6530408"/>
              <a:gd name="connsiteY30" fmla="*/ 1784860 h 5753325"/>
              <a:gd name="connsiteX31" fmla="*/ 6267878 w 6530408"/>
              <a:gd name="connsiteY31" fmla="*/ 1858572 h 5753325"/>
              <a:gd name="connsiteX32" fmla="*/ 6251146 w 6530408"/>
              <a:gd name="connsiteY32" fmla="*/ 1926167 h 5753325"/>
              <a:gd name="connsiteX33" fmla="*/ 6210686 w 6530408"/>
              <a:gd name="connsiteY33" fmla="*/ 2014834 h 5753325"/>
              <a:gd name="connsiteX34" fmla="*/ 6106652 w 6530408"/>
              <a:gd name="connsiteY34" fmla="*/ 2150572 h 5753325"/>
              <a:gd name="connsiteX35" fmla="*/ 6097813 w 6530408"/>
              <a:gd name="connsiteY35" fmla="*/ 2172208 h 5753325"/>
              <a:gd name="connsiteX36" fmla="*/ 6095990 w 6530408"/>
              <a:gd name="connsiteY36" fmla="*/ 2181185 h 5753325"/>
              <a:gd name="connsiteX37" fmla="*/ 6090126 w 6530408"/>
              <a:gd name="connsiteY37" fmla="*/ 2192533 h 5753325"/>
              <a:gd name="connsiteX38" fmla="*/ 6089503 w 6530408"/>
              <a:gd name="connsiteY38" fmla="*/ 2192543 h 5753325"/>
              <a:gd name="connsiteX39" fmla="*/ 6084946 w 6530408"/>
              <a:gd name="connsiteY39" fmla="*/ 2203694 h 5753325"/>
              <a:gd name="connsiteX40" fmla="*/ 5987861 w 6530408"/>
              <a:gd name="connsiteY40" fmla="*/ 2304868 h 5753325"/>
              <a:gd name="connsiteX41" fmla="*/ 5973439 w 6530408"/>
              <a:gd name="connsiteY41" fmla="*/ 2385635 h 5753325"/>
              <a:gd name="connsiteX42" fmla="*/ 5916727 w 6530408"/>
              <a:gd name="connsiteY42" fmla="*/ 2458777 h 5753325"/>
              <a:gd name="connsiteX43" fmla="*/ 5856524 w 6530408"/>
              <a:gd name="connsiteY43" fmla="*/ 2583281 h 5753325"/>
              <a:gd name="connsiteX44" fmla="*/ 5838091 w 6530408"/>
              <a:gd name="connsiteY44" fmla="*/ 2753474 h 5753325"/>
              <a:gd name="connsiteX45" fmla="*/ 5777471 w 6530408"/>
              <a:gd name="connsiteY45" fmla="*/ 2901570 h 5753325"/>
              <a:gd name="connsiteX46" fmla="*/ 5723992 w 6530408"/>
              <a:gd name="connsiteY46" fmla="*/ 2998752 h 5753325"/>
              <a:gd name="connsiteX47" fmla="*/ 5557886 w 6530408"/>
              <a:gd name="connsiteY47" fmla="*/ 3329735 h 5753325"/>
              <a:gd name="connsiteX48" fmla="*/ 5471501 w 6530408"/>
              <a:gd name="connsiteY48" fmla="*/ 3462221 h 5753325"/>
              <a:gd name="connsiteX49" fmla="*/ 5465154 w 6530408"/>
              <a:gd name="connsiteY49" fmla="*/ 3541065 h 5753325"/>
              <a:gd name="connsiteX50" fmla="*/ 5437889 w 6530408"/>
              <a:gd name="connsiteY50" fmla="*/ 3559927 h 5753325"/>
              <a:gd name="connsiteX51" fmla="*/ 5432770 w 6530408"/>
              <a:gd name="connsiteY51" fmla="*/ 3562948 h 5753325"/>
              <a:gd name="connsiteX52" fmla="*/ 5406795 w 6530408"/>
              <a:gd name="connsiteY52" fmla="*/ 3578594 h 5753325"/>
              <a:gd name="connsiteX53" fmla="*/ 5381495 w 6530408"/>
              <a:gd name="connsiteY53" fmla="*/ 3599883 h 5753325"/>
              <a:gd name="connsiteX54" fmla="*/ 5363689 w 6530408"/>
              <a:gd name="connsiteY54" fmla="*/ 3633299 h 5753325"/>
              <a:gd name="connsiteX55" fmla="*/ 5291870 w 6530408"/>
              <a:gd name="connsiteY55" fmla="*/ 3799039 h 5753325"/>
              <a:gd name="connsiteX56" fmla="*/ 5241600 w 6530408"/>
              <a:gd name="connsiteY56" fmla="*/ 3894238 h 5753325"/>
              <a:gd name="connsiteX57" fmla="*/ 5211041 w 6530408"/>
              <a:gd name="connsiteY57" fmla="*/ 3924184 h 5753325"/>
              <a:gd name="connsiteX58" fmla="*/ 5176073 w 6530408"/>
              <a:gd name="connsiteY58" fmla="*/ 3970179 h 5753325"/>
              <a:gd name="connsiteX59" fmla="*/ 5172826 w 6530408"/>
              <a:gd name="connsiteY59" fmla="*/ 3991773 h 5753325"/>
              <a:gd name="connsiteX60" fmla="*/ 5157053 w 6530408"/>
              <a:gd name="connsiteY60" fmla="*/ 3997708 h 5753325"/>
              <a:gd name="connsiteX61" fmla="*/ 5127922 w 6530408"/>
              <a:gd name="connsiteY61" fmla="*/ 4022660 h 5753325"/>
              <a:gd name="connsiteX62" fmla="*/ 5020872 w 6530408"/>
              <a:gd name="connsiteY62" fmla="*/ 4075951 h 5753325"/>
              <a:gd name="connsiteX63" fmla="*/ 4991410 w 6530408"/>
              <a:gd name="connsiteY63" fmla="*/ 4087598 h 5753325"/>
              <a:gd name="connsiteX64" fmla="*/ 4930112 w 6530408"/>
              <a:gd name="connsiteY64" fmla="*/ 4138459 h 5753325"/>
              <a:gd name="connsiteX65" fmla="*/ 4834224 w 6530408"/>
              <a:gd name="connsiteY65" fmla="*/ 4231643 h 5753325"/>
              <a:gd name="connsiteX66" fmla="*/ 4812599 w 6530408"/>
              <a:gd name="connsiteY66" fmla="*/ 4249449 h 5753325"/>
              <a:gd name="connsiteX67" fmla="*/ 4789188 w 6530408"/>
              <a:gd name="connsiteY67" fmla="*/ 4256678 h 5753325"/>
              <a:gd name="connsiteX68" fmla="*/ 4779554 w 6530408"/>
              <a:gd name="connsiteY68" fmla="*/ 4251313 h 5753325"/>
              <a:gd name="connsiteX69" fmla="*/ 4766885 w 6530408"/>
              <a:gd name="connsiteY69" fmla="*/ 4259812 h 5753325"/>
              <a:gd name="connsiteX70" fmla="*/ 4762510 w 6530408"/>
              <a:gd name="connsiteY70" fmla="*/ 4260383 h 5753325"/>
              <a:gd name="connsiteX71" fmla="*/ 4738416 w 6530408"/>
              <a:gd name="connsiteY71" fmla="*/ 4265355 h 5753325"/>
              <a:gd name="connsiteX72" fmla="*/ 4712007 w 6530408"/>
              <a:gd name="connsiteY72" fmla="*/ 4317892 h 5753325"/>
              <a:gd name="connsiteX73" fmla="*/ 4658930 w 6530408"/>
              <a:gd name="connsiteY73" fmla="*/ 4348041 h 5753325"/>
              <a:gd name="connsiteX74" fmla="*/ 4443526 w 6530408"/>
              <a:gd name="connsiteY74" fmla="*/ 4507851 h 5753325"/>
              <a:gd name="connsiteX75" fmla="*/ 4289766 w 6530408"/>
              <a:gd name="connsiteY75" fmla="*/ 4711450 h 5753325"/>
              <a:gd name="connsiteX76" fmla="*/ 4150870 w 6530408"/>
              <a:gd name="connsiteY76" fmla="*/ 4818480 h 5753325"/>
              <a:gd name="connsiteX77" fmla="*/ 4006639 w 6530408"/>
              <a:gd name="connsiteY77" fmla="*/ 4933815 h 5753325"/>
              <a:gd name="connsiteX78" fmla="*/ 3298210 w 6530408"/>
              <a:gd name="connsiteY78" fmla="*/ 5070790 h 5753325"/>
              <a:gd name="connsiteX79" fmla="*/ 2947678 w 6530408"/>
              <a:gd name="connsiteY79" fmla="*/ 5117869 h 5753325"/>
              <a:gd name="connsiteX80" fmla="*/ 2822169 w 6530408"/>
              <a:gd name="connsiteY80" fmla="*/ 5129396 h 5753325"/>
              <a:gd name="connsiteX81" fmla="*/ 2538773 w 6530408"/>
              <a:gd name="connsiteY81" fmla="*/ 5313397 h 5753325"/>
              <a:gd name="connsiteX82" fmla="*/ 2014500 w 6530408"/>
              <a:gd name="connsiteY82" fmla="*/ 5519744 h 5753325"/>
              <a:gd name="connsiteX83" fmla="*/ 1934391 w 6530408"/>
              <a:gd name="connsiteY83" fmla="*/ 5591335 h 5753325"/>
              <a:gd name="connsiteX84" fmla="*/ 1892550 w 6530408"/>
              <a:gd name="connsiteY84" fmla="*/ 5649708 h 5753325"/>
              <a:gd name="connsiteX85" fmla="*/ 1854769 w 6530408"/>
              <a:gd name="connsiteY85" fmla="*/ 5647691 h 5753325"/>
              <a:gd name="connsiteX86" fmla="*/ 1809461 w 6530408"/>
              <a:gd name="connsiteY86" fmla="*/ 5648628 h 5753325"/>
              <a:gd name="connsiteX87" fmla="*/ 1745150 w 6530408"/>
              <a:gd name="connsiteY87" fmla="*/ 5693879 h 5753325"/>
              <a:gd name="connsiteX88" fmla="*/ 1713375 w 6530408"/>
              <a:gd name="connsiteY88" fmla="*/ 5684672 h 5753325"/>
              <a:gd name="connsiteX89" fmla="*/ 1707808 w 6530408"/>
              <a:gd name="connsiteY89" fmla="*/ 5682611 h 5753325"/>
              <a:gd name="connsiteX90" fmla="*/ 1679313 w 6530408"/>
              <a:gd name="connsiteY90" fmla="*/ 5672360 h 5753325"/>
              <a:gd name="connsiteX91" fmla="*/ 1646933 w 6530408"/>
              <a:gd name="connsiteY91" fmla="*/ 5666227 h 5753325"/>
              <a:gd name="connsiteX92" fmla="*/ 1610055 w 6530408"/>
              <a:gd name="connsiteY92" fmla="*/ 5673643 h 5753325"/>
              <a:gd name="connsiteX93" fmla="*/ 1437641 w 6530408"/>
              <a:gd name="connsiteY93" fmla="*/ 5723266 h 5753325"/>
              <a:gd name="connsiteX94" fmla="*/ 1332869 w 6530408"/>
              <a:gd name="connsiteY94" fmla="*/ 5744752 h 5753325"/>
              <a:gd name="connsiteX95" fmla="*/ 1290525 w 6530408"/>
              <a:gd name="connsiteY95" fmla="*/ 5740036 h 5753325"/>
              <a:gd name="connsiteX96" fmla="*/ 1233107 w 6530408"/>
              <a:gd name="connsiteY96" fmla="*/ 5742106 h 5753325"/>
              <a:gd name="connsiteX97" fmla="*/ 1214532 w 6530408"/>
              <a:gd name="connsiteY97" fmla="*/ 5753325 h 5753325"/>
              <a:gd name="connsiteX98" fmla="*/ 1199955 w 6530408"/>
              <a:gd name="connsiteY98" fmla="*/ 5744831 h 5753325"/>
              <a:gd name="connsiteX99" fmla="*/ 1162337 w 6530408"/>
              <a:gd name="connsiteY99" fmla="*/ 5738048 h 5753325"/>
              <a:gd name="connsiteX100" fmla="*/ 1053457 w 6530408"/>
              <a:gd name="connsiteY100" fmla="*/ 5688676 h 5753325"/>
              <a:gd name="connsiteX101" fmla="*/ 1025798 w 6530408"/>
              <a:gd name="connsiteY101" fmla="*/ 5673166 h 5753325"/>
              <a:gd name="connsiteX102" fmla="*/ 947900 w 6530408"/>
              <a:gd name="connsiteY102" fmla="*/ 5657848 h 5753325"/>
              <a:gd name="connsiteX103" fmla="*/ 815627 w 6530408"/>
              <a:gd name="connsiteY103" fmla="*/ 5642557 h 5753325"/>
              <a:gd name="connsiteX104" fmla="*/ 788251 w 6530408"/>
              <a:gd name="connsiteY104" fmla="*/ 5637065 h 5753325"/>
              <a:gd name="connsiteX105" fmla="*/ 767822 w 6530408"/>
              <a:gd name="connsiteY105" fmla="*/ 5623450 h 5753325"/>
              <a:gd name="connsiteX106" fmla="*/ 765791 w 6530408"/>
              <a:gd name="connsiteY106" fmla="*/ 5612539 h 5753325"/>
              <a:gd name="connsiteX107" fmla="*/ 751230 w 6530408"/>
              <a:gd name="connsiteY107" fmla="*/ 5608092 h 5753325"/>
              <a:gd name="connsiteX108" fmla="*/ 748008 w 6530408"/>
              <a:gd name="connsiteY108" fmla="*/ 5605052 h 5753325"/>
              <a:gd name="connsiteX109" fmla="*/ 728871 w 6530408"/>
              <a:gd name="connsiteY109" fmla="*/ 5589469 h 5753325"/>
              <a:gd name="connsiteX110" fmla="*/ 671898 w 6530408"/>
              <a:gd name="connsiteY110" fmla="*/ 5602363 h 5753325"/>
              <a:gd name="connsiteX111" fmla="*/ 615065 w 6530408"/>
              <a:gd name="connsiteY111" fmla="*/ 5580257 h 5753325"/>
              <a:gd name="connsiteX112" fmla="*/ 355785 w 6530408"/>
              <a:gd name="connsiteY112" fmla="*/ 5514383 h 5753325"/>
              <a:gd name="connsiteX113" fmla="*/ 102269 w 6530408"/>
              <a:gd name="connsiteY113" fmla="*/ 5524347 h 5753325"/>
              <a:gd name="connsiteX114" fmla="*/ 13160 w 6530408"/>
              <a:gd name="connsiteY114" fmla="*/ 5514159 h 5753325"/>
              <a:gd name="connsiteX115" fmla="*/ 0 w 6530408"/>
              <a:gd name="connsiteY115" fmla="*/ 5511735 h 5753325"/>
              <a:gd name="connsiteX116" fmla="*/ 0 w 6530408"/>
              <a:gd name="connsiteY116" fmla="*/ 0 h 5753325"/>
              <a:gd name="connsiteX0" fmla="*/ 0 w 6506836"/>
              <a:gd name="connsiteY0" fmla="*/ 0 h 5753325"/>
              <a:gd name="connsiteX1" fmla="*/ 6438980 w 6506836"/>
              <a:gd name="connsiteY1" fmla="*/ 0 h 5753325"/>
              <a:gd name="connsiteX2" fmla="*/ 6439047 w 6506836"/>
              <a:gd name="connsiteY2" fmla="*/ 147 h 5753325"/>
              <a:gd name="connsiteX3" fmla="*/ 6443456 w 6506836"/>
              <a:gd name="connsiteY3" fmla="*/ 130105 h 5753325"/>
              <a:gd name="connsiteX4" fmla="*/ 6447632 w 6506836"/>
              <a:gd name="connsiteY4" fmla="*/ 170016 h 5753325"/>
              <a:gd name="connsiteX5" fmla="*/ 6465936 w 6506836"/>
              <a:gd name="connsiteY5" fmla="*/ 274847 h 5753325"/>
              <a:gd name="connsiteX6" fmla="*/ 6506836 w 6506836"/>
              <a:gd name="connsiteY6" fmla="*/ 331778 h 5753325"/>
              <a:gd name="connsiteX7" fmla="*/ 6488360 w 6506836"/>
              <a:gd name="connsiteY7" fmla="*/ 535865 h 5753325"/>
              <a:gd name="connsiteX8" fmla="*/ 6492864 w 6506836"/>
              <a:gd name="connsiteY8" fmla="*/ 615799 h 5753325"/>
              <a:gd name="connsiteX9" fmla="*/ 6459988 w 6506836"/>
              <a:gd name="connsiteY9" fmla="*/ 707628 h 5753325"/>
              <a:gd name="connsiteX10" fmla="*/ 6453989 w 6506836"/>
              <a:gd name="connsiteY10" fmla="*/ 711876 h 5753325"/>
              <a:gd name="connsiteX11" fmla="*/ 6453209 w 6506836"/>
              <a:gd name="connsiteY11" fmla="*/ 719127 h 5753325"/>
              <a:gd name="connsiteX12" fmla="*/ 6457662 w 6506836"/>
              <a:gd name="connsiteY12" fmla="*/ 723331 h 5753325"/>
              <a:gd name="connsiteX13" fmla="*/ 6447445 w 6506836"/>
              <a:gd name="connsiteY13" fmla="*/ 780003 h 5753325"/>
              <a:gd name="connsiteX14" fmla="*/ 6426552 w 6506836"/>
              <a:gd name="connsiteY14" fmla="*/ 845805 h 5753325"/>
              <a:gd name="connsiteX15" fmla="*/ 6434072 w 6506836"/>
              <a:gd name="connsiteY15" fmla="*/ 910733 h 5753325"/>
              <a:gd name="connsiteX16" fmla="*/ 6432570 w 6506836"/>
              <a:gd name="connsiteY16" fmla="*/ 983394 h 5753325"/>
              <a:gd name="connsiteX17" fmla="*/ 6431878 w 6506836"/>
              <a:gd name="connsiteY17" fmla="*/ 1026728 h 5753325"/>
              <a:gd name="connsiteX18" fmla="*/ 6414269 w 6506836"/>
              <a:gd name="connsiteY18" fmla="*/ 1151111 h 5753325"/>
              <a:gd name="connsiteX19" fmla="*/ 6371722 w 6506836"/>
              <a:gd name="connsiteY19" fmla="*/ 1318080 h 5753325"/>
              <a:gd name="connsiteX20" fmla="*/ 6356023 w 6506836"/>
              <a:gd name="connsiteY20" fmla="*/ 1356227 h 5753325"/>
              <a:gd name="connsiteX21" fmla="*/ 6356157 w 6506836"/>
              <a:gd name="connsiteY21" fmla="*/ 1361967 h 5753325"/>
              <a:gd name="connsiteX22" fmla="*/ 6350613 w 6506836"/>
              <a:gd name="connsiteY22" fmla="*/ 1393569 h 5753325"/>
              <a:gd name="connsiteX23" fmla="*/ 6357062 w 6506836"/>
              <a:gd name="connsiteY23" fmla="*/ 1444071 h 5753325"/>
              <a:gd name="connsiteX24" fmla="*/ 6364832 w 6506836"/>
              <a:gd name="connsiteY24" fmla="*/ 1478763 h 5753325"/>
              <a:gd name="connsiteX25" fmla="*/ 6369745 w 6506836"/>
              <a:gd name="connsiteY25" fmla="*/ 1495680 h 5753325"/>
              <a:gd name="connsiteX26" fmla="*/ 6370898 w 6506836"/>
              <a:gd name="connsiteY26" fmla="*/ 1513331 h 5753325"/>
              <a:gd name="connsiteX27" fmla="*/ 6368801 w 6506836"/>
              <a:gd name="connsiteY27" fmla="*/ 1527414 h 5753325"/>
              <a:gd name="connsiteX28" fmla="*/ 6359177 w 6506836"/>
              <a:gd name="connsiteY28" fmla="*/ 1639513 h 5753325"/>
              <a:gd name="connsiteX29" fmla="*/ 6299489 w 6506836"/>
              <a:gd name="connsiteY29" fmla="*/ 1784860 h 5753325"/>
              <a:gd name="connsiteX30" fmla="*/ 6267878 w 6506836"/>
              <a:gd name="connsiteY30" fmla="*/ 1858572 h 5753325"/>
              <a:gd name="connsiteX31" fmla="*/ 6251146 w 6506836"/>
              <a:gd name="connsiteY31" fmla="*/ 1926167 h 5753325"/>
              <a:gd name="connsiteX32" fmla="*/ 6210686 w 6506836"/>
              <a:gd name="connsiteY32" fmla="*/ 2014834 h 5753325"/>
              <a:gd name="connsiteX33" fmla="*/ 6106652 w 6506836"/>
              <a:gd name="connsiteY33" fmla="*/ 2150572 h 5753325"/>
              <a:gd name="connsiteX34" fmla="*/ 6097813 w 6506836"/>
              <a:gd name="connsiteY34" fmla="*/ 2172208 h 5753325"/>
              <a:gd name="connsiteX35" fmla="*/ 6095990 w 6506836"/>
              <a:gd name="connsiteY35" fmla="*/ 2181185 h 5753325"/>
              <a:gd name="connsiteX36" fmla="*/ 6090126 w 6506836"/>
              <a:gd name="connsiteY36" fmla="*/ 2192533 h 5753325"/>
              <a:gd name="connsiteX37" fmla="*/ 6089503 w 6506836"/>
              <a:gd name="connsiteY37" fmla="*/ 2192543 h 5753325"/>
              <a:gd name="connsiteX38" fmla="*/ 6084946 w 6506836"/>
              <a:gd name="connsiteY38" fmla="*/ 2203694 h 5753325"/>
              <a:gd name="connsiteX39" fmla="*/ 5987861 w 6506836"/>
              <a:gd name="connsiteY39" fmla="*/ 2304868 h 5753325"/>
              <a:gd name="connsiteX40" fmla="*/ 5973439 w 6506836"/>
              <a:gd name="connsiteY40" fmla="*/ 2385635 h 5753325"/>
              <a:gd name="connsiteX41" fmla="*/ 5916727 w 6506836"/>
              <a:gd name="connsiteY41" fmla="*/ 2458777 h 5753325"/>
              <a:gd name="connsiteX42" fmla="*/ 5856524 w 6506836"/>
              <a:gd name="connsiteY42" fmla="*/ 2583281 h 5753325"/>
              <a:gd name="connsiteX43" fmla="*/ 5838091 w 6506836"/>
              <a:gd name="connsiteY43" fmla="*/ 2753474 h 5753325"/>
              <a:gd name="connsiteX44" fmla="*/ 5777471 w 6506836"/>
              <a:gd name="connsiteY44" fmla="*/ 2901570 h 5753325"/>
              <a:gd name="connsiteX45" fmla="*/ 5723992 w 6506836"/>
              <a:gd name="connsiteY45" fmla="*/ 2998752 h 5753325"/>
              <a:gd name="connsiteX46" fmla="*/ 5557886 w 6506836"/>
              <a:gd name="connsiteY46" fmla="*/ 3329735 h 5753325"/>
              <a:gd name="connsiteX47" fmla="*/ 5471501 w 6506836"/>
              <a:gd name="connsiteY47" fmla="*/ 3462221 h 5753325"/>
              <a:gd name="connsiteX48" fmla="*/ 5465154 w 6506836"/>
              <a:gd name="connsiteY48" fmla="*/ 3541065 h 5753325"/>
              <a:gd name="connsiteX49" fmla="*/ 5437889 w 6506836"/>
              <a:gd name="connsiteY49" fmla="*/ 3559927 h 5753325"/>
              <a:gd name="connsiteX50" fmla="*/ 5432770 w 6506836"/>
              <a:gd name="connsiteY50" fmla="*/ 3562948 h 5753325"/>
              <a:gd name="connsiteX51" fmla="*/ 5406795 w 6506836"/>
              <a:gd name="connsiteY51" fmla="*/ 3578594 h 5753325"/>
              <a:gd name="connsiteX52" fmla="*/ 5381495 w 6506836"/>
              <a:gd name="connsiteY52" fmla="*/ 3599883 h 5753325"/>
              <a:gd name="connsiteX53" fmla="*/ 5363689 w 6506836"/>
              <a:gd name="connsiteY53" fmla="*/ 3633299 h 5753325"/>
              <a:gd name="connsiteX54" fmla="*/ 5291870 w 6506836"/>
              <a:gd name="connsiteY54" fmla="*/ 3799039 h 5753325"/>
              <a:gd name="connsiteX55" fmla="*/ 5241600 w 6506836"/>
              <a:gd name="connsiteY55" fmla="*/ 3894238 h 5753325"/>
              <a:gd name="connsiteX56" fmla="*/ 5211041 w 6506836"/>
              <a:gd name="connsiteY56" fmla="*/ 3924184 h 5753325"/>
              <a:gd name="connsiteX57" fmla="*/ 5176073 w 6506836"/>
              <a:gd name="connsiteY57" fmla="*/ 3970179 h 5753325"/>
              <a:gd name="connsiteX58" fmla="*/ 5172826 w 6506836"/>
              <a:gd name="connsiteY58" fmla="*/ 3991773 h 5753325"/>
              <a:gd name="connsiteX59" fmla="*/ 5157053 w 6506836"/>
              <a:gd name="connsiteY59" fmla="*/ 3997708 h 5753325"/>
              <a:gd name="connsiteX60" fmla="*/ 5127922 w 6506836"/>
              <a:gd name="connsiteY60" fmla="*/ 4022660 h 5753325"/>
              <a:gd name="connsiteX61" fmla="*/ 5020872 w 6506836"/>
              <a:gd name="connsiteY61" fmla="*/ 4075951 h 5753325"/>
              <a:gd name="connsiteX62" fmla="*/ 4991410 w 6506836"/>
              <a:gd name="connsiteY62" fmla="*/ 4087598 h 5753325"/>
              <a:gd name="connsiteX63" fmla="*/ 4930112 w 6506836"/>
              <a:gd name="connsiteY63" fmla="*/ 4138459 h 5753325"/>
              <a:gd name="connsiteX64" fmla="*/ 4834224 w 6506836"/>
              <a:gd name="connsiteY64" fmla="*/ 4231643 h 5753325"/>
              <a:gd name="connsiteX65" fmla="*/ 4812599 w 6506836"/>
              <a:gd name="connsiteY65" fmla="*/ 4249449 h 5753325"/>
              <a:gd name="connsiteX66" fmla="*/ 4789188 w 6506836"/>
              <a:gd name="connsiteY66" fmla="*/ 4256678 h 5753325"/>
              <a:gd name="connsiteX67" fmla="*/ 4779554 w 6506836"/>
              <a:gd name="connsiteY67" fmla="*/ 4251313 h 5753325"/>
              <a:gd name="connsiteX68" fmla="*/ 4766885 w 6506836"/>
              <a:gd name="connsiteY68" fmla="*/ 4259812 h 5753325"/>
              <a:gd name="connsiteX69" fmla="*/ 4762510 w 6506836"/>
              <a:gd name="connsiteY69" fmla="*/ 4260383 h 5753325"/>
              <a:gd name="connsiteX70" fmla="*/ 4738416 w 6506836"/>
              <a:gd name="connsiteY70" fmla="*/ 4265355 h 5753325"/>
              <a:gd name="connsiteX71" fmla="*/ 4712007 w 6506836"/>
              <a:gd name="connsiteY71" fmla="*/ 4317892 h 5753325"/>
              <a:gd name="connsiteX72" fmla="*/ 4658930 w 6506836"/>
              <a:gd name="connsiteY72" fmla="*/ 4348041 h 5753325"/>
              <a:gd name="connsiteX73" fmla="*/ 4443526 w 6506836"/>
              <a:gd name="connsiteY73" fmla="*/ 4507851 h 5753325"/>
              <a:gd name="connsiteX74" fmla="*/ 4289766 w 6506836"/>
              <a:gd name="connsiteY74" fmla="*/ 4711450 h 5753325"/>
              <a:gd name="connsiteX75" fmla="*/ 4150870 w 6506836"/>
              <a:gd name="connsiteY75" fmla="*/ 4818480 h 5753325"/>
              <a:gd name="connsiteX76" fmla="*/ 4006639 w 6506836"/>
              <a:gd name="connsiteY76" fmla="*/ 4933815 h 5753325"/>
              <a:gd name="connsiteX77" fmla="*/ 3298210 w 6506836"/>
              <a:gd name="connsiteY77" fmla="*/ 5070790 h 5753325"/>
              <a:gd name="connsiteX78" fmla="*/ 2947678 w 6506836"/>
              <a:gd name="connsiteY78" fmla="*/ 5117869 h 5753325"/>
              <a:gd name="connsiteX79" fmla="*/ 2822169 w 6506836"/>
              <a:gd name="connsiteY79" fmla="*/ 5129396 h 5753325"/>
              <a:gd name="connsiteX80" fmla="*/ 2538773 w 6506836"/>
              <a:gd name="connsiteY80" fmla="*/ 5313397 h 5753325"/>
              <a:gd name="connsiteX81" fmla="*/ 2014500 w 6506836"/>
              <a:gd name="connsiteY81" fmla="*/ 5519744 h 5753325"/>
              <a:gd name="connsiteX82" fmla="*/ 1934391 w 6506836"/>
              <a:gd name="connsiteY82" fmla="*/ 5591335 h 5753325"/>
              <a:gd name="connsiteX83" fmla="*/ 1892550 w 6506836"/>
              <a:gd name="connsiteY83" fmla="*/ 5649708 h 5753325"/>
              <a:gd name="connsiteX84" fmla="*/ 1854769 w 6506836"/>
              <a:gd name="connsiteY84" fmla="*/ 5647691 h 5753325"/>
              <a:gd name="connsiteX85" fmla="*/ 1809461 w 6506836"/>
              <a:gd name="connsiteY85" fmla="*/ 5648628 h 5753325"/>
              <a:gd name="connsiteX86" fmla="*/ 1745150 w 6506836"/>
              <a:gd name="connsiteY86" fmla="*/ 5693879 h 5753325"/>
              <a:gd name="connsiteX87" fmla="*/ 1713375 w 6506836"/>
              <a:gd name="connsiteY87" fmla="*/ 5684672 h 5753325"/>
              <a:gd name="connsiteX88" fmla="*/ 1707808 w 6506836"/>
              <a:gd name="connsiteY88" fmla="*/ 5682611 h 5753325"/>
              <a:gd name="connsiteX89" fmla="*/ 1679313 w 6506836"/>
              <a:gd name="connsiteY89" fmla="*/ 5672360 h 5753325"/>
              <a:gd name="connsiteX90" fmla="*/ 1646933 w 6506836"/>
              <a:gd name="connsiteY90" fmla="*/ 5666227 h 5753325"/>
              <a:gd name="connsiteX91" fmla="*/ 1610055 w 6506836"/>
              <a:gd name="connsiteY91" fmla="*/ 5673643 h 5753325"/>
              <a:gd name="connsiteX92" fmla="*/ 1437641 w 6506836"/>
              <a:gd name="connsiteY92" fmla="*/ 5723266 h 5753325"/>
              <a:gd name="connsiteX93" fmla="*/ 1332869 w 6506836"/>
              <a:gd name="connsiteY93" fmla="*/ 5744752 h 5753325"/>
              <a:gd name="connsiteX94" fmla="*/ 1290525 w 6506836"/>
              <a:gd name="connsiteY94" fmla="*/ 5740036 h 5753325"/>
              <a:gd name="connsiteX95" fmla="*/ 1233107 w 6506836"/>
              <a:gd name="connsiteY95" fmla="*/ 5742106 h 5753325"/>
              <a:gd name="connsiteX96" fmla="*/ 1214532 w 6506836"/>
              <a:gd name="connsiteY96" fmla="*/ 5753325 h 5753325"/>
              <a:gd name="connsiteX97" fmla="*/ 1199955 w 6506836"/>
              <a:gd name="connsiteY97" fmla="*/ 5744831 h 5753325"/>
              <a:gd name="connsiteX98" fmla="*/ 1162337 w 6506836"/>
              <a:gd name="connsiteY98" fmla="*/ 5738048 h 5753325"/>
              <a:gd name="connsiteX99" fmla="*/ 1053457 w 6506836"/>
              <a:gd name="connsiteY99" fmla="*/ 5688676 h 5753325"/>
              <a:gd name="connsiteX100" fmla="*/ 1025798 w 6506836"/>
              <a:gd name="connsiteY100" fmla="*/ 5673166 h 5753325"/>
              <a:gd name="connsiteX101" fmla="*/ 947900 w 6506836"/>
              <a:gd name="connsiteY101" fmla="*/ 5657848 h 5753325"/>
              <a:gd name="connsiteX102" fmla="*/ 815627 w 6506836"/>
              <a:gd name="connsiteY102" fmla="*/ 5642557 h 5753325"/>
              <a:gd name="connsiteX103" fmla="*/ 788251 w 6506836"/>
              <a:gd name="connsiteY103" fmla="*/ 5637065 h 5753325"/>
              <a:gd name="connsiteX104" fmla="*/ 767822 w 6506836"/>
              <a:gd name="connsiteY104" fmla="*/ 5623450 h 5753325"/>
              <a:gd name="connsiteX105" fmla="*/ 765791 w 6506836"/>
              <a:gd name="connsiteY105" fmla="*/ 5612539 h 5753325"/>
              <a:gd name="connsiteX106" fmla="*/ 751230 w 6506836"/>
              <a:gd name="connsiteY106" fmla="*/ 5608092 h 5753325"/>
              <a:gd name="connsiteX107" fmla="*/ 748008 w 6506836"/>
              <a:gd name="connsiteY107" fmla="*/ 5605052 h 5753325"/>
              <a:gd name="connsiteX108" fmla="*/ 728871 w 6506836"/>
              <a:gd name="connsiteY108" fmla="*/ 5589469 h 5753325"/>
              <a:gd name="connsiteX109" fmla="*/ 671898 w 6506836"/>
              <a:gd name="connsiteY109" fmla="*/ 5602363 h 5753325"/>
              <a:gd name="connsiteX110" fmla="*/ 615065 w 6506836"/>
              <a:gd name="connsiteY110" fmla="*/ 5580257 h 5753325"/>
              <a:gd name="connsiteX111" fmla="*/ 355785 w 6506836"/>
              <a:gd name="connsiteY111" fmla="*/ 5514383 h 5753325"/>
              <a:gd name="connsiteX112" fmla="*/ 102269 w 6506836"/>
              <a:gd name="connsiteY112" fmla="*/ 5524347 h 5753325"/>
              <a:gd name="connsiteX113" fmla="*/ 13160 w 6506836"/>
              <a:gd name="connsiteY113" fmla="*/ 5514159 h 5753325"/>
              <a:gd name="connsiteX114" fmla="*/ 0 w 6506836"/>
              <a:gd name="connsiteY114" fmla="*/ 5511735 h 5753325"/>
              <a:gd name="connsiteX115" fmla="*/ 0 w 6506836"/>
              <a:gd name="connsiteY115" fmla="*/ 0 h 5753325"/>
              <a:gd name="connsiteX0" fmla="*/ 0 w 6492864"/>
              <a:gd name="connsiteY0" fmla="*/ 0 h 5753325"/>
              <a:gd name="connsiteX1" fmla="*/ 6438980 w 6492864"/>
              <a:gd name="connsiteY1" fmla="*/ 0 h 5753325"/>
              <a:gd name="connsiteX2" fmla="*/ 6439047 w 6492864"/>
              <a:gd name="connsiteY2" fmla="*/ 147 h 5753325"/>
              <a:gd name="connsiteX3" fmla="*/ 6443456 w 6492864"/>
              <a:gd name="connsiteY3" fmla="*/ 130105 h 5753325"/>
              <a:gd name="connsiteX4" fmla="*/ 6447632 w 6492864"/>
              <a:gd name="connsiteY4" fmla="*/ 170016 h 5753325"/>
              <a:gd name="connsiteX5" fmla="*/ 6465936 w 6492864"/>
              <a:gd name="connsiteY5" fmla="*/ 274847 h 5753325"/>
              <a:gd name="connsiteX6" fmla="*/ 6488360 w 6492864"/>
              <a:gd name="connsiteY6" fmla="*/ 535865 h 5753325"/>
              <a:gd name="connsiteX7" fmla="*/ 6492864 w 6492864"/>
              <a:gd name="connsiteY7" fmla="*/ 615799 h 5753325"/>
              <a:gd name="connsiteX8" fmla="*/ 6459988 w 6492864"/>
              <a:gd name="connsiteY8" fmla="*/ 707628 h 5753325"/>
              <a:gd name="connsiteX9" fmla="*/ 6453989 w 6492864"/>
              <a:gd name="connsiteY9" fmla="*/ 711876 h 5753325"/>
              <a:gd name="connsiteX10" fmla="*/ 6453209 w 6492864"/>
              <a:gd name="connsiteY10" fmla="*/ 719127 h 5753325"/>
              <a:gd name="connsiteX11" fmla="*/ 6457662 w 6492864"/>
              <a:gd name="connsiteY11" fmla="*/ 723331 h 5753325"/>
              <a:gd name="connsiteX12" fmla="*/ 6447445 w 6492864"/>
              <a:gd name="connsiteY12" fmla="*/ 780003 h 5753325"/>
              <a:gd name="connsiteX13" fmla="*/ 6426552 w 6492864"/>
              <a:gd name="connsiteY13" fmla="*/ 845805 h 5753325"/>
              <a:gd name="connsiteX14" fmla="*/ 6434072 w 6492864"/>
              <a:gd name="connsiteY14" fmla="*/ 910733 h 5753325"/>
              <a:gd name="connsiteX15" fmla="*/ 6432570 w 6492864"/>
              <a:gd name="connsiteY15" fmla="*/ 983394 h 5753325"/>
              <a:gd name="connsiteX16" fmla="*/ 6431878 w 6492864"/>
              <a:gd name="connsiteY16" fmla="*/ 1026728 h 5753325"/>
              <a:gd name="connsiteX17" fmla="*/ 6414269 w 6492864"/>
              <a:gd name="connsiteY17" fmla="*/ 1151111 h 5753325"/>
              <a:gd name="connsiteX18" fmla="*/ 6371722 w 6492864"/>
              <a:gd name="connsiteY18" fmla="*/ 1318080 h 5753325"/>
              <a:gd name="connsiteX19" fmla="*/ 6356023 w 6492864"/>
              <a:gd name="connsiteY19" fmla="*/ 1356227 h 5753325"/>
              <a:gd name="connsiteX20" fmla="*/ 6356157 w 6492864"/>
              <a:gd name="connsiteY20" fmla="*/ 1361967 h 5753325"/>
              <a:gd name="connsiteX21" fmla="*/ 6350613 w 6492864"/>
              <a:gd name="connsiteY21" fmla="*/ 1393569 h 5753325"/>
              <a:gd name="connsiteX22" fmla="*/ 6357062 w 6492864"/>
              <a:gd name="connsiteY22" fmla="*/ 1444071 h 5753325"/>
              <a:gd name="connsiteX23" fmla="*/ 6364832 w 6492864"/>
              <a:gd name="connsiteY23" fmla="*/ 1478763 h 5753325"/>
              <a:gd name="connsiteX24" fmla="*/ 6369745 w 6492864"/>
              <a:gd name="connsiteY24" fmla="*/ 1495680 h 5753325"/>
              <a:gd name="connsiteX25" fmla="*/ 6370898 w 6492864"/>
              <a:gd name="connsiteY25" fmla="*/ 1513331 h 5753325"/>
              <a:gd name="connsiteX26" fmla="*/ 6368801 w 6492864"/>
              <a:gd name="connsiteY26" fmla="*/ 1527414 h 5753325"/>
              <a:gd name="connsiteX27" fmla="*/ 6359177 w 6492864"/>
              <a:gd name="connsiteY27" fmla="*/ 1639513 h 5753325"/>
              <a:gd name="connsiteX28" fmla="*/ 6299489 w 6492864"/>
              <a:gd name="connsiteY28" fmla="*/ 1784860 h 5753325"/>
              <a:gd name="connsiteX29" fmla="*/ 6267878 w 6492864"/>
              <a:gd name="connsiteY29" fmla="*/ 1858572 h 5753325"/>
              <a:gd name="connsiteX30" fmla="*/ 6251146 w 6492864"/>
              <a:gd name="connsiteY30" fmla="*/ 1926167 h 5753325"/>
              <a:gd name="connsiteX31" fmla="*/ 6210686 w 6492864"/>
              <a:gd name="connsiteY31" fmla="*/ 2014834 h 5753325"/>
              <a:gd name="connsiteX32" fmla="*/ 6106652 w 6492864"/>
              <a:gd name="connsiteY32" fmla="*/ 2150572 h 5753325"/>
              <a:gd name="connsiteX33" fmla="*/ 6097813 w 6492864"/>
              <a:gd name="connsiteY33" fmla="*/ 2172208 h 5753325"/>
              <a:gd name="connsiteX34" fmla="*/ 6095990 w 6492864"/>
              <a:gd name="connsiteY34" fmla="*/ 2181185 h 5753325"/>
              <a:gd name="connsiteX35" fmla="*/ 6090126 w 6492864"/>
              <a:gd name="connsiteY35" fmla="*/ 2192533 h 5753325"/>
              <a:gd name="connsiteX36" fmla="*/ 6089503 w 6492864"/>
              <a:gd name="connsiteY36" fmla="*/ 2192543 h 5753325"/>
              <a:gd name="connsiteX37" fmla="*/ 6084946 w 6492864"/>
              <a:gd name="connsiteY37" fmla="*/ 2203694 h 5753325"/>
              <a:gd name="connsiteX38" fmla="*/ 5987861 w 6492864"/>
              <a:gd name="connsiteY38" fmla="*/ 2304868 h 5753325"/>
              <a:gd name="connsiteX39" fmla="*/ 5973439 w 6492864"/>
              <a:gd name="connsiteY39" fmla="*/ 2385635 h 5753325"/>
              <a:gd name="connsiteX40" fmla="*/ 5916727 w 6492864"/>
              <a:gd name="connsiteY40" fmla="*/ 2458777 h 5753325"/>
              <a:gd name="connsiteX41" fmla="*/ 5856524 w 6492864"/>
              <a:gd name="connsiteY41" fmla="*/ 2583281 h 5753325"/>
              <a:gd name="connsiteX42" fmla="*/ 5838091 w 6492864"/>
              <a:gd name="connsiteY42" fmla="*/ 2753474 h 5753325"/>
              <a:gd name="connsiteX43" fmla="*/ 5777471 w 6492864"/>
              <a:gd name="connsiteY43" fmla="*/ 2901570 h 5753325"/>
              <a:gd name="connsiteX44" fmla="*/ 5723992 w 6492864"/>
              <a:gd name="connsiteY44" fmla="*/ 2998752 h 5753325"/>
              <a:gd name="connsiteX45" fmla="*/ 5557886 w 6492864"/>
              <a:gd name="connsiteY45" fmla="*/ 3329735 h 5753325"/>
              <a:gd name="connsiteX46" fmla="*/ 5471501 w 6492864"/>
              <a:gd name="connsiteY46" fmla="*/ 3462221 h 5753325"/>
              <a:gd name="connsiteX47" fmla="*/ 5465154 w 6492864"/>
              <a:gd name="connsiteY47" fmla="*/ 3541065 h 5753325"/>
              <a:gd name="connsiteX48" fmla="*/ 5437889 w 6492864"/>
              <a:gd name="connsiteY48" fmla="*/ 3559927 h 5753325"/>
              <a:gd name="connsiteX49" fmla="*/ 5432770 w 6492864"/>
              <a:gd name="connsiteY49" fmla="*/ 3562948 h 5753325"/>
              <a:gd name="connsiteX50" fmla="*/ 5406795 w 6492864"/>
              <a:gd name="connsiteY50" fmla="*/ 3578594 h 5753325"/>
              <a:gd name="connsiteX51" fmla="*/ 5381495 w 6492864"/>
              <a:gd name="connsiteY51" fmla="*/ 3599883 h 5753325"/>
              <a:gd name="connsiteX52" fmla="*/ 5363689 w 6492864"/>
              <a:gd name="connsiteY52" fmla="*/ 3633299 h 5753325"/>
              <a:gd name="connsiteX53" fmla="*/ 5291870 w 6492864"/>
              <a:gd name="connsiteY53" fmla="*/ 3799039 h 5753325"/>
              <a:gd name="connsiteX54" fmla="*/ 5241600 w 6492864"/>
              <a:gd name="connsiteY54" fmla="*/ 3894238 h 5753325"/>
              <a:gd name="connsiteX55" fmla="*/ 5211041 w 6492864"/>
              <a:gd name="connsiteY55" fmla="*/ 3924184 h 5753325"/>
              <a:gd name="connsiteX56" fmla="*/ 5176073 w 6492864"/>
              <a:gd name="connsiteY56" fmla="*/ 3970179 h 5753325"/>
              <a:gd name="connsiteX57" fmla="*/ 5172826 w 6492864"/>
              <a:gd name="connsiteY57" fmla="*/ 3991773 h 5753325"/>
              <a:gd name="connsiteX58" fmla="*/ 5157053 w 6492864"/>
              <a:gd name="connsiteY58" fmla="*/ 3997708 h 5753325"/>
              <a:gd name="connsiteX59" fmla="*/ 5127922 w 6492864"/>
              <a:gd name="connsiteY59" fmla="*/ 4022660 h 5753325"/>
              <a:gd name="connsiteX60" fmla="*/ 5020872 w 6492864"/>
              <a:gd name="connsiteY60" fmla="*/ 4075951 h 5753325"/>
              <a:gd name="connsiteX61" fmla="*/ 4991410 w 6492864"/>
              <a:gd name="connsiteY61" fmla="*/ 4087598 h 5753325"/>
              <a:gd name="connsiteX62" fmla="*/ 4930112 w 6492864"/>
              <a:gd name="connsiteY62" fmla="*/ 4138459 h 5753325"/>
              <a:gd name="connsiteX63" fmla="*/ 4834224 w 6492864"/>
              <a:gd name="connsiteY63" fmla="*/ 4231643 h 5753325"/>
              <a:gd name="connsiteX64" fmla="*/ 4812599 w 6492864"/>
              <a:gd name="connsiteY64" fmla="*/ 4249449 h 5753325"/>
              <a:gd name="connsiteX65" fmla="*/ 4789188 w 6492864"/>
              <a:gd name="connsiteY65" fmla="*/ 4256678 h 5753325"/>
              <a:gd name="connsiteX66" fmla="*/ 4779554 w 6492864"/>
              <a:gd name="connsiteY66" fmla="*/ 4251313 h 5753325"/>
              <a:gd name="connsiteX67" fmla="*/ 4766885 w 6492864"/>
              <a:gd name="connsiteY67" fmla="*/ 4259812 h 5753325"/>
              <a:gd name="connsiteX68" fmla="*/ 4762510 w 6492864"/>
              <a:gd name="connsiteY68" fmla="*/ 4260383 h 5753325"/>
              <a:gd name="connsiteX69" fmla="*/ 4738416 w 6492864"/>
              <a:gd name="connsiteY69" fmla="*/ 4265355 h 5753325"/>
              <a:gd name="connsiteX70" fmla="*/ 4712007 w 6492864"/>
              <a:gd name="connsiteY70" fmla="*/ 4317892 h 5753325"/>
              <a:gd name="connsiteX71" fmla="*/ 4658930 w 6492864"/>
              <a:gd name="connsiteY71" fmla="*/ 4348041 h 5753325"/>
              <a:gd name="connsiteX72" fmla="*/ 4443526 w 6492864"/>
              <a:gd name="connsiteY72" fmla="*/ 4507851 h 5753325"/>
              <a:gd name="connsiteX73" fmla="*/ 4289766 w 6492864"/>
              <a:gd name="connsiteY73" fmla="*/ 4711450 h 5753325"/>
              <a:gd name="connsiteX74" fmla="*/ 4150870 w 6492864"/>
              <a:gd name="connsiteY74" fmla="*/ 4818480 h 5753325"/>
              <a:gd name="connsiteX75" fmla="*/ 4006639 w 6492864"/>
              <a:gd name="connsiteY75" fmla="*/ 4933815 h 5753325"/>
              <a:gd name="connsiteX76" fmla="*/ 3298210 w 6492864"/>
              <a:gd name="connsiteY76" fmla="*/ 5070790 h 5753325"/>
              <a:gd name="connsiteX77" fmla="*/ 2947678 w 6492864"/>
              <a:gd name="connsiteY77" fmla="*/ 5117869 h 5753325"/>
              <a:gd name="connsiteX78" fmla="*/ 2822169 w 6492864"/>
              <a:gd name="connsiteY78" fmla="*/ 5129396 h 5753325"/>
              <a:gd name="connsiteX79" fmla="*/ 2538773 w 6492864"/>
              <a:gd name="connsiteY79" fmla="*/ 5313397 h 5753325"/>
              <a:gd name="connsiteX80" fmla="*/ 2014500 w 6492864"/>
              <a:gd name="connsiteY80" fmla="*/ 5519744 h 5753325"/>
              <a:gd name="connsiteX81" fmla="*/ 1934391 w 6492864"/>
              <a:gd name="connsiteY81" fmla="*/ 5591335 h 5753325"/>
              <a:gd name="connsiteX82" fmla="*/ 1892550 w 6492864"/>
              <a:gd name="connsiteY82" fmla="*/ 5649708 h 5753325"/>
              <a:gd name="connsiteX83" fmla="*/ 1854769 w 6492864"/>
              <a:gd name="connsiteY83" fmla="*/ 5647691 h 5753325"/>
              <a:gd name="connsiteX84" fmla="*/ 1809461 w 6492864"/>
              <a:gd name="connsiteY84" fmla="*/ 5648628 h 5753325"/>
              <a:gd name="connsiteX85" fmla="*/ 1745150 w 6492864"/>
              <a:gd name="connsiteY85" fmla="*/ 5693879 h 5753325"/>
              <a:gd name="connsiteX86" fmla="*/ 1713375 w 6492864"/>
              <a:gd name="connsiteY86" fmla="*/ 5684672 h 5753325"/>
              <a:gd name="connsiteX87" fmla="*/ 1707808 w 6492864"/>
              <a:gd name="connsiteY87" fmla="*/ 5682611 h 5753325"/>
              <a:gd name="connsiteX88" fmla="*/ 1679313 w 6492864"/>
              <a:gd name="connsiteY88" fmla="*/ 5672360 h 5753325"/>
              <a:gd name="connsiteX89" fmla="*/ 1646933 w 6492864"/>
              <a:gd name="connsiteY89" fmla="*/ 5666227 h 5753325"/>
              <a:gd name="connsiteX90" fmla="*/ 1610055 w 6492864"/>
              <a:gd name="connsiteY90" fmla="*/ 5673643 h 5753325"/>
              <a:gd name="connsiteX91" fmla="*/ 1437641 w 6492864"/>
              <a:gd name="connsiteY91" fmla="*/ 5723266 h 5753325"/>
              <a:gd name="connsiteX92" fmla="*/ 1332869 w 6492864"/>
              <a:gd name="connsiteY92" fmla="*/ 5744752 h 5753325"/>
              <a:gd name="connsiteX93" fmla="*/ 1290525 w 6492864"/>
              <a:gd name="connsiteY93" fmla="*/ 5740036 h 5753325"/>
              <a:gd name="connsiteX94" fmla="*/ 1233107 w 6492864"/>
              <a:gd name="connsiteY94" fmla="*/ 5742106 h 5753325"/>
              <a:gd name="connsiteX95" fmla="*/ 1214532 w 6492864"/>
              <a:gd name="connsiteY95" fmla="*/ 5753325 h 5753325"/>
              <a:gd name="connsiteX96" fmla="*/ 1199955 w 6492864"/>
              <a:gd name="connsiteY96" fmla="*/ 5744831 h 5753325"/>
              <a:gd name="connsiteX97" fmla="*/ 1162337 w 6492864"/>
              <a:gd name="connsiteY97" fmla="*/ 5738048 h 5753325"/>
              <a:gd name="connsiteX98" fmla="*/ 1053457 w 6492864"/>
              <a:gd name="connsiteY98" fmla="*/ 5688676 h 5753325"/>
              <a:gd name="connsiteX99" fmla="*/ 1025798 w 6492864"/>
              <a:gd name="connsiteY99" fmla="*/ 5673166 h 5753325"/>
              <a:gd name="connsiteX100" fmla="*/ 947900 w 6492864"/>
              <a:gd name="connsiteY100" fmla="*/ 5657848 h 5753325"/>
              <a:gd name="connsiteX101" fmla="*/ 815627 w 6492864"/>
              <a:gd name="connsiteY101" fmla="*/ 5642557 h 5753325"/>
              <a:gd name="connsiteX102" fmla="*/ 788251 w 6492864"/>
              <a:gd name="connsiteY102" fmla="*/ 5637065 h 5753325"/>
              <a:gd name="connsiteX103" fmla="*/ 767822 w 6492864"/>
              <a:gd name="connsiteY103" fmla="*/ 5623450 h 5753325"/>
              <a:gd name="connsiteX104" fmla="*/ 765791 w 6492864"/>
              <a:gd name="connsiteY104" fmla="*/ 5612539 h 5753325"/>
              <a:gd name="connsiteX105" fmla="*/ 751230 w 6492864"/>
              <a:gd name="connsiteY105" fmla="*/ 5608092 h 5753325"/>
              <a:gd name="connsiteX106" fmla="*/ 748008 w 6492864"/>
              <a:gd name="connsiteY106" fmla="*/ 5605052 h 5753325"/>
              <a:gd name="connsiteX107" fmla="*/ 728871 w 6492864"/>
              <a:gd name="connsiteY107" fmla="*/ 5589469 h 5753325"/>
              <a:gd name="connsiteX108" fmla="*/ 671898 w 6492864"/>
              <a:gd name="connsiteY108" fmla="*/ 5602363 h 5753325"/>
              <a:gd name="connsiteX109" fmla="*/ 615065 w 6492864"/>
              <a:gd name="connsiteY109" fmla="*/ 5580257 h 5753325"/>
              <a:gd name="connsiteX110" fmla="*/ 355785 w 6492864"/>
              <a:gd name="connsiteY110" fmla="*/ 5514383 h 5753325"/>
              <a:gd name="connsiteX111" fmla="*/ 102269 w 6492864"/>
              <a:gd name="connsiteY111" fmla="*/ 5524347 h 5753325"/>
              <a:gd name="connsiteX112" fmla="*/ 13160 w 6492864"/>
              <a:gd name="connsiteY112" fmla="*/ 5514159 h 5753325"/>
              <a:gd name="connsiteX113" fmla="*/ 0 w 6492864"/>
              <a:gd name="connsiteY113" fmla="*/ 5511735 h 5753325"/>
              <a:gd name="connsiteX114" fmla="*/ 0 w 6492864"/>
              <a:gd name="connsiteY114" fmla="*/ 0 h 5753325"/>
              <a:gd name="connsiteX0" fmla="*/ 0 w 6492864"/>
              <a:gd name="connsiteY0" fmla="*/ 0 h 5753325"/>
              <a:gd name="connsiteX1" fmla="*/ 6438980 w 6492864"/>
              <a:gd name="connsiteY1" fmla="*/ 0 h 5753325"/>
              <a:gd name="connsiteX2" fmla="*/ 6439047 w 6492864"/>
              <a:gd name="connsiteY2" fmla="*/ 147 h 5753325"/>
              <a:gd name="connsiteX3" fmla="*/ 6443456 w 6492864"/>
              <a:gd name="connsiteY3" fmla="*/ 130105 h 5753325"/>
              <a:gd name="connsiteX4" fmla="*/ 6447632 w 6492864"/>
              <a:gd name="connsiteY4" fmla="*/ 170016 h 5753325"/>
              <a:gd name="connsiteX5" fmla="*/ 6396598 w 6492864"/>
              <a:gd name="connsiteY5" fmla="*/ 274847 h 5753325"/>
              <a:gd name="connsiteX6" fmla="*/ 6488360 w 6492864"/>
              <a:gd name="connsiteY6" fmla="*/ 535865 h 5753325"/>
              <a:gd name="connsiteX7" fmla="*/ 6492864 w 6492864"/>
              <a:gd name="connsiteY7" fmla="*/ 615799 h 5753325"/>
              <a:gd name="connsiteX8" fmla="*/ 6459988 w 6492864"/>
              <a:gd name="connsiteY8" fmla="*/ 707628 h 5753325"/>
              <a:gd name="connsiteX9" fmla="*/ 6453989 w 6492864"/>
              <a:gd name="connsiteY9" fmla="*/ 711876 h 5753325"/>
              <a:gd name="connsiteX10" fmla="*/ 6453209 w 6492864"/>
              <a:gd name="connsiteY10" fmla="*/ 719127 h 5753325"/>
              <a:gd name="connsiteX11" fmla="*/ 6457662 w 6492864"/>
              <a:gd name="connsiteY11" fmla="*/ 723331 h 5753325"/>
              <a:gd name="connsiteX12" fmla="*/ 6447445 w 6492864"/>
              <a:gd name="connsiteY12" fmla="*/ 780003 h 5753325"/>
              <a:gd name="connsiteX13" fmla="*/ 6426552 w 6492864"/>
              <a:gd name="connsiteY13" fmla="*/ 845805 h 5753325"/>
              <a:gd name="connsiteX14" fmla="*/ 6434072 w 6492864"/>
              <a:gd name="connsiteY14" fmla="*/ 910733 h 5753325"/>
              <a:gd name="connsiteX15" fmla="*/ 6432570 w 6492864"/>
              <a:gd name="connsiteY15" fmla="*/ 983394 h 5753325"/>
              <a:gd name="connsiteX16" fmla="*/ 6431878 w 6492864"/>
              <a:gd name="connsiteY16" fmla="*/ 1026728 h 5753325"/>
              <a:gd name="connsiteX17" fmla="*/ 6414269 w 6492864"/>
              <a:gd name="connsiteY17" fmla="*/ 1151111 h 5753325"/>
              <a:gd name="connsiteX18" fmla="*/ 6371722 w 6492864"/>
              <a:gd name="connsiteY18" fmla="*/ 1318080 h 5753325"/>
              <a:gd name="connsiteX19" fmla="*/ 6356023 w 6492864"/>
              <a:gd name="connsiteY19" fmla="*/ 1356227 h 5753325"/>
              <a:gd name="connsiteX20" fmla="*/ 6356157 w 6492864"/>
              <a:gd name="connsiteY20" fmla="*/ 1361967 h 5753325"/>
              <a:gd name="connsiteX21" fmla="*/ 6350613 w 6492864"/>
              <a:gd name="connsiteY21" fmla="*/ 1393569 h 5753325"/>
              <a:gd name="connsiteX22" fmla="*/ 6357062 w 6492864"/>
              <a:gd name="connsiteY22" fmla="*/ 1444071 h 5753325"/>
              <a:gd name="connsiteX23" fmla="*/ 6364832 w 6492864"/>
              <a:gd name="connsiteY23" fmla="*/ 1478763 h 5753325"/>
              <a:gd name="connsiteX24" fmla="*/ 6369745 w 6492864"/>
              <a:gd name="connsiteY24" fmla="*/ 1495680 h 5753325"/>
              <a:gd name="connsiteX25" fmla="*/ 6370898 w 6492864"/>
              <a:gd name="connsiteY25" fmla="*/ 1513331 h 5753325"/>
              <a:gd name="connsiteX26" fmla="*/ 6368801 w 6492864"/>
              <a:gd name="connsiteY26" fmla="*/ 1527414 h 5753325"/>
              <a:gd name="connsiteX27" fmla="*/ 6359177 w 6492864"/>
              <a:gd name="connsiteY27" fmla="*/ 1639513 h 5753325"/>
              <a:gd name="connsiteX28" fmla="*/ 6299489 w 6492864"/>
              <a:gd name="connsiteY28" fmla="*/ 1784860 h 5753325"/>
              <a:gd name="connsiteX29" fmla="*/ 6267878 w 6492864"/>
              <a:gd name="connsiteY29" fmla="*/ 1858572 h 5753325"/>
              <a:gd name="connsiteX30" fmla="*/ 6251146 w 6492864"/>
              <a:gd name="connsiteY30" fmla="*/ 1926167 h 5753325"/>
              <a:gd name="connsiteX31" fmla="*/ 6210686 w 6492864"/>
              <a:gd name="connsiteY31" fmla="*/ 2014834 h 5753325"/>
              <a:gd name="connsiteX32" fmla="*/ 6106652 w 6492864"/>
              <a:gd name="connsiteY32" fmla="*/ 2150572 h 5753325"/>
              <a:gd name="connsiteX33" fmla="*/ 6097813 w 6492864"/>
              <a:gd name="connsiteY33" fmla="*/ 2172208 h 5753325"/>
              <a:gd name="connsiteX34" fmla="*/ 6095990 w 6492864"/>
              <a:gd name="connsiteY34" fmla="*/ 2181185 h 5753325"/>
              <a:gd name="connsiteX35" fmla="*/ 6090126 w 6492864"/>
              <a:gd name="connsiteY35" fmla="*/ 2192533 h 5753325"/>
              <a:gd name="connsiteX36" fmla="*/ 6089503 w 6492864"/>
              <a:gd name="connsiteY36" fmla="*/ 2192543 h 5753325"/>
              <a:gd name="connsiteX37" fmla="*/ 6084946 w 6492864"/>
              <a:gd name="connsiteY37" fmla="*/ 2203694 h 5753325"/>
              <a:gd name="connsiteX38" fmla="*/ 5987861 w 6492864"/>
              <a:gd name="connsiteY38" fmla="*/ 2304868 h 5753325"/>
              <a:gd name="connsiteX39" fmla="*/ 5973439 w 6492864"/>
              <a:gd name="connsiteY39" fmla="*/ 2385635 h 5753325"/>
              <a:gd name="connsiteX40" fmla="*/ 5916727 w 6492864"/>
              <a:gd name="connsiteY40" fmla="*/ 2458777 h 5753325"/>
              <a:gd name="connsiteX41" fmla="*/ 5856524 w 6492864"/>
              <a:gd name="connsiteY41" fmla="*/ 2583281 h 5753325"/>
              <a:gd name="connsiteX42" fmla="*/ 5838091 w 6492864"/>
              <a:gd name="connsiteY42" fmla="*/ 2753474 h 5753325"/>
              <a:gd name="connsiteX43" fmla="*/ 5777471 w 6492864"/>
              <a:gd name="connsiteY43" fmla="*/ 2901570 h 5753325"/>
              <a:gd name="connsiteX44" fmla="*/ 5723992 w 6492864"/>
              <a:gd name="connsiteY44" fmla="*/ 2998752 h 5753325"/>
              <a:gd name="connsiteX45" fmla="*/ 5557886 w 6492864"/>
              <a:gd name="connsiteY45" fmla="*/ 3329735 h 5753325"/>
              <a:gd name="connsiteX46" fmla="*/ 5471501 w 6492864"/>
              <a:gd name="connsiteY46" fmla="*/ 3462221 h 5753325"/>
              <a:gd name="connsiteX47" fmla="*/ 5465154 w 6492864"/>
              <a:gd name="connsiteY47" fmla="*/ 3541065 h 5753325"/>
              <a:gd name="connsiteX48" fmla="*/ 5437889 w 6492864"/>
              <a:gd name="connsiteY48" fmla="*/ 3559927 h 5753325"/>
              <a:gd name="connsiteX49" fmla="*/ 5432770 w 6492864"/>
              <a:gd name="connsiteY49" fmla="*/ 3562948 h 5753325"/>
              <a:gd name="connsiteX50" fmla="*/ 5406795 w 6492864"/>
              <a:gd name="connsiteY50" fmla="*/ 3578594 h 5753325"/>
              <a:gd name="connsiteX51" fmla="*/ 5381495 w 6492864"/>
              <a:gd name="connsiteY51" fmla="*/ 3599883 h 5753325"/>
              <a:gd name="connsiteX52" fmla="*/ 5363689 w 6492864"/>
              <a:gd name="connsiteY52" fmla="*/ 3633299 h 5753325"/>
              <a:gd name="connsiteX53" fmla="*/ 5291870 w 6492864"/>
              <a:gd name="connsiteY53" fmla="*/ 3799039 h 5753325"/>
              <a:gd name="connsiteX54" fmla="*/ 5241600 w 6492864"/>
              <a:gd name="connsiteY54" fmla="*/ 3894238 h 5753325"/>
              <a:gd name="connsiteX55" fmla="*/ 5211041 w 6492864"/>
              <a:gd name="connsiteY55" fmla="*/ 3924184 h 5753325"/>
              <a:gd name="connsiteX56" fmla="*/ 5176073 w 6492864"/>
              <a:gd name="connsiteY56" fmla="*/ 3970179 h 5753325"/>
              <a:gd name="connsiteX57" fmla="*/ 5172826 w 6492864"/>
              <a:gd name="connsiteY57" fmla="*/ 3991773 h 5753325"/>
              <a:gd name="connsiteX58" fmla="*/ 5157053 w 6492864"/>
              <a:gd name="connsiteY58" fmla="*/ 3997708 h 5753325"/>
              <a:gd name="connsiteX59" fmla="*/ 5127922 w 6492864"/>
              <a:gd name="connsiteY59" fmla="*/ 4022660 h 5753325"/>
              <a:gd name="connsiteX60" fmla="*/ 5020872 w 6492864"/>
              <a:gd name="connsiteY60" fmla="*/ 4075951 h 5753325"/>
              <a:gd name="connsiteX61" fmla="*/ 4991410 w 6492864"/>
              <a:gd name="connsiteY61" fmla="*/ 4087598 h 5753325"/>
              <a:gd name="connsiteX62" fmla="*/ 4930112 w 6492864"/>
              <a:gd name="connsiteY62" fmla="*/ 4138459 h 5753325"/>
              <a:gd name="connsiteX63" fmla="*/ 4834224 w 6492864"/>
              <a:gd name="connsiteY63" fmla="*/ 4231643 h 5753325"/>
              <a:gd name="connsiteX64" fmla="*/ 4812599 w 6492864"/>
              <a:gd name="connsiteY64" fmla="*/ 4249449 h 5753325"/>
              <a:gd name="connsiteX65" fmla="*/ 4789188 w 6492864"/>
              <a:gd name="connsiteY65" fmla="*/ 4256678 h 5753325"/>
              <a:gd name="connsiteX66" fmla="*/ 4779554 w 6492864"/>
              <a:gd name="connsiteY66" fmla="*/ 4251313 h 5753325"/>
              <a:gd name="connsiteX67" fmla="*/ 4766885 w 6492864"/>
              <a:gd name="connsiteY67" fmla="*/ 4259812 h 5753325"/>
              <a:gd name="connsiteX68" fmla="*/ 4762510 w 6492864"/>
              <a:gd name="connsiteY68" fmla="*/ 4260383 h 5753325"/>
              <a:gd name="connsiteX69" fmla="*/ 4738416 w 6492864"/>
              <a:gd name="connsiteY69" fmla="*/ 4265355 h 5753325"/>
              <a:gd name="connsiteX70" fmla="*/ 4712007 w 6492864"/>
              <a:gd name="connsiteY70" fmla="*/ 4317892 h 5753325"/>
              <a:gd name="connsiteX71" fmla="*/ 4658930 w 6492864"/>
              <a:gd name="connsiteY71" fmla="*/ 4348041 h 5753325"/>
              <a:gd name="connsiteX72" fmla="*/ 4443526 w 6492864"/>
              <a:gd name="connsiteY72" fmla="*/ 4507851 h 5753325"/>
              <a:gd name="connsiteX73" fmla="*/ 4289766 w 6492864"/>
              <a:gd name="connsiteY73" fmla="*/ 4711450 h 5753325"/>
              <a:gd name="connsiteX74" fmla="*/ 4150870 w 6492864"/>
              <a:gd name="connsiteY74" fmla="*/ 4818480 h 5753325"/>
              <a:gd name="connsiteX75" fmla="*/ 4006639 w 6492864"/>
              <a:gd name="connsiteY75" fmla="*/ 4933815 h 5753325"/>
              <a:gd name="connsiteX76" fmla="*/ 3298210 w 6492864"/>
              <a:gd name="connsiteY76" fmla="*/ 5070790 h 5753325"/>
              <a:gd name="connsiteX77" fmla="*/ 2947678 w 6492864"/>
              <a:gd name="connsiteY77" fmla="*/ 5117869 h 5753325"/>
              <a:gd name="connsiteX78" fmla="*/ 2822169 w 6492864"/>
              <a:gd name="connsiteY78" fmla="*/ 5129396 h 5753325"/>
              <a:gd name="connsiteX79" fmla="*/ 2538773 w 6492864"/>
              <a:gd name="connsiteY79" fmla="*/ 5313397 h 5753325"/>
              <a:gd name="connsiteX80" fmla="*/ 2014500 w 6492864"/>
              <a:gd name="connsiteY80" fmla="*/ 5519744 h 5753325"/>
              <a:gd name="connsiteX81" fmla="*/ 1934391 w 6492864"/>
              <a:gd name="connsiteY81" fmla="*/ 5591335 h 5753325"/>
              <a:gd name="connsiteX82" fmla="*/ 1892550 w 6492864"/>
              <a:gd name="connsiteY82" fmla="*/ 5649708 h 5753325"/>
              <a:gd name="connsiteX83" fmla="*/ 1854769 w 6492864"/>
              <a:gd name="connsiteY83" fmla="*/ 5647691 h 5753325"/>
              <a:gd name="connsiteX84" fmla="*/ 1809461 w 6492864"/>
              <a:gd name="connsiteY84" fmla="*/ 5648628 h 5753325"/>
              <a:gd name="connsiteX85" fmla="*/ 1745150 w 6492864"/>
              <a:gd name="connsiteY85" fmla="*/ 5693879 h 5753325"/>
              <a:gd name="connsiteX86" fmla="*/ 1713375 w 6492864"/>
              <a:gd name="connsiteY86" fmla="*/ 5684672 h 5753325"/>
              <a:gd name="connsiteX87" fmla="*/ 1707808 w 6492864"/>
              <a:gd name="connsiteY87" fmla="*/ 5682611 h 5753325"/>
              <a:gd name="connsiteX88" fmla="*/ 1679313 w 6492864"/>
              <a:gd name="connsiteY88" fmla="*/ 5672360 h 5753325"/>
              <a:gd name="connsiteX89" fmla="*/ 1646933 w 6492864"/>
              <a:gd name="connsiteY89" fmla="*/ 5666227 h 5753325"/>
              <a:gd name="connsiteX90" fmla="*/ 1610055 w 6492864"/>
              <a:gd name="connsiteY90" fmla="*/ 5673643 h 5753325"/>
              <a:gd name="connsiteX91" fmla="*/ 1437641 w 6492864"/>
              <a:gd name="connsiteY91" fmla="*/ 5723266 h 5753325"/>
              <a:gd name="connsiteX92" fmla="*/ 1332869 w 6492864"/>
              <a:gd name="connsiteY92" fmla="*/ 5744752 h 5753325"/>
              <a:gd name="connsiteX93" fmla="*/ 1290525 w 6492864"/>
              <a:gd name="connsiteY93" fmla="*/ 5740036 h 5753325"/>
              <a:gd name="connsiteX94" fmla="*/ 1233107 w 6492864"/>
              <a:gd name="connsiteY94" fmla="*/ 5742106 h 5753325"/>
              <a:gd name="connsiteX95" fmla="*/ 1214532 w 6492864"/>
              <a:gd name="connsiteY95" fmla="*/ 5753325 h 5753325"/>
              <a:gd name="connsiteX96" fmla="*/ 1199955 w 6492864"/>
              <a:gd name="connsiteY96" fmla="*/ 5744831 h 5753325"/>
              <a:gd name="connsiteX97" fmla="*/ 1162337 w 6492864"/>
              <a:gd name="connsiteY97" fmla="*/ 5738048 h 5753325"/>
              <a:gd name="connsiteX98" fmla="*/ 1053457 w 6492864"/>
              <a:gd name="connsiteY98" fmla="*/ 5688676 h 5753325"/>
              <a:gd name="connsiteX99" fmla="*/ 1025798 w 6492864"/>
              <a:gd name="connsiteY99" fmla="*/ 5673166 h 5753325"/>
              <a:gd name="connsiteX100" fmla="*/ 947900 w 6492864"/>
              <a:gd name="connsiteY100" fmla="*/ 5657848 h 5753325"/>
              <a:gd name="connsiteX101" fmla="*/ 815627 w 6492864"/>
              <a:gd name="connsiteY101" fmla="*/ 5642557 h 5753325"/>
              <a:gd name="connsiteX102" fmla="*/ 788251 w 6492864"/>
              <a:gd name="connsiteY102" fmla="*/ 5637065 h 5753325"/>
              <a:gd name="connsiteX103" fmla="*/ 767822 w 6492864"/>
              <a:gd name="connsiteY103" fmla="*/ 5623450 h 5753325"/>
              <a:gd name="connsiteX104" fmla="*/ 765791 w 6492864"/>
              <a:gd name="connsiteY104" fmla="*/ 5612539 h 5753325"/>
              <a:gd name="connsiteX105" fmla="*/ 751230 w 6492864"/>
              <a:gd name="connsiteY105" fmla="*/ 5608092 h 5753325"/>
              <a:gd name="connsiteX106" fmla="*/ 748008 w 6492864"/>
              <a:gd name="connsiteY106" fmla="*/ 5605052 h 5753325"/>
              <a:gd name="connsiteX107" fmla="*/ 728871 w 6492864"/>
              <a:gd name="connsiteY107" fmla="*/ 5589469 h 5753325"/>
              <a:gd name="connsiteX108" fmla="*/ 671898 w 6492864"/>
              <a:gd name="connsiteY108" fmla="*/ 5602363 h 5753325"/>
              <a:gd name="connsiteX109" fmla="*/ 615065 w 6492864"/>
              <a:gd name="connsiteY109" fmla="*/ 5580257 h 5753325"/>
              <a:gd name="connsiteX110" fmla="*/ 355785 w 6492864"/>
              <a:gd name="connsiteY110" fmla="*/ 5514383 h 5753325"/>
              <a:gd name="connsiteX111" fmla="*/ 102269 w 6492864"/>
              <a:gd name="connsiteY111" fmla="*/ 5524347 h 5753325"/>
              <a:gd name="connsiteX112" fmla="*/ 13160 w 6492864"/>
              <a:gd name="connsiteY112" fmla="*/ 5514159 h 5753325"/>
              <a:gd name="connsiteX113" fmla="*/ 0 w 6492864"/>
              <a:gd name="connsiteY113" fmla="*/ 5511735 h 5753325"/>
              <a:gd name="connsiteX114" fmla="*/ 0 w 6492864"/>
              <a:gd name="connsiteY114" fmla="*/ 0 h 5753325"/>
              <a:gd name="connsiteX0" fmla="*/ 0 w 6492864"/>
              <a:gd name="connsiteY0" fmla="*/ 0 h 5753325"/>
              <a:gd name="connsiteX1" fmla="*/ 6438980 w 6492864"/>
              <a:gd name="connsiteY1" fmla="*/ 0 h 5753325"/>
              <a:gd name="connsiteX2" fmla="*/ 6439047 w 6492864"/>
              <a:gd name="connsiteY2" fmla="*/ 147 h 5753325"/>
              <a:gd name="connsiteX3" fmla="*/ 6443456 w 6492864"/>
              <a:gd name="connsiteY3" fmla="*/ 130105 h 5753325"/>
              <a:gd name="connsiteX4" fmla="*/ 6447632 w 6492864"/>
              <a:gd name="connsiteY4" fmla="*/ 170016 h 5753325"/>
              <a:gd name="connsiteX5" fmla="*/ 6396598 w 6492864"/>
              <a:gd name="connsiteY5" fmla="*/ 274847 h 5753325"/>
              <a:gd name="connsiteX6" fmla="*/ 6375685 w 6492864"/>
              <a:gd name="connsiteY6" fmla="*/ 535865 h 5753325"/>
              <a:gd name="connsiteX7" fmla="*/ 6492864 w 6492864"/>
              <a:gd name="connsiteY7" fmla="*/ 615799 h 5753325"/>
              <a:gd name="connsiteX8" fmla="*/ 6459988 w 6492864"/>
              <a:gd name="connsiteY8" fmla="*/ 707628 h 5753325"/>
              <a:gd name="connsiteX9" fmla="*/ 6453989 w 6492864"/>
              <a:gd name="connsiteY9" fmla="*/ 711876 h 5753325"/>
              <a:gd name="connsiteX10" fmla="*/ 6453209 w 6492864"/>
              <a:gd name="connsiteY10" fmla="*/ 719127 h 5753325"/>
              <a:gd name="connsiteX11" fmla="*/ 6457662 w 6492864"/>
              <a:gd name="connsiteY11" fmla="*/ 723331 h 5753325"/>
              <a:gd name="connsiteX12" fmla="*/ 6447445 w 6492864"/>
              <a:gd name="connsiteY12" fmla="*/ 780003 h 5753325"/>
              <a:gd name="connsiteX13" fmla="*/ 6426552 w 6492864"/>
              <a:gd name="connsiteY13" fmla="*/ 845805 h 5753325"/>
              <a:gd name="connsiteX14" fmla="*/ 6434072 w 6492864"/>
              <a:gd name="connsiteY14" fmla="*/ 910733 h 5753325"/>
              <a:gd name="connsiteX15" fmla="*/ 6432570 w 6492864"/>
              <a:gd name="connsiteY15" fmla="*/ 983394 h 5753325"/>
              <a:gd name="connsiteX16" fmla="*/ 6431878 w 6492864"/>
              <a:gd name="connsiteY16" fmla="*/ 1026728 h 5753325"/>
              <a:gd name="connsiteX17" fmla="*/ 6414269 w 6492864"/>
              <a:gd name="connsiteY17" fmla="*/ 1151111 h 5753325"/>
              <a:gd name="connsiteX18" fmla="*/ 6371722 w 6492864"/>
              <a:gd name="connsiteY18" fmla="*/ 1318080 h 5753325"/>
              <a:gd name="connsiteX19" fmla="*/ 6356023 w 6492864"/>
              <a:gd name="connsiteY19" fmla="*/ 1356227 h 5753325"/>
              <a:gd name="connsiteX20" fmla="*/ 6356157 w 6492864"/>
              <a:gd name="connsiteY20" fmla="*/ 1361967 h 5753325"/>
              <a:gd name="connsiteX21" fmla="*/ 6350613 w 6492864"/>
              <a:gd name="connsiteY21" fmla="*/ 1393569 h 5753325"/>
              <a:gd name="connsiteX22" fmla="*/ 6357062 w 6492864"/>
              <a:gd name="connsiteY22" fmla="*/ 1444071 h 5753325"/>
              <a:gd name="connsiteX23" fmla="*/ 6364832 w 6492864"/>
              <a:gd name="connsiteY23" fmla="*/ 1478763 h 5753325"/>
              <a:gd name="connsiteX24" fmla="*/ 6369745 w 6492864"/>
              <a:gd name="connsiteY24" fmla="*/ 1495680 h 5753325"/>
              <a:gd name="connsiteX25" fmla="*/ 6370898 w 6492864"/>
              <a:gd name="connsiteY25" fmla="*/ 1513331 h 5753325"/>
              <a:gd name="connsiteX26" fmla="*/ 6368801 w 6492864"/>
              <a:gd name="connsiteY26" fmla="*/ 1527414 h 5753325"/>
              <a:gd name="connsiteX27" fmla="*/ 6359177 w 6492864"/>
              <a:gd name="connsiteY27" fmla="*/ 1639513 h 5753325"/>
              <a:gd name="connsiteX28" fmla="*/ 6299489 w 6492864"/>
              <a:gd name="connsiteY28" fmla="*/ 1784860 h 5753325"/>
              <a:gd name="connsiteX29" fmla="*/ 6267878 w 6492864"/>
              <a:gd name="connsiteY29" fmla="*/ 1858572 h 5753325"/>
              <a:gd name="connsiteX30" fmla="*/ 6251146 w 6492864"/>
              <a:gd name="connsiteY30" fmla="*/ 1926167 h 5753325"/>
              <a:gd name="connsiteX31" fmla="*/ 6210686 w 6492864"/>
              <a:gd name="connsiteY31" fmla="*/ 2014834 h 5753325"/>
              <a:gd name="connsiteX32" fmla="*/ 6106652 w 6492864"/>
              <a:gd name="connsiteY32" fmla="*/ 2150572 h 5753325"/>
              <a:gd name="connsiteX33" fmla="*/ 6097813 w 6492864"/>
              <a:gd name="connsiteY33" fmla="*/ 2172208 h 5753325"/>
              <a:gd name="connsiteX34" fmla="*/ 6095990 w 6492864"/>
              <a:gd name="connsiteY34" fmla="*/ 2181185 h 5753325"/>
              <a:gd name="connsiteX35" fmla="*/ 6090126 w 6492864"/>
              <a:gd name="connsiteY35" fmla="*/ 2192533 h 5753325"/>
              <a:gd name="connsiteX36" fmla="*/ 6089503 w 6492864"/>
              <a:gd name="connsiteY36" fmla="*/ 2192543 h 5753325"/>
              <a:gd name="connsiteX37" fmla="*/ 6084946 w 6492864"/>
              <a:gd name="connsiteY37" fmla="*/ 2203694 h 5753325"/>
              <a:gd name="connsiteX38" fmla="*/ 5987861 w 6492864"/>
              <a:gd name="connsiteY38" fmla="*/ 2304868 h 5753325"/>
              <a:gd name="connsiteX39" fmla="*/ 5973439 w 6492864"/>
              <a:gd name="connsiteY39" fmla="*/ 2385635 h 5753325"/>
              <a:gd name="connsiteX40" fmla="*/ 5916727 w 6492864"/>
              <a:gd name="connsiteY40" fmla="*/ 2458777 h 5753325"/>
              <a:gd name="connsiteX41" fmla="*/ 5856524 w 6492864"/>
              <a:gd name="connsiteY41" fmla="*/ 2583281 h 5753325"/>
              <a:gd name="connsiteX42" fmla="*/ 5838091 w 6492864"/>
              <a:gd name="connsiteY42" fmla="*/ 2753474 h 5753325"/>
              <a:gd name="connsiteX43" fmla="*/ 5777471 w 6492864"/>
              <a:gd name="connsiteY43" fmla="*/ 2901570 h 5753325"/>
              <a:gd name="connsiteX44" fmla="*/ 5723992 w 6492864"/>
              <a:gd name="connsiteY44" fmla="*/ 2998752 h 5753325"/>
              <a:gd name="connsiteX45" fmla="*/ 5557886 w 6492864"/>
              <a:gd name="connsiteY45" fmla="*/ 3329735 h 5753325"/>
              <a:gd name="connsiteX46" fmla="*/ 5471501 w 6492864"/>
              <a:gd name="connsiteY46" fmla="*/ 3462221 h 5753325"/>
              <a:gd name="connsiteX47" fmla="*/ 5465154 w 6492864"/>
              <a:gd name="connsiteY47" fmla="*/ 3541065 h 5753325"/>
              <a:gd name="connsiteX48" fmla="*/ 5437889 w 6492864"/>
              <a:gd name="connsiteY48" fmla="*/ 3559927 h 5753325"/>
              <a:gd name="connsiteX49" fmla="*/ 5432770 w 6492864"/>
              <a:gd name="connsiteY49" fmla="*/ 3562948 h 5753325"/>
              <a:gd name="connsiteX50" fmla="*/ 5406795 w 6492864"/>
              <a:gd name="connsiteY50" fmla="*/ 3578594 h 5753325"/>
              <a:gd name="connsiteX51" fmla="*/ 5381495 w 6492864"/>
              <a:gd name="connsiteY51" fmla="*/ 3599883 h 5753325"/>
              <a:gd name="connsiteX52" fmla="*/ 5363689 w 6492864"/>
              <a:gd name="connsiteY52" fmla="*/ 3633299 h 5753325"/>
              <a:gd name="connsiteX53" fmla="*/ 5291870 w 6492864"/>
              <a:gd name="connsiteY53" fmla="*/ 3799039 h 5753325"/>
              <a:gd name="connsiteX54" fmla="*/ 5241600 w 6492864"/>
              <a:gd name="connsiteY54" fmla="*/ 3894238 h 5753325"/>
              <a:gd name="connsiteX55" fmla="*/ 5211041 w 6492864"/>
              <a:gd name="connsiteY55" fmla="*/ 3924184 h 5753325"/>
              <a:gd name="connsiteX56" fmla="*/ 5176073 w 6492864"/>
              <a:gd name="connsiteY56" fmla="*/ 3970179 h 5753325"/>
              <a:gd name="connsiteX57" fmla="*/ 5172826 w 6492864"/>
              <a:gd name="connsiteY57" fmla="*/ 3991773 h 5753325"/>
              <a:gd name="connsiteX58" fmla="*/ 5157053 w 6492864"/>
              <a:gd name="connsiteY58" fmla="*/ 3997708 h 5753325"/>
              <a:gd name="connsiteX59" fmla="*/ 5127922 w 6492864"/>
              <a:gd name="connsiteY59" fmla="*/ 4022660 h 5753325"/>
              <a:gd name="connsiteX60" fmla="*/ 5020872 w 6492864"/>
              <a:gd name="connsiteY60" fmla="*/ 4075951 h 5753325"/>
              <a:gd name="connsiteX61" fmla="*/ 4991410 w 6492864"/>
              <a:gd name="connsiteY61" fmla="*/ 4087598 h 5753325"/>
              <a:gd name="connsiteX62" fmla="*/ 4930112 w 6492864"/>
              <a:gd name="connsiteY62" fmla="*/ 4138459 h 5753325"/>
              <a:gd name="connsiteX63" fmla="*/ 4834224 w 6492864"/>
              <a:gd name="connsiteY63" fmla="*/ 4231643 h 5753325"/>
              <a:gd name="connsiteX64" fmla="*/ 4812599 w 6492864"/>
              <a:gd name="connsiteY64" fmla="*/ 4249449 h 5753325"/>
              <a:gd name="connsiteX65" fmla="*/ 4789188 w 6492864"/>
              <a:gd name="connsiteY65" fmla="*/ 4256678 h 5753325"/>
              <a:gd name="connsiteX66" fmla="*/ 4779554 w 6492864"/>
              <a:gd name="connsiteY66" fmla="*/ 4251313 h 5753325"/>
              <a:gd name="connsiteX67" fmla="*/ 4766885 w 6492864"/>
              <a:gd name="connsiteY67" fmla="*/ 4259812 h 5753325"/>
              <a:gd name="connsiteX68" fmla="*/ 4762510 w 6492864"/>
              <a:gd name="connsiteY68" fmla="*/ 4260383 h 5753325"/>
              <a:gd name="connsiteX69" fmla="*/ 4738416 w 6492864"/>
              <a:gd name="connsiteY69" fmla="*/ 4265355 h 5753325"/>
              <a:gd name="connsiteX70" fmla="*/ 4712007 w 6492864"/>
              <a:gd name="connsiteY70" fmla="*/ 4317892 h 5753325"/>
              <a:gd name="connsiteX71" fmla="*/ 4658930 w 6492864"/>
              <a:gd name="connsiteY71" fmla="*/ 4348041 h 5753325"/>
              <a:gd name="connsiteX72" fmla="*/ 4443526 w 6492864"/>
              <a:gd name="connsiteY72" fmla="*/ 4507851 h 5753325"/>
              <a:gd name="connsiteX73" fmla="*/ 4289766 w 6492864"/>
              <a:gd name="connsiteY73" fmla="*/ 4711450 h 5753325"/>
              <a:gd name="connsiteX74" fmla="*/ 4150870 w 6492864"/>
              <a:gd name="connsiteY74" fmla="*/ 4818480 h 5753325"/>
              <a:gd name="connsiteX75" fmla="*/ 4006639 w 6492864"/>
              <a:gd name="connsiteY75" fmla="*/ 4933815 h 5753325"/>
              <a:gd name="connsiteX76" fmla="*/ 3298210 w 6492864"/>
              <a:gd name="connsiteY76" fmla="*/ 5070790 h 5753325"/>
              <a:gd name="connsiteX77" fmla="*/ 2947678 w 6492864"/>
              <a:gd name="connsiteY77" fmla="*/ 5117869 h 5753325"/>
              <a:gd name="connsiteX78" fmla="*/ 2822169 w 6492864"/>
              <a:gd name="connsiteY78" fmla="*/ 5129396 h 5753325"/>
              <a:gd name="connsiteX79" fmla="*/ 2538773 w 6492864"/>
              <a:gd name="connsiteY79" fmla="*/ 5313397 h 5753325"/>
              <a:gd name="connsiteX80" fmla="*/ 2014500 w 6492864"/>
              <a:gd name="connsiteY80" fmla="*/ 5519744 h 5753325"/>
              <a:gd name="connsiteX81" fmla="*/ 1934391 w 6492864"/>
              <a:gd name="connsiteY81" fmla="*/ 5591335 h 5753325"/>
              <a:gd name="connsiteX82" fmla="*/ 1892550 w 6492864"/>
              <a:gd name="connsiteY82" fmla="*/ 5649708 h 5753325"/>
              <a:gd name="connsiteX83" fmla="*/ 1854769 w 6492864"/>
              <a:gd name="connsiteY83" fmla="*/ 5647691 h 5753325"/>
              <a:gd name="connsiteX84" fmla="*/ 1809461 w 6492864"/>
              <a:gd name="connsiteY84" fmla="*/ 5648628 h 5753325"/>
              <a:gd name="connsiteX85" fmla="*/ 1745150 w 6492864"/>
              <a:gd name="connsiteY85" fmla="*/ 5693879 h 5753325"/>
              <a:gd name="connsiteX86" fmla="*/ 1713375 w 6492864"/>
              <a:gd name="connsiteY86" fmla="*/ 5684672 h 5753325"/>
              <a:gd name="connsiteX87" fmla="*/ 1707808 w 6492864"/>
              <a:gd name="connsiteY87" fmla="*/ 5682611 h 5753325"/>
              <a:gd name="connsiteX88" fmla="*/ 1679313 w 6492864"/>
              <a:gd name="connsiteY88" fmla="*/ 5672360 h 5753325"/>
              <a:gd name="connsiteX89" fmla="*/ 1646933 w 6492864"/>
              <a:gd name="connsiteY89" fmla="*/ 5666227 h 5753325"/>
              <a:gd name="connsiteX90" fmla="*/ 1610055 w 6492864"/>
              <a:gd name="connsiteY90" fmla="*/ 5673643 h 5753325"/>
              <a:gd name="connsiteX91" fmla="*/ 1437641 w 6492864"/>
              <a:gd name="connsiteY91" fmla="*/ 5723266 h 5753325"/>
              <a:gd name="connsiteX92" fmla="*/ 1332869 w 6492864"/>
              <a:gd name="connsiteY92" fmla="*/ 5744752 h 5753325"/>
              <a:gd name="connsiteX93" fmla="*/ 1290525 w 6492864"/>
              <a:gd name="connsiteY93" fmla="*/ 5740036 h 5753325"/>
              <a:gd name="connsiteX94" fmla="*/ 1233107 w 6492864"/>
              <a:gd name="connsiteY94" fmla="*/ 5742106 h 5753325"/>
              <a:gd name="connsiteX95" fmla="*/ 1214532 w 6492864"/>
              <a:gd name="connsiteY95" fmla="*/ 5753325 h 5753325"/>
              <a:gd name="connsiteX96" fmla="*/ 1199955 w 6492864"/>
              <a:gd name="connsiteY96" fmla="*/ 5744831 h 5753325"/>
              <a:gd name="connsiteX97" fmla="*/ 1162337 w 6492864"/>
              <a:gd name="connsiteY97" fmla="*/ 5738048 h 5753325"/>
              <a:gd name="connsiteX98" fmla="*/ 1053457 w 6492864"/>
              <a:gd name="connsiteY98" fmla="*/ 5688676 h 5753325"/>
              <a:gd name="connsiteX99" fmla="*/ 1025798 w 6492864"/>
              <a:gd name="connsiteY99" fmla="*/ 5673166 h 5753325"/>
              <a:gd name="connsiteX100" fmla="*/ 947900 w 6492864"/>
              <a:gd name="connsiteY100" fmla="*/ 5657848 h 5753325"/>
              <a:gd name="connsiteX101" fmla="*/ 815627 w 6492864"/>
              <a:gd name="connsiteY101" fmla="*/ 5642557 h 5753325"/>
              <a:gd name="connsiteX102" fmla="*/ 788251 w 6492864"/>
              <a:gd name="connsiteY102" fmla="*/ 5637065 h 5753325"/>
              <a:gd name="connsiteX103" fmla="*/ 767822 w 6492864"/>
              <a:gd name="connsiteY103" fmla="*/ 5623450 h 5753325"/>
              <a:gd name="connsiteX104" fmla="*/ 765791 w 6492864"/>
              <a:gd name="connsiteY104" fmla="*/ 5612539 h 5753325"/>
              <a:gd name="connsiteX105" fmla="*/ 751230 w 6492864"/>
              <a:gd name="connsiteY105" fmla="*/ 5608092 h 5753325"/>
              <a:gd name="connsiteX106" fmla="*/ 748008 w 6492864"/>
              <a:gd name="connsiteY106" fmla="*/ 5605052 h 5753325"/>
              <a:gd name="connsiteX107" fmla="*/ 728871 w 6492864"/>
              <a:gd name="connsiteY107" fmla="*/ 5589469 h 5753325"/>
              <a:gd name="connsiteX108" fmla="*/ 671898 w 6492864"/>
              <a:gd name="connsiteY108" fmla="*/ 5602363 h 5753325"/>
              <a:gd name="connsiteX109" fmla="*/ 615065 w 6492864"/>
              <a:gd name="connsiteY109" fmla="*/ 5580257 h 5753325"/>
              <a:gd name="connsiteX110" fmla="*/ 355785 w 6492864"/>
              <a:gd name="connsiteY110" fmla="*/ 5514383 h 5753325"/>
              <a:gd name="connsiteX111" fmla="*/ 102269 w 6492864"/>
              <a:gd name="connsiteY111" fmla="*/ 5524347 h 5753325"/>
              <a:gd name="connsiteX112" fmla="*/ 13160 w 6492864"/>
              <a:gd name="connsiteY112" fmla="*/ 5514159 h 5753325"/>
              <a:gd name="connsiteX113" fmla="*/ 0 w 6492864"/>
              <a:gd name="connsiteY113" fmla="*/ 5511735 h 5753325"/>
              <a:gd name="connsiteX114" fmla="*/ 0 w 6492864"/>
              <a:gd name="connsiteY114" fmla="*/ 0 h 5753325"/>
              <a:gd name="connsiteX0" fmla="*/ 0 w 6462955"/>
              <a:gd name="connsiteY0" fmla="*/ 0 h 5753325"/>
              <a:gd name="connsiteX1" fmla="*/ 6438980 w 6462955"/>
              <a:gd name="connsiteY1" fmla="*/ 0 h 5753325"/>
              <a:gd name="connsiteX2" fmla="*/ 6439047 w 6462955"/>
              <a:gd name="connsiteY2" fmla="*/ 147 h 5753325"/>
              <a:gd name="connsiteX3" fmla="*/ 6443456 w 6462955"/>
              <a:gd name="connsiteY3" fmla="*/ 130105 h 5753325"/>
              <a:gd name="connsiteX4" fmla="*/ 6447632 w 6462955"/>
              <a:gd name="connsiteY4" fmla="*/ 170016 h 5753325"/>
              <a:gd name="connsiteX5" fmla="*/ 6396598 w 6462955"/>
              <a:gd name="connsiteY5" fmla="*/ 274847 h 5753325"/>
              <a:gd name="connsiteX6" fmla="*/ 6375685 w 6462955"/>
              <a:gd name="connsiteY6" fmla="*/ 535865 h 5753325"/>
              <a:gd name="connsiteX7" fmla="*/ 6354187 w 6462955"/>
              <a:gd name="connsiteY7" fmla="*/ 615799 h 5753325"/>
              <a:gd name="connsiteX8" fmla="*/ 6459988 w 6462955"/>
              <a:gd name="connsiteY8" fmla="*/ 707628 h 5753325"/>
              <a:gd name="connsiteX9" fmla="*/ 6453989 w 6462955"/>
              <a:gd name="connsiteY9" fmla="*/ 711876 h 5753325"/>
              <a:gd name="connsiteX10" fmla="*/ 6453209 w 6462955"/>
              <a:gd name="connsiteY10" fmla="*/ 719127 h 5753325"/>
              <a:gd name="connsiteX11" fmla="*/ 6457662 w 6462955"/>
              <a:gd name="connsiteY11" fmla="*/ 723331 h 5753325"/>
              <a:gd name="connsiteX12" fmla="*/ 6447445 w 6462955"/>
              <a:gd name="connsiteY12" fmla="*/ 780003 h 5753325"/>
              <a:gd name="connsiteX13" fmla="*/ 6426552 w 6462955"/>
              <a:gd name="connsiteY13" fmla="*/ 845805 h 5753325"/>
              <a:gd name="connsiteX14" fmla="*/ 6434072 w 6462955"/>
              <a:gd name="connsiteY14" fmla="*/ 910733 h 5753325"/>
              <a:gd name="connsiteX15" fmla="*/ 6432570 w 6462955"/>
              <a:gd name="connsiteY15" fmla="*/ 983394 h 5753325"/>
              <a:gd name="connsiteX16" fmla="*/ 6431878 w 6462955"/>
              <a:gd name="connsiteY16" fmla="*/ 1026728 h 5753325"/>
              <a:gd name="connsiteX17" fmla="*/ 6414269 w 6462955"/>
              <a:gd name="connsiteY17" fmla="*/ 1151111 h 5753325"/>
              <a:gd name="connsiteX18" fmla="*/ 6371722 w 6462955"/>
              <a:gd name="connsiteY18" fmla="*/ 1318080 h 5753325"/>
              <a:gd name="connsiteX19" fmla="*/ 6356023 w 6462955"/>
              <a:gd name="connsiteY19" fmla="*/ 1356227 h 5753325"/>
              <a:gd name="connsiteX20" fmla="*/ 6356157 w 6462955"/>
              <a:gd name="connsiteY20" fmla="*/ 1361967 h 5753325"/>
              <a:gd name="connsiteX21" fmla="*/ 6350613 w 6462955"/>
              <a:gd name="connsiteY21" fmla="*/ 1393569 h 5753325"/>
              <a:gd name="connsiteX22" fmla="*/ 6357062 w 6462955"/>
              <a:gd name="connsiteY22" fmla="*/ 1444071 h 5753325"/>
              <a:gd name="connsiteX23" fmla="*/ 6364832 w 6462955"/>
              <a:gd name="connsiteY23" fmla="*/ 1478763 h 5753325"/>
              <a:gd name="connsiteX24" fmla="*/ 6369745 w 6462955"/>
              <a:gd name="connsiteY24" fmla="*/ 1495680 h 5753325"/>
              <a:gd name="connsiteX25" fmla="*/ 6370898 w 6462955"/>
              <a:gd name="connsiteY25" fmla="*/ 1513331 h 5753325"/>
              <a:gd name="connsiteX26" fmla="*/ 6368801 w 6462955"/>
              <a:gd name="connsiteY26" fmla="*/ 1527414 h 5753325"/>
              <a:gd name="connsiteX27" fmla="*/ 6359177 w 6462955"/>
              <a:gd name="connsiteY27" fmla="*/ 1639513 h 5753325"/>
              <a:gd name="connsiteX28" fmla="*/ 6299489 w 6462955"/>
              <a:gd name="connsiteY28" fmla="*/ 1784860 h 5753325"/>
              <a:gd name="connsiteX29" fmla="*/ 6267878 w 6462955"/>
              <a:gd name="connsiteY29" fmla="*/ 1858572 h 5753325"/>
              <a:gd name="connsiteX30" fmla="*/ 6251146 w 6462955"/>
              <a:gd name="connsiteY30" fmla="*/ 1926167 h 5753325"/>
              <a:gd name="connsiteX31" fmla="*/ 6210686 w 6462955"/>
              <a:gd name="connsiteY31" fmla="*/ 2014834 h 5753325"/>
              <a:gd name="connsiteX32" fmla="*/ 6106652 w 6462955"/>
              <a:gd name="connsiteY32" fmla="*/ 2150572 h 5753325"/>
              <a:gd name="connsiteX33" fmla="*/ 6097813 w 6462955"/>
              <a:gd name="connsiteY33" fmla="*/ 2172208 h 5753325"/>
              <a:gd name="connsiteX34" fmla="*/ 6095990 w 6462955"/>
              <a:gd name="connsiteY34" fmla="*/ 2181185 h 5753325"/>
              <a:gd name="connsiteX35" fmla="*/ 6090126 w 6462955"/>
              <a:gd name="connsiteY35" fmla="*/ 2192533 h 5753325"/>
              <a:gd name="connsiteX36" fmla="*/ 6089503 w 6462955"/>
              <a:gd name="connsiteY36" fmla="*/ 2192543 h 5753325"/>
              <a:gd name="connsiteX37" fmla="*/ 6084946 w 6462955"/>
              <a:gd name="connsiteY37" fmla="*/ 2203694 h 5753325"/>
              <a:gd name="connsiteX38" fmla="*/ 5987861 w 6462955"/>
              <a:gd name="connsiteY38" fmla="*/ 2304868 h 5753325"/>
              <a:gd name="connsiteX39" fmla="*/ 5973439 w 6462955"/>
              <a:gd name="connsiteY39" fmla="*/ 2385635 h 5753325"/>
              <a:gd name="connsiteX40" fmla="*/ 5916727 w 6462955"/>
              <a:gd name="connsiteY40" fmla="*/ 2458777 h 5753325"/>
              <a:gd name="connsiteX41" fmla="*/ 5856524 w 6462955"/>
              <a:gd name="connsiteY41" fmla="*/ 2583281 h 5753325"/>
              <a:gd name="connsiteX42" fmla="*/ 5838091 w 6462955"/>
              <a:gd name="connsiteY42" fmla="*/ 2753474 h 5753325"/>
              <a:gd name="connsiteX43" fmla="*/ 5777471 w 6462955"/>
              <a:gd name="connsiteY43" fmla="*/ 2901570 h 5753325"/>
              <a:gd name="connsiteX44" fmla="*/ 5723992 w 6462955"/>
              <a:gd name="connsiteY44" fmla="*/ 2998752 h 5753325"/>
              <a:gd name="connsiteX45" fmla="*/ 5557886 w 6462955"/>
              <a:gd name="connsiteY45" fmla="*/ 3329735 h 5753325"/>
              <a:gd name="connsiteX46" fmla="*/ 5471501 w 6462955"/>
              <a:gd name="connsiteY46" fmla="*/ 3462221 h 5753325"/>
              <a:gd name="connsiteX47" fmla="*/ 5465154 w 6462955"/>
              <a:gd name="connsiteY47" fmla="*/ 3541065 h 5753325"/>
              <a:gd name="connsiteX48" fmla="*/ 5437889 w 6462955"/>
              <a:gd name="connsiteY48" fmla="*/ 3559927 h 5753325"/>
              <a:gd name="connsiteX49" fmla="*/ 5432770 w 6462955"/>
              <a:gd name="connsiteY49" fmla="*/ 3562948 h 5753325"/>
              <a:gd name="connsiteX50" fmla="*/ 5406795 w 6462955"/>
              <a:gd name="connsiteY50" fmla="*/ 3578594 h 5753325"/>
              <a:gd name="connsiteX51" fmla="*/ 5381495 w 6462955"/>
              <a:gd name="connsiteY51" fmla="*/ 3599883 h 5753325"/>
              <a:gd name="connsiteX52" fmla="*/ 5363689 w 6462955"/>
              <a:gd name="connsiteY52" fmla="*/ 3633299 h 5753325"/>
              <a:gd name="connsiteX53" fmla="*/ 5291870 w 6462955"/>
              <a:gd name="connsiteY53" fmla="*/ 3799039 h 5753325"/>
              <a:gd name="connsiteX54" fmla="*/ 5241600 w 6462955"/>
              <a:gd name="connsiteY54" fmla="*/ 3894238 h 5753325"/>
              <a:gd name="connsiteX55" fmla="*/ 5211041 w 6462955"/>
              <a:gd name="connsiteY55" fmla="*/ 3924184 h 5753325"/>
              <a:gd name="connsiteX56" fmla="*/ 5176073 w 6462955"/>
              <a:gd name="connsiteY56" fmla="*/ 3970179 h 5753325"/>
              <a:gd name="connsiteX57" fmla="*/ 5172826 w 6462955"/>
              <a:gd name="connsiteY57" fmla="*/ 3991773 h 5753325"/>
              <a:gd name="connsiteX58" fmla="*/ 5157053 w 6462955"/>
              <a:gd name="connsiteY58" fmla="*/ 3997708 h 5753325"/>
              <a:gd name="connsiteX59" fmla="*/ 5127922 w 6462955"/>
              <a:gd name="connsiteY59" fmla="*/ 4022660 h 5753325"/>
              <a:gd name="connsiteX60" fmla="*/ 5020872 w 6462955"/>
              <a:gd name="connsiteY60" fmla="*/ 4075951 h 5753325"/>
              <a:gd name="connsiteX61" fmla="*/ 4991410 w 6462955"/>
              <a:gd name="connsiteY61" fmla="*/ 4087598 h 5753325"/>
              <a:gd name="connsiteX62" fmla="*/ 4930112 w 6462955"/>
              <a:gd name="connsiteY62" fmla="*/ 4138459 h 5753325"/>
              <a:gd name="connsiteX63" fmla="*/ 4834224 w 6462955"/>
              <a:gd name="connsiteY63" fmla="*/ 4231643 h 5753325"/>
              <a:gd name="connsiteX64" fmla="*/ 4812599 w 6462955"/>
              <a:gd name="connsiteY64" fmla="*/ 4249449 h 5753325"/>
              <a:gd name="connsiteX65" fmla="*/ 4789188 w 6462955"/>
              <a:gd name="connsiteY65" fmla="*/ 4256678 h 5753325"/>
              <a:gd name="connsiteX66" fmla="*/ 4779554 w 6462955"/>
              <a:gd name="connsiteY66" fmla="*/ 4251313 h 5753325"/>
              <a:gd name="connsiteX67" fmla="*/ 4766885 w 6462955"/>
              <a:gd name="connsiteY67" fmla="*/ 4259812 h 5753325"/>
              <a:gd name="connsiteX68" fmla="*/ 4762510 w 6462955"/>
              <a:gd name="connsiteY68" fmla="*/ 4260383 h 5753325"/>
              <a:gd name="connsiteX69" fmla="*/ 4738416 w 6462955"/>
              <a:gd name="connsiteY69" fmla="*/ 4265355 h 5753325"/>
              <a:gd name="connsiteX70" fmla="*/ 4712007 w 6462955"/>
              <a:gd name="connsiteY70" fmla="*/ 4317892 h 5753325"/>
              <a:gd name="connsiteX71" fmla="*/ 4658930 w 6462955"/>
              <a:gd name="connsiteY71" fmla="*/ 4348041 h 5753325"/>
              <a:gd name="connsiteX72" fmla="*/ 4443526 w 6462955"/>
              <a:gd name="connsiteY72" fmla="*/ 4507851 h 5753325"/>
              <a:gd name="connsiteX73" fmla="*/ 4289766 w 6462955"/>
              <a:gd name="connsiteY73" fmla="*/ 4711450 h 5753325"/>
              <a:gd name="connsiteX74" fmla="*/ 4150870 w 6462955"/>
              <a:gd name="connsiteY74" fmla="*/ 4818480 h 5753325"/>
              <a:gd name="connsiteX75" fmla="*/ 4006639 w 6462955"/>
              <a:gd name="connsiteY75" fmla="*/ 4933815 h 5753325"/>
              <a:gd name="connsiteX76" fmla="*/ 3298210 w 6462955"/>
              <a:gd name="connsiteY76" fmla="*/ 5070790 h 5753325"/>
              <a:gd name="connsiteX77" fmla="*/ 2947678 w 6462955"/>
              <a:gd name="connsiteY77" fmla="*/ 5117869 h 5753325"/>
              <a:gd name="connsiteX78" fmla="*/ 2822169 w 6462955"/>
              <a:gd name="connsiteY78" fmla="*/ 5129396 h 5753325"/>
              <a:gd name="connsiteX79" fmla="*/ 2538773 w 6462955"/>
              <a:gd name="connsiteY79" fmla="*/ 5313397 h 5753325"/>
              <a:gd name="connsiteX80" fmla="*/ 2014500 w 6462955"/>
              <a:gd name="connsiteY80" fmla="*/ 5519744 h 5753325"/>
              <a:gd name="connsiteX81" fmla="*/ 1934391 w 6462955"/>
              <a:gd name="connsiteY81" fmla="*/ 5591335 h 5753325"/>
              <a:gd name="connsiteX82" fmla="*/ 1892550 w 6462955"/>
              <a:gd name="connsiteY82" fmla="*/ 5649708 h 5753325"/>
              <a:gd name="connsiteX83" fmla="*/ 1854769 w 6462955"/>
              <a:gd name="connsiteY83" fmla="*/ 5647691 h 5753325"/>
              <a:gd name="connsiteX84" fmla="*/ 1809461 w 6462955"/>
              <a:gd name="connsiteY84" fmla="*/ 5648628 h 5753325"/>
              <a:gd name="connsiteX85" fmla="*/ 1745150 w 6462955"/>
              <a:gd name="connsiteY85" fmla="*/ 5693879 h 5753325"/>
              <a:gd name="connsiteX86" fmla="*/ 1713375 w 6462955"/>
              <a:gd name="connsiteY86" fmla="*/ 5684672 h 5753325"/>
              <a:gd name="connsiteX87" fmla="*/ 1707808 w 6462955"/>
              <a:gd name="connsiteY87" fmla="*/ 5682611 h 5753325"/>
              <a:gd name="connsiteX88" fmla="*/ 1679313 w 6462955"/>
              <a:gd name="connsiteY88" fmla="*/ 5672360 h 5753325"/>
              <a:gd name="connsiteX89" fmla="*/ 1646933 w 6462955"/>
              <a:gd name="connsiteY89" fmla="*/ 5666227 h 5753325"/>
              <a:gd name="connsiteX90" fmla="*/ 1610055 w 6462955"/>
              <a:gd name="connsiteY90" fmla="*/ 5673643 h 5753325"/>
              <a:gd name="connsiteX91" fmla="*/ 1437641 w 6462955"/>
              <a:gd name="connsiteY91" fmla="*/ 5723266 h 5753325"/>
              <a:gd name="connsiteX92" fmla="*/ 1332869 w 6462955"/>
              <a:gd name="connsiteY92" fmla="*/ 5744752 h 5753325"/>
              <a:gd name="connsiteX93" fmla="*/ 1290525 w 6462955"/>
              <a:gd name="connsiteY93" fmla="*/ 5740036 h 5753325"/>
              <a:gd name="connsiteX94" fmla="*/ 1233107 w 6462955"/>
              <a:gd name="connsiteY94" fmla="*/ 5742106 h 5753325"/>
              <a:gd name="connsiteX95" fmla="*/ 1214532 w 6462955"/>
              <a:gd name="connsiteY95" fmla="*/ 5753325 h 5753325"/>
              <a:gd name="connsiteX96" fmla="*/ 1199955 w 6462955"/>
              <a:gd name="connsiteY96" fmla="*/ 5744831 h 5753325"/>
              <a:gd name="connsiteX97" fmla="*/ 1162337 w 6462955"/>
              <a:gd name="connsiteY97" fmla="*/ 5738048 h 5753325"/>
              <a:gd name="connsiteX98" fmla="*/ 1053457 w 6462955"/>
              <a:gd name="connsiteY98" fmla="*/ 5688676 h 5753325"/>
              <a:gd name="connsiteX99" fmla="*/ 1025798 w 6462955"/>
              <a:gd name="connsiteY99" fmla="*/ 5673166 h 5753325"/>
              <a:gd name="connsiteX100" fmla="*/ 947900 w 6462955"/>
              <a:gd name="connsiteY100" fmla="*/ 5657848 h 5753325"/>
              <a:gd name="connsiteX101" fmla="*/ 815627 w 6462955"/>
              <a:gd name="connsiteY101" fmla="*/ 5642557 h 5753325"/>
              <a:gd name="connsiteX102" fmla="*/ 788251 w 6462955"/>
              <a:gd name="connsiteY102" fmla="*/ 5637065 h 5753325"/>
              <a:gd name="connsiteX103" fmla="*/ 767822 w 6462955"/>
              <a:gd name="connsiteY103" fmla="*/ 5623450 h 5753325"/>
              <a:gd name="connsiteX104" fmla="*/ 765791 w 6462955"/>
              <a:gd name="connsiteY104" fmla="*/ 5612539 h 5753325"/>
              <a:gd name="connsiteX105" fmla="*/ 751230 w 6462955"/>
              <a:gd name="connsiteY105" fmla="*/ 5608092 h 5753325"/>
              <a:gd name="connsiteX106" fmla="*/ 748008 w 6462955"/>
              <a:gd name="connsiteY106" fmla="*/ 5605052 h 5753325"/>
              <a:gd name="connsiteX107" fmla="*/ 728871 w 6462955"/>
              <a:gd name="connsiteY107" fmla="*/ 5589469 h 5753325"/>
              <a:gd name="connsiteX108" fmla="*/ 671898 w 6462955"/>
              <a:gd name="connsiteY108" fmla="*/ 5602363 h 5753325"/>
              <a:gd name="connsiteX109" fmla="*/ 615065 w 6462955"/>
              <a:gd name="connsiteY109" fmla="*/ 5580257 h 5753325"/>
              <a:gd name="connsiteX110" fmla="*/ 355785 w 6462955"/>
              <a:gd name="connsiteY110" fmla="*/ 5514383 h 5753325"/>
              <a:gd name="connsiteX111" fmla="*/ 102269 w 6462955"/>
              <a:gd name="connsiteY111" fmla="*/ 5524347 h 5753325"/>
              <a:gd name="connsiteX112" fmla="*/ 13160 w 6462955"/>
              <a:gd name="connsiteY112" fmla="*/ 5514159 h 5753325"/>
              <a:gd name="connsiteX113" fmla="*/ 0 w 6462955"/>
              <a:gd name="connsiteY113" fmla="*/ 5511735 h 5753325"/>
              <a:gd name="connsiteX114" fmla="*/ 0 w 6462955"/>
              <a:gd name="connsiteY114" fmla="*/ 0 h 5753325"/>
              <a:gd name="connsiteX0" fmla="*/ 0 w 6459988"/>
              <a:gd name="connsiteY0" fmla="*/ 0 h 5753325"/>
              <a:gd name="connsiteX1" fmla="*/ 6438980 w 6459988"/>
              <a:gd name="connsiteY1" fmla="*/ 0 h 5753325"/>
              <a:gd name="connsiteX2" fmla="*/ 6439047 w 6459988"/>
              <a:gd name="connsiteY2" fmla="*/ 147 h 5753325"/>
              <a:gd name="connsiteX3" fmla="*/ 6443456 w 6459988"/>
              <a:gd name="connsiteY3" fmla="*/ 130105 h 5753325"/>
              <a:gd name="connsiteX4" fmla="*/ 6447632 w 6459988"/>
              <a:gd name="connsiteY4" fmla="*/ 170016 h 5753325"/>
              <a:gd name="connsiteX5" fmla="*/ 6396598 w 6459988"/>
              <a:gd name="connsiteY5" fmla="*/ 274847 h 5753325"/>
              <a:gd name="connsiteX6" fmla="*/ 6375685 w 6459988"/>
              <a:gd name="connsiteY6" fmla="*/ 535865 h 5753325"/>
              <a:gd name="connsiteX7" fmla="*/ 6354187 w 6459988"/>
              <a:gd name="connsiteY7" fmla="*/ 615799 h 5753325"/>
              <a:gd name="connsiteX8" fmla="*/ 6459988 w 6459988"/>
              <a:gd name="connsiteY8" fmla="*/ 707628 h 5753325"/>
              <a:gd name="connsiteX9" fmla="*/ 6453989 w 6459988"/>
              <a:gd name="connsiteY9" fmla="*/ 711876 h 5753325"/>
              <a:gd name="connsiteX10" fmla="*/ 6453209 w 6459988"/>
              <a:gd name="connsiteY10" fmla="*/ 719127 h 5753325"/>
              <a:gd name="connsiteX11" fmla="*/ 6344988 w 6459988"/>
              <a:gd name="connsiteY11" fmla="*/ 697330 h 5753325"/>
              <a:gd name="connsiteX12" fmla="*/ 6447445 w 6459988"/>
              <a:gd name="connsiteY12" fmla="*/ 780003 h 5753325"/>
              <a:gd name="connsiteX13" fmla="*/ 6426552 w 6459988"/>
              <a:gd name="connsiteY13" fmla="*/ 845805 h 5753325"/>
              <a:gd name="connsiteX14" fmla="*/ 6434072 w 6459988"/>
              <a:gd name="connsiteY14" fmla="*/ 910733 h 5753325"/>
              <a:gd name="connsiteX15" fmla="*/ 6432570 w 6459988"/>
              <a:gd name="connsiteY15" fmla="*/ 983394 h 5753325"/>
              <a:gd name="connsiteX16" fmla="*/ 6431878 w 6459988"/>
              <a:gd name="connsiteY16" fmla="*/ 1026728 h 5753325"/>
              <a:gd name="connsiteX17" fmla="*/ 6414269 w 6459988"/>
              <a:gd name="connsiteY17" fmla="*/ 1151111 h 5753325"/>
              <a:gd name="connsiteX18" fmla="*/ 6371722 w 6459988"/>
              <a:gd name="connsiteY18" fmla="*/ 1318080 h 5753325"/>
              <a:gd name="connsiteX19" fmla="*/ 6356023 w 6459988"/>
              <a:gd name="connsiteY19" fmla="*/ 1356227 h 5753325"/>
              <a:gd name="connsiteX20" fmla="*/ 6356157 w 6459988"/>
              <a:gd name="connsiteY20" fmla="*/ 1361967 h 5753325"/>
              <a:gd name="connsiteX21" fmla="*/ 6350613 w 6459988"/>
              <a:gd name="connsiteY21" fmla="*/ 1393569 h 5753325"/>
              <a:gd name="connsiteX22" fmla="*/ 6357062 w 6459988"/>
              <a:gd name="connsiteY22" fmla="*/ 1444071 h 5753325"/>
              <a:gd name="connsiteX23" fmla="*/ 6364832 w 6459988"/>
              <a:gd name="connsiteY23" fmla="*/ 1478763 h 5753325"/>
              <a:gd name="connsiteX24" fmla="*/ 6369745 w 6459988"/>
              <a:gd name="connsiteY24" fmla="*/ 1495680 h 5753325"/>
              <a:gd name="connsiteX25" fmla="*/ 6370898 w 6459988"/>
              <a:gd name="connsiteY25" fmla="*/ 1513331 h 5753325"/>
              <a:gd name="connsiteX26" fmla="*/ 6368801 w 6459988"/>
              <a:gd name="connsiteY26" fmla="*/ 1527414 h 5753325"/>
              <a:gd name="connsiteX27" fmla="*/ 6359177 w 6459988"/>
              <a:gd name="connsiteY27" fmla="*/ 1639513 h 5753325"/>
              <a:gd name="connsiteX28" fmla="*/ 6299489 w 6459988"/>
              <a:gd name="connsiteY28" fmla="*/ 1784860 h 5753325"/>
              <a:gd name="connsiteX29" fmla="*/ 6267878 w 6459988"/>
              <a:gd name="connsiteY29" fmla="*/ 1858572 h 5753325"/>
              <a:gd name="connsiteX30" fmla="*/ 6251146 w 6459988"/>
              <a:gd name="connsiteY30" fmla="*/ 1926167 h 5753325"/>
              <a:gd name="connsiteX31" fmla="*/ 6210686 w 6459988"/>
              <a:gd name="connsiteY31" fmla="*/ 2014834 h 5753325"/>
              <a:gd name="connsiteX32" fmla="*/ 6106652 w 6459988"/>
              <a:gd name="connsiteY32" fmla="*/ 2150572 h 5753325"/>
              <a:gd name="connsiteX33" fmla="*/ 6097813 w 6459988"/>
              <a:gd name="connsiteY33" fmla="*/ 2172208 h 5753325"/>
              <a:gd name="connsiteX34" fmla="*/ 6095990 w 6459988"/>
              <a:gd name="connsiteY34" fmla="*/ 2181185 h 5753325"/>
              <a:gd name="connsiteX35" fmla="*/ 6090126 w 6459988"/>
              <a:gd name="connsiteY35" fmla="*/ 2192533 h 5753325"/>
              <a:gd name="connsiteX36" fmla="*/ 6089503 w 6459988"/>
              <a:gd name="connsiteY36" fmla="*/ 2192543 h 5753325"/>
              <a:gd name="connsiteX37" fmla="*/ 6084946 w 6459988"/>
              <a:gd name="connsiteY37" fmla="*/ 2203694 h 5753325"/>
              <a:gd name="connsiteX38" fmla="*/ 5987861 w 6459988"/>
              <a:gd name="connsiteY38" fmla="*/ 2304868 h 5753325"/>
              <a:gd name="connsiteX39" fmla="*/ 5973439 w 6459988"/>
              <a:gd name="connsiteY39" fmla="*/ 2385635 h 5753325"/>
              <a:gd name="connsiteX40" fmla="*/ 5916727 w 6459988"/>
              <a:gd name="connsiteY40" fmla="*/ 2458777 h 5753325"/>
              <a:gd name="connsiteX41" fmla="*/ 5856524 w 6459988"/>
              <a:gd name="connsiteY41" fmla="*/ 2583281 h 5753325"/>
              <a:gd name="connsiteX42" fmla="*/ 5838091 w 6459988"/>
              <a:gd name="connsiteY42" fmla="*/ 2753474 h 5753325"/>
              <a:gd name="connsiteX43" fmla="*/ 5777471 w 6459988"/>
              <a:gd name="connsiteY43" fmla="*/ 2901570 h 5753325"/>
              <a:gd name="connsiteX44" fmla="*/ 5723992 w 6459988"/>
              <a:gd name="connsiteY44" fmla="*/ 2998752 h 5753325"/>
              <a:gd name="connsiteX45" fmla="*/ 5557886 w 6459988"/>
              <a:gd name="connsiteY45" fmla="*/ 3329735 h 5753325"/>
              <a:gd name="connsiteX46" fmla="*/ 5471501 w 6459988"/>
              <a:gd name="connsiteY46" fmla="*/ 3462221 h 5753325"/>
              <a:gd name="connsiteX47" fmla="*/ 5465154 w 6459988"/>
              <a:gd name="connsiteY47" fmla="*/ 3541065 h 5753325"/>
              <a:gd name="connsiteX48" fmla="*/ 5437889 w 6459988"/>
              <a:gd name="connsiteY48" fmla="*/ 3559927 h 5753325"/>
              <a:gd name="connsiteX49" fmla="*/ 5432770 w 6459988"/>
              <a:gd name="connsiteY49" fmla="*/ 3562948 h 5753325"/>
              <a:gd name="connsiteX50" fmla="*/ 5406795 w 6459988"/>
              <a:gd name="connsiteY50" fmla="*/ 3578594 h 5753325"/>
              <a:gd name="connsiteX51" fmla="*/ 5381495 w 6459988"/>
              <a:gd name="connsiteY51" fmla="*/ 3599883 h 5753325"/>
              <a:gd name="connsiteX52" fmla="*/ 5363689 w 6459988"/>
              <a:gd name="connsiteY52" fmla="*/ 3633299 h 5753325"/>
              <a:gd name="connsiteX53" fmla="*/ 5291870 w 6459988"/>
              <a:gd name="connsiteY53" fmla="*/ 3799039 h 5753325"/>
              <a:gd name="connsiteX54" fmla="*/ 5241600 w 6459988"/>
              <a:gd name="connsiteY54" fmla="*/ 3894238 h 5753325"/>
              <a:gd name="connsiteX55" fmla="*/ 5211041 w 6459988"/>
              <a:gd name="connsiteY55" fmla="*/ 3924184 h 5753325"/>
              <a:gd name="connsiteX56" fmla="*/ 5176073 w 6459988"/>
              <a:gd name="connsiteY56" fmla="*/ 3970179 h 5753325"/>
              <a:gd name="connsiteX57" fmla="*/ 5172826 w 6459988"/>
              <a:gd name="connsiteY57" fmla="*/ 3991773 h 5753325"/>
              <a:gd name="connsiteX58" fmla="*/ 5157053 w 6459988"/>
              <a:gd name="connsiteY58" fmla="*/ 3997708 h 5753325"/>
              <a:gd name="connsiteX59" fmla="*/ 5127922 w 6459988"/>
              <a:gd name="connsiteY59" fmla="*/ 4022660 h 5753325"/>
              <a:gd name="connsiteX60" fmla="*/ 5020872 w 6459988"/>
              <a:gd name="connsiteY60" fmla="*/ 4075951 h 5753325"/>
              <a:gd name="connsiteX61" fmla="*/ 4991410 w 6459988"/>
              <a:gd name="connsiteY61" fmla="*/ 4087598 h 5753325"/>
              <a:gd name="connsiteX62" fmla="*/ 4930112 w 6459988"/>
              <a:gd name="connsiteY62" fmla="*/ 4138459 h 5753325"/>
              <a:gd name="connsiteX63" fmla="*/ 4834224 w 6459988"/>
              <a:gd name="connsiteY63" fmla="*/ 4231643 h 5753325"/>
              <a:gd name="connsiteX64" fmla="*/ 4812599 w 6459988"/>
              <a:gd name="connsiteY64" fmla="*/ 4249449 h 5753325"/>
              <a:gd name="connsiteX65" fmla="*/ 4789188 w 6459988"/>
              <a:gd name="connsiteY65" fmla="*/ 4256678 h 5753325"/>
              <a:gd name="connsiteX66" fmla="*/ 4779554 w 6459988"/>
              <a:gd name="connsiteY66" fmla="*/ 4251313 h 5753325"/>
              <a:gd name="connsiteX67" fmla="*/ 4766885 w 6459988"/>
              <a:gd name="connsiteY67" fmla="*/ 4259812 h 5753325"/>
              <a:gd name="connsiteX68" fmla="*/ 4762510 w 6459988"/>
              <a:gd name="connsiteY68" fmla="*/ 4260383 h 5753325"/>
              <a:gd name="connsiteX69" fmla="*/ 4738416 w 6459988"/>
              <a:gd name="connsiteY69" fmla="*/ 4265355 h 5753325"/>
              <a:gd name="connsiteX70" fmla="*/ 4712007 w 6459988"/>
              <a:gd name="connsiteY70" fmla="*/ 4317892 h 5753325"/>
              <a:gd name="connsiteX71" fmla="*/ 4658930 w 6459988"/>
              <a:gd name="connsiteY71" fmla="*/ 4348041 h 5753325"/>
              <a:gd name="connsiteX72" fmla="*/ 4443526 w 6459988"/>
              <a:gd name="connsiteY72" fmla="*/ 4507851 h 5753325"/>
              <a:gd name="connsiteX73" fmla="*/ 4289766 w 6459988"/>
              <a:gd name="connsiteY73" fmla="*/ 4711450 h 5753325"/>
              <a:gd name="connsiteX74" fmla="*/ 4150870 w 6459988"/>
              <a:gd name="connsiteY74" fmla="*/ 4818480 h 5753325"/>
              <a:gd name="connsiteX75" fmla="*/ 4006639 w 6459988"/>
              <a:gd name="connsiteY75" fmla="*/ 4933815 h 5753325"/>
              <a:gd name="connsiteX76" fmla="*/ 3298210 w 6459988"/>
              <a:gd name="connsiteY76" fmla="*/ 5070790 h 5753325"/>
              <a:gd name="connsiteX77" fmla="*/ 2947678 w 6459988"/>
              <a:gd name="connsiteY77" fmla="*/ 5117869 h 5753325"/>
              <a:gd name="connsiteX78" fmla="*/ 2822169 w 6459988"/>
              <a:gd name="connsiteY78" fmla="*/ 5129396 h 5753325"/>
              <a:gd name="connsiteX79" fmla="*/ 2538773 w 6459988"/>
              <a:gd name="connsiteY79" fmla="*/ 5313397 h 5753325"/>
              <a:gd name="connsiteX80" fmla="*/ 2014500 w 6459988"/>
              <a:gd name="connsiteY80" fmla="*/ 5519744 h 5753325"/>
              <a:gd name="connsiteX81" fmla="*/ 1934391 w 6459988"/>
              <a:gd name="connsiteY81" fmla="*/ 5591335 h 5753325"/>
              <a:gd name="connsiteX82" fmla="*/ 1892550 w 6459988"/>
              <a:gd name="connsiteY82" fmla="*/ 5649708 h 5753325"/>
              <a:gd name="connsiteX83" fmla="*/ 1854769 w 6459988"/>
              <a:gd name="connsiteY83" fmla="*/ 5647691 h 5753325"/>
              <a:gd name="connsiteX84" fmla="*/ 1809461 w 6459988"/>
              <a:gd name="connsiteY84" fmla="*/ 5648628 h 5753325"/>
              <a:gd name="connsiteX85" fmla="*/ 1745150 w 6459988"/>
              <a:gd name="connsiteY85" fmla="*/ 5693879 h 5753325"/>
              <a:gd name="connsiteX86" fmla="*/ 1713375 w 6459988"/>
              <a:gd name="connsiteY86" fmla="*/ 5684672 h 5753325"/>
              <a:gd name="connsiteX87" fmla="*/ 1707808 w 6459988"/>
              <a:gd name="connsiteY87" fmla="*/ 5682611 h 5753325"/>
              <a:gd name="connsiteX88" fmla="*/ 1679313 w 6459988"/>
              <a:gd name="connsiteY88" fmla="*/ 5672360 h 5753325"/>
              <a:gd name="connsiteX89" fmla="*/ 1646933 w 6459988"/>
              <a:gd name="connsiteY89" fmla="*/ 5666227 h 5753325"/>
              <a:gd name="connsiteX90" fmla="*/ 1610055 w 6459988"/>
              <a:gd name="connsiteY90" fmla="*/ 5673643 h 5753325"/>
              <a:gd name="connsiteX91" fmla="*/ 1437641 w 6459988"/>
              <a:gd name="connsiteY91" fmla="*/ 5723266 h 5753325"/>
              <a:gd name="connsiteX92" fmla="*/ 1332869 w 6459988"/>
              <a:gd name="connsiteY92" fmla="*/ 5744752 h 5753325"/>
              <a:gd name="connsiteX93" fmla="*/ 1290525 w 6459988"/>
              <a:gd name="connsiteY93" fmla="*/ 5740036 h 5753325"/>
              <a:gd name="connsiteX94" fmla="*/ 1233107 w 6459988"/>
              <a:gd name="connsiteY94" fmla="*/ 5742106 h 5753325"/>
              <a:gd name="connsiteX95" fmla="*/ 1214532 w 6459988"/>
              <a:gd name="connsiteY95" fmla="*/ 5753325 h 5753325"/>
              <a:gd name="connsiteX96" fmla="*/ 1199955 w 6459988"/>
              <a:gd name="connsiteY96" fmla="*/ 5744831 h 5753325"/>
              <a:gd name="connsiteX97" fmla="*/ 1162337 w 6459988"/>
              <a:gd name="connsiteY97" fmla="*/ 5738048 h 5753325"/>
              <a:gd name="connsiteX98" fmla="*/ 1053457 w 6459988"/>
              <a:gd name="connsiteY98" fmla="*/ 5688676 h 5753325"/>
              <a:gd name="connsiteX99" fmla="*/ 1025798 w 6459988"/>
              <a:gd name="connsiteY99" fmla="*/ 5673166 h 5753325"/>
              <a:gd name="connsiteX100" fmla="*/ 947900 w 6459988"/>
              <a:gd name="connsiteY100" fmla="*/ 5657848 h 5753325"/>
              <a:gd name="connsiteX101" fmla="*/ 815627 w 6459988"/>
              <a:gd name="connsiteY101" fmla="*/ 5642557 h 5753325"/>
              <a:gd name="connsiteX102" fmla="*/ 788251 w 6459988"/>
              <a:gd name="connsiteY102" fmla="*/ 5637065 h 5753325"/>
              <a:gd name="connsiteX103" fmla="*/ 767822 w 6459988"/>
              <a:gd name="connsiteY103" fmla="*/ 5623450 h 5753325"/>
              <a:gd name="connsiteX104" fmla="*/ 765791 w 6459988"/>
              <a:gd name="connsiteY104" fmla="*/ 5612539 h 5753325"/>
              <a:gd name="connsiteX105" fmla="*/ 751230 w 6459988"/>
              <a:gd name="connsiteY105" fmla="*/ 5608092 h 5753325"/>
              <a:gd name="connsiteX106" fmla="*/ 748008 w 6459988"/>
              <a:gd name="connsiteY106" fmla="*/ 5605052 h 5753325"/>
              <a:gd name="connsiteX107" fmla="*/ 728871 w 6459988"/>
              <a:gd name="connsiteY107" fmla="*/ 5589469 h 5753325"/>
              <a:gd name="connsiteX108" fmla="*/ 671898 w 6459988"/>
              <a:gd name="connsiteY108" fmla="*/ 5602363 h 5753325"/>
              <a:gd name="connsiteX109" fmla="*/ 615065 w 6459988"/>
              <a:gd name="connsiteY109" fmla="*/ 5580257 h 5753325"/>
              <a:gd name="connsiteX110" fmla="*/ 355785 w 6459988"/>
              <a:gd name="connsiteY110" fmla="*/ 5514383 h 5753325"/>
              <a:gd name="connsiteX111" fmla="*/ 102269 w 6459988"/>
              <a:gd name="connsiteY111" fmla="*/ 5524347 h 5753325"/>
              <a:gd name="connsiteX112" fmla="*/ 13160 w 6459988"/>
              <a:gd name="connsiteY112" fmla="*/ 5514159 h 5753325"/>
              <a:gd name="connsiteX113" fmla="*/ 0 w 6459988"/>
              <a:gd name="connsiteY113" fmla="*/ 5511735 h 5753325"/>
              <a:gd name="connsiteX114" fmla="*/ 0 w 6459988"/>
              <a:gd name="connsiteY114" fmla="*/ 0 h 5753325"/>
              <a:gd name="connsiteX0" fmla="*/ 0 w 6459988"/>
              <a:gd name="connsiteY0" fmla="*/ 0 h 5753325"/>
              <a:gd name="connsiteX1" fmla="*/ 6438980 w 6459988"/>
              <a:gd name="connsiteY1" fmla="*/ 0 h 5753325"/>
              <a:gd name="connsiteX2" fmla="*/ 6439047 w 6459988"/>
              <a:gd name="connsiteY2" fmla="*/ 147 h 5753325"/>
              <a:gd name="connsiteX3" fmla="*/ 6443456 w 6459988"/>
              <a:gd name="connsiteY3" fmla="*/ 130105 h 5753325"/>
              <a:gd name="connsiteX4" fmla="*/ 6447632 w 6459988"/>
              <a:gd name="connsiteY4" fmla="*/ 170016 h 5753325"/>
              <a:gd name="connsiteX5" fmla="*/ 6396598 w 6459988"/>
              <a:gd name="connsiteY5" fmla="*/ 274847 h 5753325"/>
              <a:gd name="connsiteX6" fmla="*/ 6375685 w 6459988"/>
              <a:gd name="connsiteY6" fmla="*/ 535865 h 5753325"/>
              <a:gd name="connsiteX7" fmla="*/ 6354187 w 6459988"/>
              <a:gd name="connsiteY7" fmla="*/ 615799 h 5753325"/>
              <a:gd name="connsiteX8" fmla="*/ 6459988 w 6459988"/>
              <a:gd name="connsiteY8" fmla="*/ 707628 h 5753325"/>
              <a:gd name="connsiteX9" fmla="*/ 6453989 w 6459988"/>
              <a:gd name="connsiteY9" fmla="*/ 711876 h 5753325"/>
              <a:gd name="connsiteX10" fmla="*/ 6344988 w 6459988"/>
              <a:gd name="connsiteY10" fmla="*/ 697330 h 5753325"/>
              <a:gd name="connsiteX11" fmla="*/ 6447445 w 6459988"/>
              <a:gd name="connsiteY11" fmla="*/ 780003 h 5753325"/>
              <a:gd name="connsiteX12" fmla="*/ 6426552 w 6459988"/>
              <a:gd name="connsiteY12" fmla="*/ 845805 h 5753325"/>
              <a:gd name="connsiteX13" fmla="*/ 6434072 w 6459988"/>
              <a:gd name="connsiteY13" fmla="*/ 910733 h 5753325"/>
              <a:gd name="connsiteX14" fmla="*/ 6432570 w 6459988"/>
              <a:gd name="connsiteY14" fmla="*/ 983394 h 5753325"/>
              <a:gd name="connsiteX15" fmla="*/ 6431878 w 6459988"/>
              <a:gd name="connsiteY15" fmla="*/ 1026728 h 5753325"/>
              <a:gd name="connsiteX16" fmla="*/ 6414269 w 6459988"/>
              <a:gd name="connsiteY16" fmla="*/ 1151111 h 5753325"/>
              <a:gd name="connsiteX17" fmla="*/ 6371722 w 6459988"/>
              <a:gd name="connsiteY17" fmla="*/ 1318080 h 5753325"/>
              <a:gd name="connsiteX18" fmla="*/ 6356023 w 6459988"/>
              <a:gd name="connsiteY18" fmla="*/ 1356227 h 5753325"/>
              <a:gd name="connsiteX19" fmla="*/ 6356157 w 6459988"/>
              <a:gd name="connsiteY19" fmla="*/ 1361967 h 5753325"/>
              <a:gd name="connsiteX20" fmla="*/ 6350613 w 6459988"/>
              <a:gd name="connsiteY20" fmla="*/ 1393569 h 5753325"/>
              <a:gd name="connsiteX21" fmla="*/ 6357062 w 6459988"/>
              <a:gd name="connsiteY21" fmla="*/ 1444071 h 5753325"/>
              <a:gd name="connsiteX22" fmla="*/ 6364832 w 6459988"/>
              <a:gd name="connsiteY22" fmla="*/ 1478763 h 5753325"/>
              <a:gd name="connsiteX23" fmla="*/ 6369745 w 6459988"/>
              <a:gd name="connsiteY23" fmla="*/ 1495680 h 5753325"/>
              <a:gd name="connsiteX24" fmla="*/ 6370898 w 6459988"/>
              <a:gd name="connsiteY24" fmla="*/ 1513331 h 5753325"/>
              <a:gd name="connsiteX25" fmla="*/ 6368801 w 6459988"/>
              <a:gd name="connsiteY25" fmla="*/ 1527414 h 5753325"/>
              <a:gd name="connsiteX26" fmla="*/ 6359177 w 6459988"/>
              <a:gd name="connsiteY26" fmla="*/ 1639513 h 5753325"/>
              <a:gd name="connsiteX27" fmla="*/ 6299489 w 6459988"/>
              <a:gd name="connsiteY27" fmla="*/ 1784860 h 5753325"/>
              <a:gd name="connsiteX28" fmla="*/ 6267878 w 6459988"/>
              <a:gd name="connsiteY28" fmla="*/ 1858572 h 5753325"/>
              <a:gd name="connsiteX29" fmla="*/ 6251146 w 6459988"/>
              <a:gd name="connsiteY29" fmla="*/ 1926167 h 5753325"/>
              <a:gd name="connsiteX30" fmla="*/ 6210686 w 6459988"/>
              <a:gd name="connsiteY30" fmla="*/ 2014834 h 5753325"/>
              <a:gd name="connsiteX31" fmla="*/ 6106652 w 6459988"/>
              <a:gd name="connsiteY31" fmla="*/ 2150572 h 5753325"/>
              <a:gd name="connsiteX32" fmla="*/ 6097813 w 6459988"/>
              <a:gd name="connsiteY32" fmla="*/ 2172208 h 5753325"/>
              <a:gd name="connsiteX33" fmla="*/ 6095990 w 6459988"/>
              <a:gd name="connsiteY33" fmla="*/ 2181185 h 5753325"/>
              <a:gd name="connsiteX34" fmla="*/ 6090126 w 6459988"/>
              <a:gd name="connsiteY34" fmla="*/ 2192533 h 5753325"/>
              <a:gd name="connsiteX35" fmla="*/ 6089503 w 6459988"/>
              <a:gd name="connsiteY35" fmla="*/ 2192543 h 5753325"/>
              <a:gd name="connsiteX36" fmla="*/ 6084946 w 6459988"/>
              <a:gd name="connsiteY36" fmla="*/ 2203694 h 5753325"/>
              <a:gd name="connsiteX37" fmla="*/ 5987861 w 6459988"/>
              <a:gd name="connsiteY37" fmla="*/ 2304868 h 5753325"/>
              <a:gd name="connsiteX38" fmla="*/ 5973439 w 6459988"/>
              <a:gd name="connsiteY38" fmla="*/ 2385635 h 5753325"/>
              <a:gd name="connsiteX39" fmla="*/ 5916727 w 6459988"/>
              <a:gd name="connsiteY39" fmla="*/ 2458777 h 5753325"/>
              <a:gd name="connsiteX40" fmla="*/ 5856524 w 6459988"/>
              <a:gd name="connsiteY40" fmla="*/ 2583281 h 5753325"/>
              <a:gd name="connsiteX41" fmla="*/ 5838091 w 6459988"/>
              <a:gd name="connsiteY41" fmla="*/ 2753474 h 5753325"/>
              <a:gd name="connsiteX42" fmla="*/ 5777471 w 6459988"/>
              <a:gd name="connsiteY42" fmla="*/ 2901570 h 5753325"/>
              <a:gd name="connsiteX43" fmla="*/ 5723992 w 6459988"/>
              <a:gd name="connsiteY43" fmla="*/ 2998752 h 5753325"/>
              <a:gd name="connsiteX44" fmla="*/ 5557886 w 6459988"/>
              <a:gd name="connsiteY44" fmla="*/ 3329735 h 5753325"/>
              <a:gd name="connsiteX45" fmla="*/ 5471501 w 6459988"/>
              <a:gd name="connsiteY45" fmla="*/ 3462221 h 5753325"/>
              <a:gd name="connsiteX46" fmla="*/ 5465154 w 6459988"/>
              <a:gd name="connsiteY46" fmla="*/ 3541065 h 5753325"/>
              <a:gd name="connsiteX47" fmla="*/ 5437889 w 6459988"/>
              <a:gd name="connsiteY47" fmla="*/ 3559927 h 5753325"/>
              <a:gd name="connsiteX48" fmla="*/ 5432770 w 6459988"/>
              <a:gd name="connsiteY48" fmla="*/ 3562948 h 5753325"/>
              <a:gd name="connsiteX49" fmla="*/ 5406795 w 6459988"/>
              <a:gd name="connsiteY49" fmla="*/ 3578594 h 5753325"/>
              <a:gd name="connsiteX50" fmla="*/ 5381495 w 6459988"/>
              <a:gd name="connsiteY50" fmla="*/ 3599883 h 5753325"/>
              <a:gd name="connsiteX51" fmla="*/ 5363689 w 6459988"/>
              <a:gd name="connsiteY51" fmla="*/ 3633299 h 5753325"/>
              <a:gd name="connsiteX52" fmla="*/ 5291870 w 6459988"/>
              <a:gd name="connsiteY52" fmla="*/ 3799039 h 5753325"/>
              <a:gd name="connsiteX53" fmla="*/ 5241600 w 6459988"/>
              <a:gd name="connsiteY53" fmla="*/ 3894238 h 5753325"/>
              <a:gd name="connsiteX54" fmla="*/ 5211041 w 6459988"/>
              <a:gd name="connsiteY54" fmla="*/ 3924184 h 5753325"/>
              <a:gd name="connsiteX55" fmla="*/ 5176073 w 6459988"/>
              <a:gd name="connsiteY55" fmla="*/ 3970179 h 5753325"/>
              <a:gd name="connsiteX56" fmla="*/ 5172826 w 6459988"/>
              <a:gd name="connsiteY56" fmla="*/ 3991773 h 5753325"/>
              <a:gd name="connsiteX57" fmla="*/ 5157053 w 6459988"/>
              <a:gd name="connsiteY57" fmla="*/ 3997708 h 5753325"/>
              <a:gd name="connsiteX58" fmla="*/ 5127922 w 6459988"/>
              <a:gd name="connsiteY58" fmla="*/ 4022660 h 5753325"/>
              <a:gd name="connsiteX59" fmla="*/ 5020872 w 6459988"/>
              <a:gd name="connsiteY59" fmla="*/ 4075951 h 5753325"/>
              <a:gd name="connsiteX60" fmla="*/ 4991410 w 6459988"/>
              <a:gd name="connsiteY60" fmla="*/ 4087598 h 5753325"/>
              <a:gd name="connsiteX61" fmla="*/ 4930112 w 6459988"/>
              <a:gd name="connsiteY61" fmla="*/ 4138459 h 5753325"/>
              <a:gd name="connsiteX62" fmla="*/ 4834224 w 6459988"/>
              <a:gd name="connsiteY62" fmla="*/ 4231643 h 5753325"/>
              <a:gd name="connsiteX63" fmla="*/ 4812599 w 6459988"/>
              <a:gd name="connsiteY63" fmla="*/ 4249449 h 5753325"/>
              <a:gd name="connsiteX64" fmla="*/ 4789188 w 6459988"/>
              <a:gd name="connsiteY64" fmla="*/ 4256678 h 5753325"/>
              <a:gd name="connsiteX65" fmla="*/ 4779554 w 6459988"/>
              <a:gd name="connsiteY65" fmla="*/ 4251313 h 5753325"/>
              <a:gd name="connsiteX66" fmla="*/ 4766885 w 6459988"/>
              <a:gd name="connsiteY66" fmla="*/ 4259812 h 5753325"/>
              <a:gd name="connsiteX67" fmla="*/ 4762510 w 6459988"/>
              <a:gd name="connsiteY67" fmla="*/ 4260383 h 5753325"/>
              <a:gd name="connsiteX68" fmla="*/ 4738416 w 6459988"/>
              <a:gd name="connsiteY68" fmla="*/ 4265355 h 5753325"/>
              <a:gd name="connsiteX69" fmla="*/ 4712007 w 6459988"/>
              <a:gd name="connsiteY69" fmla="*/ 4317892 h 5753325"/>
              <a:gd name="connsiteX70" fmla="*/ 4658930 w 6459988"/>
              <a:gd name="connsiteY70" fmla="*/ 4348041 h 5753325"/>
              <a:gd name="connsiteX71" fmla="*/ 4443526 w 6459988"/>
              <a:gd name="connsiteY71" fmla="*/ 4507851 h 5753325"/>
              <a:gd name="connsiteX72" fmla="*/ 4289766 w 6459988"/>
              <a:gd name="connsiteY72" fmla="*/ 4711450 h 5753325"/>
              <a:gd name="connsiteX73" fmla="*/ 4150870 w 6459988"/>
              <a:gd name="connsiteY73" fmla="*/ 4818480 h 5753325"/>
              <a:gd name="connsiteX74" fmla="*/ 4006639 w 6459988"/>
              <a:gd name="connsiteY74" fmla="*/ 4933815 h 5753325"/>
              <a:gd name="connsiteX75" fmla="*/ 3298210 w 6459988"/>
              <a:gd name="connsiteY75" fmla="*/ 5070790 h 5753325"/>
              <a:gd name="connsiteX76" fmla="*/ 2947678 w 6459988"/>
              <a:gd name="connsiteY76" fmla="*/ 5117869 h 5753325"/>
              <a:gd name="connsiteX77" fmla="*/ 2822169 w 6459988"/>
              <a:gd name="connsiteY77" fmla="*/ 5129396 h 5753325"/>
              <a:gd name="connsiteX78" fmla="*/ 2538773 w 6459988"/>
              <a:gd name="connsiteY78" fmla="*/ 5313397 h 5753325"/>
              <a:gd name="connsiteX79" fmla="*/ 2014500 w 6459988"/>
              <a:gd name="connsiteY79" fmla="*/ 5519744 h 5753325"/>
              <a:gd name="connsiteX80" fmla="*/ 1934391 w 6459988"/>
              <a:gd name="connsiteY80" fmla="*/ 5591335 h 5753325"/>
              <a:gd name="connsiteX81" fmla="*/ 1892550 w 6459988"/>
              <a:gd name="connsiteY81" fmla="*/ 5649708 h 5753325"/>
              <a:gd name="connsiteX82" fmla="*/ 1854769 w 6459988"/>
              <a:gd name="connsiteY82" fmla="*/ 5647691 h 5753325"/>
              <a:gd name="connsiteX83" fmla="*/ 1809461 w 6459988"/>
              <a:gd name="connsiteY83" fmla="*/ 5648628 h 5753325"/>
              <a:gd name="connsiteX84" fmla="*/ 1745150 w 6459988"/>
              <a:gd name="connsiteY84" fmla="*/ 5693879 h 5753325"/>
              <a:gd name="connsiteX85" fmla="*/ 1713375 w 6459988"/>
              <a:gd name="connsiteY85" fmla="*/ 5684672 h 5753325"/>
              <a:gd name="connsiteX86" fmla="*/ 1707808 w 6459988"/>
              <a:gd name="connsiteY86" fmla="*/ 5682611 h 5753325"/>
              <a:gd name="connsiteX87" fmla="*/ 1679313 w 6459988"/>
              <a:gd name="connsiteY87" fmla="*/ 5672360 h 5753325"/>
              <a:gd name="connsiteX88" fmla="*/ 1646933 w 6459988"/>
              <a:gd name="connsiteY88" fmla="*/ 5666227 h 5753325"/>
              <a:gd name="connsiteX89" fmla="*/ 1610055 w 6459988"/>
              <a:gd name="connsiteY89" fmla="*/ 5673643 h 5753325"/>
              <a:gd name="connsiteX90" fmla="*/ 1437641 w 6459988"/>
              <a:gd name="connsiteY90" fmla="*/ 5723266 h 5753325"/>
              <a:gd name="connsiteX91" fmla="*/ 1332869 w 6459988"/>
              <a:gd name="connsiteY91" fmla="*/ 5744752 h 5753325"/>
              <a:gd name="connsiteX92" fmla="*/ 1290525 w 6459988"/>
              <a:gd name="connsiteY92" fmla="*/ 5740036 h 5753325"/>
              <a:gd name="connsiteX93" fmla="*/ 1233107 w 6459988"/>
              <a:gd name="connsiteY93" fmla="*/ 5742106 h 5753325"/>
              <a:gd name="connsiteX94" fmla="*/ 1214532 w 6459988"/>
              <a:gd name="connsiteY94" fmla="*/ 5753325 h 5753325"/>
              <a:gd name="connsiteX95" fmla="*/ 1199955 w 6459988"/>
              <a:gd name="connsiteY95" fmla="*/ 5744831 h 5753325"/>
              <a:gd name="connsiteX96" fmla="*/ 1162337 w 6459988"/>
              <a:gd name="connsiteY96" fmla="*/ 5738048 h 5753325"/>
              <a:gd name="connsiteX97" fmla="*/ 1053457 w 6459988"/>
              <a:gd name="connsiteY97" fmla="*/ 5688676 h 5753325"/>
              <a:gd name="connsiteX98" fmla="*/ 1025798 w 6459988"/>
              <a:gd name="connsiteY98" fmla="*/ 5673166 h 5753325"/>
              <a:gd name="connsiteX99" fmla="*/ 947900 w 6459988"/>
              <a:gd name="connsiteY99" fmla="*/ 5657848 h 5753325"/>
              <a:gd name="connsiteX100" fmla="*/ 815627 w 6459988"/>
              <a:gd name="connsiteY100" fmla="*/ 5642557 h 5753325"/>
              <a:gd name="connsiteX101" fmla="*/ 788251 w 6459988"/>
              <a:gd name="connsiteY101" fmla="*/ 5637065 h 5753325"/>
              <a:gd name="connsiteX102" fmla="*/ 767822 w 6459988"/>
              <a:gd name="connsiteY102" fmla="*/ 5623450 h 5753325"/>
              <a:gd name="connsiteX103" fmla="*/ 765791 w 6459988"/>
              <a:gd name="connsiteY103" fmla="*/ 5612539 h 5753325"/>
              <a:gd name="connsiteX104" fmla="*/ 751230 w 6459988"/>
              <a:gd name="connsiteY104" fmla="*/ 5608092 h 5753325"/>
              <a:gd name="connsiteX105" fmla="*/ 748008 w 6459988"/>
              <a:gd name="connsiteY105" fmla="*/ 5605052 h 5753325"/>
              <a:gd name="connsiteX106" fmla="*/ 728871 w 6459988"/>
              <a:gd name="connsiteY106" fmla="*/ 5589469 h 5753325"/>
              <a:gd name="connsiteX107" fmla="*/ 671898 w 6459988"/>
              <a:gd name="connsiteY107" fmla="*/ 5602363 h 5753325"/>
              <a:gd name="connsiteX108" fmla="*/ 615065 w 6459988"/>
              <a:gd name="connsiteY108" fmla="*/ 5580257 h 5753325"/>
              <a:gd name="connsiteX109" fmla="*/ 355785 w 6459988"/>
              <a:gd name="connsiteY109" fmla="*/ 5514383 h 5753325"/>
              <a:gd name="connsiteX110" fmla="*/ 102269 w 6459988"/>
              <a:gd name="connsiteY110" fmla="*/ 5524347 h 5753325"/>
              <a:gd name="connsiteX111" fmla="*/ 13160 w 6459988"/>
              <a:gd name="connsiteY111" fmla="*/ 5514159 h 5753325"/>
              <a:gd name="connsiteX112" fmla="*/ 0 w 6459988"/>
              <a:gd name="connsiteY112" fmla="*/ 5511735 h 5753325"/>
              <a:gd name="connsiteX113" fmla="*/ 0 w 6459988"/>
              <a:gd name="connsiteY113" fmla="*/ 0 h 5753325"/>
              <a:gd name="connsiteX0" fmla="*/ 0 w 6459988"/>
              <a:gd name="connsiteY0" fmla="*/ 0 h 5753325"/>
              <a:gd name="connsiteX1" fmla="*/ 6438980 w 6459988"/>
              <a:gd name="connsiteY1" fmla="*/ 0 h 5753325"/>
              <a:gd name="connsiteX2" fmla="*/ 6439047 w 6459988"/>
              <a:gd name="connsiteY2" fmla="*/ 147 h 5753325"/>
              <a:gd name="connsiteX3" fmla="*/ 6443456 w 6459988"/>
              <a:gd name="connsiteY3" fmla="*/ 130105 h 5753325"/>
              <a:gd name="connsiteX4" fmla="*/ 6447632 w 6459988"/>
              <a:gd name="connsiteY4" fmla="*/ 170016 h 5753325"/>
              <a:gd name="connsiteX5" fmla="*/ 6396598 w 6459988"/>
              <a:gd name="connsiteY5" fmla="*/ 274847 h 5753325"/>
              <a:gd name="connsiteX6" fmla="*/ 6375685 w 6459988"/>
              <a:gd name="connsiteY6" fmla="*/ 535865 h 5753325"/>
              <a:gd name="connsiteX7" fmla="*/ 6354187 w 6459988"/>
              <a:gd name="connsiteY7" fmla="*/ 615799 h 5753325"/>
              <a:gd name="connsiteX8" fmla="*/ 6459988 w 6459988"/>
              <a:gd name="connsiteY8" fmla="*/ 707628 h 5753325"/>
              <a:gd name="connsiteX9" fmla="*/ 6344988 w 6459988"/>
              <a:gd name="connsiteY9" fmla="*/ 697330 h 5753325"/>
              <a:gd name="connsiteX10" fmla="*/ 6447445 w 6459988"/>
              <a:gd name="connsiteY10" fmla="*/ 780003 h 5753325"/>
              <a:gd name="connsiteX11" fmla="*/ 6426552 w 6459988"/>
              <a:gd name="connsiteY11" fmla="*/ 845805 h 5753325"/>
              <a:gd name="connsiteX12" fmla="*/ 6434072 w 6459988"/>
              <a:gd name="connsiteY12" fmla="*/ 910733 h 5753325"/>
              <a:gd name="connsiteX13" fmla="*/ 6432570 w 6459988"/>
              <a:gd name="connsiteY13" fmla="*/ 983394 h 5753325"/>
              <a:gd name="connsiteX14" fmla="*/ 6431878 w 6459988"/>
              <a:gd name="connsiteY14" fmla="*/ 1026728 h 5753325"/>
              <a:gd name="connsiteX15" fmla="*/ 6414269 w 6459988"/>
              <a:gd name="connsiteY15" fmla="*/ 1151111 h 5753325"/>
              <a:gd name="connsiteX16" fmla="*/ 6371722 w 6459988"/>
              <a:gd name="connsiteY16" fmla="*/ 1318080 h 5753325"/>
              <a:gd name="connsiteX17" fmla="*/ 6356023 w 6459988"/>
              <a:gd name="connsiteY17" fmla="*/ 1356227 h 5753325"/>
              <a:gd name="connsiteX18" fmla="*/ 6356157 w 6459988"/>
              <a:gd name="connsiteY18" fmla="*/ 1361967 h 5753325"/>
              <a:gd name="connsiteX19" fmla="*/ 6350613 w 6459988"/>
              <a:gd name="connsiteY19" fmla="*/ 1393569 h 5753325"/>
              <a:gd name="connsiteX20" fmla="*/ 6357062 w 6459988"/>
              <a:gd name="connsiteY20" fmla="*/ 1444071 h 5753325"/>
              <a:gd name="connsiteX21" fmla="*/ 6364832 w 6459988"/>
              <a:gd name="connsiteY21" fmla="*/ 1478763 h 5753325"/>
              <a:gd name="connsiteX22" fmla="*/ 6369745 w 6459988"/>
              <a:gd name="connsiteY22" fmla="*/ 1495680 h 5753325"/>
              <a:gd name="connsiteX23" fmla="*/ 6370898 w 6459988"/>
              <a:gd name="connsiteY23" fmla="*/ 1513331 h 5753325"/>
              <a:gd name="connsiteX24" fmla="*/ 6368801 w 6459988"/>
              <a:gd name="connsiteY24" fmla="*/ 1527414 h 5753325"/>
              <a:gd name="connsiteX25" fmla="*/ 6359177 w 6459988"/>
              <a:gd name="connsiteY25" fmla="*/ 1639513 h 5753325"/>
              <a:gd name="connsiteX26" fmla="*/ 6299489 w 6459988"/>
              <a:gd name="connsiteY26" fmla="*/ 1784860 h 5753325"/>
              <a:gd name="connsiteX27" fmla="*/ 6267878 w 6459988"/>
              <a:gd name="connsiteY27" fmla="*/ 1858572 h 5753325"/>
              <a:gd name="connsiteX28" fmla="*/ 6251146 w 6459988"/>
              <a:gd name="connsiteY28" fmla="*/ 1926167 h 5753325"/>
              <a:gd name="connsiteX29" fmla="*/ 6210686 w 6459988"/>
              <a:gd name="connsiteY29" fmla="*/ 2014834 h 5753325"/>
              <a:gd name="connsiteX30" fmla="*/ 6106652 w 6459988"/>
              <a:gd name="connsiteY30" fmla="*/ 2150572 h 5753325"/>
              <a:gd name="connsiteX31" fmla="*/ 6097813 w 6459988"/>
              <a:gd name="connsiteY31" fmla="*/ 2172208 h 5753325"/>
              <a:gd name="connsiteX32" fmla="*/ 6095990 w 6459988"/>
              <a:gd name="connsiteY32" fmla="*/ 2181185 h 5753325"/>
              <a:gd name="connsiteX33" fmla="*/ 6090126 w 6459988"/>
              <a:gd name="connsiteY33" fmla="*/ 2192533 h 5753325"/>
              <a:gd name="connsiteX34" fmla="*/ 6089503 w 6459988"/>
              <a:gd name="connsiteY34" fmla="*/ 2192543 h 5753325"/>
              <a:gd name="connsiteX35" fmla="*/ 6084946 w 6459988"/>
              <a:gd name="connsiteY35" fmla="*/ 2203694 h 5753325"/>
              <a:gd name="connsiteX36" fmla="*/ 5987861 w 6459988"/>
              <a:gd name="connsiteY36" fmla="*/ 2304868 h 5753325"/>
              <a:gd name="connsiteX37" fmla="*/ 5973439 w 6459988"/>
              <a:gd name="connsiteY37" fmla="*/ 2385635 h 5753325"/>
              <a:gd name="connsiteX38" fmla="*/ 5916727 w 6459988"/>
              <a:gd name="connsiteY38" fmla="*/ 2458777 h 5753325"/>
              <a:gd name="connsiteX39" fmla="*/ 5856524 w 6459988"/>
              <a:gd name="connsiteY39" fmla="*/ 2583281 h 5753325"/>
              <a:gd name="connsiteX40" fmla="*/ 5838091 w 6459988"/>
              <a:gd name="connsiteY40" fmla="*/ 2753474 h 5753325"/>
              <a:gd name="connsiteX41" fmla="*/ 5777471 w 6459988"/>
              <a:gd name="connsiteY41" fmla="*/ 2901570 h 5753325"/>
              <a:gd name="connsiteX42" fmla="*/ 5723992 w 6459988"/>
              <a:gd name="connsiteY42" fmla="*/ 2998752 h 5753325"/>
              <a:gd name="connsiteX43" fmla="*/ 5557886 w 6459988"/>
              <a:gd name="connsiteY43" fmla="*/ 3329735 h 5753325"/>
              <a:gd name="connsiteX44" fmla="*/ 5471501 w 6459988"/>
              <a:gd name="connsiteY44" fmla="*/ 3462221 h 5753325"/>
              <a:gd name="connsiteX45" fmla="*/ 5465154 w 6459988"/>
              <a:gd name="connsiteY45" fmla="*/ 3541065 h 5753325"/>
              <a:gd name="connsiteX46" fmla="*/ 5437889 w 6459988"/>
              <a:gd name="connsiteY46" fmla="*/ 3559927 h 5753325"/>
              <a:gd name="connsiteX47" fmla="*/ 5432770 w 6459988"/>
              <a:gd name="connsiteY47" fmla="*/ 3562948 h 5753325"/>
              <a:gd name="connsiteX48" fmla="*/ 5406795 w 6459988"/>
              <a:gd name="connsiteY48" fmla="*/ 3578594 h 5753325"/>
              <a:gd name="connsiteX49" fmla="*/ 5381495 w 6459988"/>
              <a:gd name="connsiteY49" fmla="*/ 3599883 h 5753325"/>
              <a:gd name="connsiteX50" fmla="*/ 5363689 w 6459988"/>
              <a:gd name="connsiteY50" fmla="*/ 3633299 h 5753325"/>
              <a:gd name="connsiteX51" fmla="*/ 5291870 w 6459988"/>
              <a:gd name="connsiteY51" fmla="*/ 3799039 h 5753325"/>
              <a:gd name="connsiteX52" fmla="*/ 5241600 w 6459988"/>
              <a:gd name="connsiteY52" fmla="*/ 3894238 h 5753325"/>
              <a:gd name="connsiteX53" fmla="*/ 5211041 w 6459988"/>
              <a:gd name="connsiteY53" fmla="*/ 3924184 h 5753325"/>
              <a:gd name="connsiteX54" fmla="*/ 5176073 w 6459988"/>
              <a:gd name="connsiteY54" fmla="*/ 3970179 h 5753325"/>
              <a:gd name="connsiteX55" fmla="*/ 5172826 w 6459988"/>
              <a:gd name="connsiteY55" fmla="*/ 3991773 h 5753325"/>
              <a:gd name="connsiteX56" fmla="*/ 5157053 w 6459988"/>
              <a:gd name="connsiteY56" fmla="*/ 3997708 h 5753325"/>
              <a:gd name="connsiteX57" fmla="*/ 5127922 w 6459988"/>
              <a:gd name="connsiteY57" fmla="*/ 4022660 h 5753325"/>
              <a:gd name="connsiteX58" fmla="*/ 5020872 w 6459988"/>
              <a:gd name="connsiteY58" fmla="*/ 4075951 h 5753325"/>
              <a:gd name="connsiteX59" fmla="*/ 4991410 w 6459988"/>
              <a:gd name="connsiteY59" fmla="*/ 4087598 h 5753325"/>
              <a:gd name="connsiteX60" fmla="*/ 4930112 w 6459988"/>
              <a:gd name="connsiteY60" fmla="*/ 4138459 h 5753325"/>
              <a:gd name="connsiteX61" fmla="*/ 4834224 w 6459988"/>
              <a:gd name="connsiteY61" fmla="*/ 4231643 h 5753325"/>
              <a:gd name="connsiteX62" fmla="*/ 4812599 w 6459988"/>
              <a:gd name="connsiteY62" fmla="*/ 4249449 h 5753325"/>
              <a:gd name="connsiteX63" fmla="*/ 4789188 w 6459988"/>
              <a:gd name="connsiteY63" fmla="*/ 4256678 h 5753325"/>
              <a:gd name="connsiteX64" fmla="*/ 4779554 w 6459988"/>
              <a:gd name="connsiteY64" fmla="*/ 4251313 h 5753325"/>
              <a:gd name="connsiteX65" fmla="*/ 4766885 w 6459988"/>
              <a:gd name="connsiteY65" fmla="*/ 4259812 h 5753325"/>
              <a:gd name="connsiteX66" fmla="*/ 4762510 w 6459988"/>
              <a:gd name="connsiteY66" fmla="*/ 4260383 h 5753325"/>
              <a:gd name="connsiteX67" fmla="*/ 4738416 w 6459988"/>
              <a:gd name="connsiteY67" fmla="*/ 4265355 h 5753325"/>
              <a:gd name="connsiteX68" fmla="*/ 4712007 w 6459988"/>
              <a:gd name="connsiteY68" fmla="*/ 4317892 h 5753325"/>
              <a:gd name="connsiteX69" fmla="*/ 4658930 w 6459988"/>
              <a:gd name="connsiteY69" fmla="*/ 4348041 h 5753325"/>
              <a:gd name="connsiteX70" fmla="*/ 4443526 w 6459988"/>
              <a:gd name="connsiteY70" fmla="*/ 4507851 h 5753325"/>
              <a:gd name="connsiteX71" fmla="*/ 4289766 w 6459988"/>
              <a:gd name="connsiteY71" fmla="*/ 4711450 h 5753325"/>
              <a:gd name="connsiteX72" fmla="*/ 4150870 w 6459988"/>
              <a:gd name="connsiteY72" fmla="*/ 4818480 h 5753325"/>
              <a:gd name="connsiteX73" fmla="*/ 4006639 w 6459988"/>
              <a:gd name="connsiteY73" fmla="*/ 4933815 h 5753325"/>
              <a:gd name="connsiteX74" fmla="*/ 3298210 w 6459988"/>
              <a:gd name="connsiteY74" fmla="*/ 5070790 h 5753325"/>
              <a:gd name="connsiteX75" fmla="*/ 2947678 w 6459988"/>
              <a:gd name="connsiteY75" fmla="*/ 5117869 h 5753325"/>
              <a:gd name="connsiteX76" fmla="*/ 2822169 w 6459988"/>
              <a:gd name="connsiteY76" fmla="*/ 5129396 h 5753325"/>
              <a:gd name="connsiteX77" fmla="*/ 2538773 w 6459988"/>
              <a:gd name="connsiteY77" fmla="*/ 5313397 h 5753325"/>
              <a:gd name="connsiteX78" fmla="*/ 2014500 w 6459988"/>
              <a:gd name="connsiteY78" fmla="*/ 5519744 h 5753325"/>
              <a:gd name="connsiteX79" fmla="*/ 1934391 w 6459988"/>
              <a:gd name="connsiteY79" fmla="*/ 5591335 h 5753325"/>
              <a:gd name="connsiteX80" fmla="*/ 1892550 w 6459988"/>
              <a:gd name="connsiteY80" fmla="*/ 5649708 h 5753325"/>
              <a:gd name="connsiteX81" fmla="*/ 1854769 w 6459988"/>
              <a:gd name="connsiteY81" fmla="*/ 5647691 h 5753325"/>
              <a:gd name="connsiteX82" fmla="*/ 1809461 w 6459988"/>
              <a:gd name="connsiteY82" fmla="*/ 5648628 h 5753325"/>
              <a:gd name="connsiteX83" fmla="*/ 1745150 w 6459988"/>
              <a:gd name="connsiteY83" fmla="*/ 5693879 h 5753325"/>
              <a:gd name="connsiteX84" fmla="*/ 1713375 w 6459988"/>
              <a:gd name="connsiteY84" fmla="*/ 5684672 h 5753325"/>
              <a:gd name="connsiteX85" fmla="*/ 1707808 w 6459988"/>
              <a:gd name="connsiteY85" fmla="*/ 5682611 h 5753325"/>
              <a:gd name="connsiteX86" fmla="*/ 1679313 w 6459988"/>
              <a:gd name="connsiteY86" fmla="*/ 5672360 h 5753325"/>
              <a:gd name="connsiteX87" fmla="*/ 1646933 w 6459988"/>
              <a:gd name="connsiteY87" fmla="*/ 5666227 h 5753325"/>
              <a:gd name="connsiteX88" fmla="*/ 1610055 w 6459988"/>
              <a:gd name="connsiteY88" fmla="*/ 5673643 h 5753325"/>
              <a:gd name="connsiteX89" fmla="*/ 1437641 w 6459988"/>
              <a:gd name="connsiteY89" fmla="*/ 5723266 h 5753325"/>
              <a:gd name="connsiteX90" fmla="*/ 1332869 w 6459988"/>
              <a:gd name="connsiteY90" fmla="*/ 5744752 h 5753325"/>
              <a:gd name="connsiteX91" fmla="*/ 1290525 w 6459988"/>
              <a:gd name="connsiteY91" fmla="*/ 5740036 h 5753325"/>
              <a:gd name="connsiteX92" fmla="*/ 1233107 w 6459988"/>
              <a:gd name="connsiteY92" fmla="*/ 5742106 h 5753325"/>
              <a:gd name="connsiteX93" fmla="*/ 1214532 w 6459988"/>
              <a:gd name="connsiteY93" fmla="*/ 5753325 h 5753325"/>
              <a:gd name="connsiteX94" fmla="*/ 1199955 w 6459988"/>
              <a:gd name="connsiteY94" fmla="*/ 5744831 h 5753325"/>
              <a:gd name="connsiteX95" fmla="*/ 1162337 w 6459988"/>
              <a:gd name="connsiteY95" fmla="*/ 5738048 h 5753325"/>
              <a:gd name="connsiteX96" fmla="*/ 1053457 w 6459988"/>
              <a:gd name="connsiteY96" fmla="*/ 5688676 h 5753325"/>
              <a:gd name="connsiteX97" fmla="*/ 1025798 w 6459988"/>
              <a:gd name="connsiteY97" fmla="*/ 5673166 h 5753325"/>
              <a:gd name="connsiteX98" fmla="*/ 947900 w 6459988"/>
              <a:gd name="connsiteY98" fmla="*/ 5657848 h 5753325"/>
              <a:gd name="connsiteX99" fmla="*/ 815627 w 6459988"/>
              <a:gd name="connsiteY99" fmla="*/ 5642557 h 5753325"/>
              <a:gd name="connsiteX100" fmla="*/ 788251 w 6459988"/>
              <a:gd name="connsiteY100" fmla="*/ 5637065 h 5753325"/>
              <a:gd name="connsiteX101" fmla="*/ 767822 w 6459988"/>
              <a:gd name="connsiteY101" fmla="*/ 5623450 h 5753325"/>
              <a:gd name="connsiteX102" fmla="*/ 765791 w 6459988"/>
              <a:gd name="connsiteY102" fmla="*/ 5612539 h 5753325"/>
              <a:gd name="connsiteX103" fmla="*/ 751230 w 6459988"/>
              <a:gd name="connsiteY103" fmla="*/ 5608092 h 5753325"/>
              <a:gd name="connsiteX104" fmla="*/ 748008 w 6459988"/>
              <a:gd name="connsiteY104" fmla="*/ 5605052 h 5753325"/>
              <a:gd name="connsiteX105" fmla="*/ 728871 w 6459988"/>
              <a:gd name="connsiteY105" fmla="*/ 5589469 h 5753325"/>
              <a:gd name="connsiteX106" fmla="*/ 671898 w 6459988"/>
              <a:gd name="connsiteY106" fmla="*/ 5602363 h 5753325"/>
              <a:gd name="connsiteX107" fmla="*/ 615065 w 6459988"/>
              <a:gd name="connsiteY107" fmla="*/ 5580257 h 5753325"/>
              <a:gd name="connsiteX108" fmla="*/ 355785 w 6459988"/>
              <a:gd name="connsiteY108" fmla="*/ 5514383 h 5753325"/>
              <a:gd name="connsiteX109" fmla="*/ 102269 w 6459988"/>
              <a:gd name="connsiteY109" fmla="*/ 5524347 h 5753325"/>
              <a:gd name="connsiteX110" fmla="*/ 13160 w 6459988"/>
              <a:gd name="connsiteY110" fmla="*/ 5514159 h 5753325"/>
              <a:gd name="connsiteX111" fmla="*/ 0 w 6459988"/>
              <a:gd name="connsiteY111" fmla="*/ 5511735 h 5753325"/>
              <a:gd name="connsiteX112" fmla="*/ 0 w 6459988"/>
              <a:gd name="connsiteY112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75685 w 6447632"/>
              <a:gd name="connsiteY6" fmla="*/ 535865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447445 w 6447632"/>
              <a:gd name="connsiteY10" fmla="*/ 780003 h 5753325"/>
              <a:gd name="connsiteX11" fmla="*/ 6426552 w 6447632"/>
              <a:gd name="connsiteY11" fmla="*/ 845805 h 5753325"/>
              <a:gd name="connsiteX12" fmla="*/ 6434072 w 6447632"/>
              <a:gd name="connsiteY12" fmla="*/ 910733 h 5753325"/>
              <a:gd name="connsiteX13" fmla="*/ 6432570 w 6447632"/>
              <a:gd name="connsiteY13" fmla="*/ 983394 h 5753325"/>
              <a:gd name="connsiteX14" fmla="*/ 6431878 w 6447632"/>
              <a:gd name="connsiteY14" fmla="*/ 1026728 h 5753325"/>
              <a:gd name="connsiteX15" fmla="*/ 6414269 w 6447632"/>
              <a:gd name="connsiteY15" fmla="*/ 1151111 h 5753325"/>
              <a:gd name="connsiteX16" fmla="*/ 6371722 w 6447632"/>
              <a:gd name="connsiteY16" fmla="*/ 1318080 h 5753325"/>
              <a:gd name="connsiteX17" fmla="*/ 6356023 w 6447632"/>
              <a:gd name="connsiteY17" fmla="*/ 1356227 h 5753325"/>
              <a:gd name="connsiteX18" fmla="*/ 6356157 w 6447632"/>
              <a:gd name="connsiteY18" fmla="*/ 1361967 h 5753325"/>
              <a:gd name="connsiteX19" fmla="*/ 6350613 w 6447632"/>
              <a:gd name="connsiteY19" fmla="*/ 1393569 h 5753325"/>
              <a:gd name="connsiteX20" fmla="*/ 6357062 w 6447632"/>
              <a:gd name="connsiteY20" fmla="*/ 1444071 h 5753325"/>
              <a:gd name="connsiteX21" fmla="*/ 6364832 w 6447632"/>
              <a:gd name="connsiteY21" fmla="*/ 1478763 h 5753325"/>
              <a:gd name="connsiteX22" fmla="*/ 6369745 w 6447632"/>
              <a:gd name="connsiteY22" fmla="*/ 1495680 h 5753325"/>
              <a:gd name="connsiteX23" fmla="*/ 6370898 w 6447632"/>
              <a:gd name="connsiteY23" fmla="*/ 1513331 h 5753325"/>
              <a:gd name="connsiteX24" fmla="*/ 6368801 w 6447632"/>
              <a:gd name="connsiteY24" fmla="*/ 1527414 h 5753325"/>
              <a:gd name="connsiteX25" fmla="*/ 6359177 w 6447632"/>
              <a:gd name="connsiteY25" fmla="*/ 1639513 h 5753325"/>
              <a:gd name="connsiteX26" fmla="*/ 6299489 w 6447632"/>
              <a:gd name="connsiteY26" fmla="*/ 1784860 h 5753325"/>
              <a:gd name="connsiteX27" fmla="*/ 6267878 w 6447632"/>
              <a:gd name="connsiteY27" fmla="*/ 1858572 h 5753325"/>
              <a:gd name="connsiteX28" fmla="*/ 6251146 w 6447632"/>
              <a:gd name="connsiteY28" fmla="*/ 1926167 h 5753325"/>
              <a:gd name="connsiteX29" fmla="*/ 6210686 w 6447632"/>
              <a:gd name="connsiteY29" fmla="*/ 2014834 h 5753325"/>
              <a:gd name="connsiteX30" fmla="*/ 6106652 w 6447632"/>
              <a:gd name="connsiteY30" fmla="*/ 2150572 h 5753325"/>
              <a:gd name="connsiteX31" fmla="*/ 6097813 w 6447632"/>
              <a:gd name="connsiteY31" fmla="*/ 2172208 h 5753325"/>
              <a:gd name="connsiteX32" fmla="*/ 6095990 w 6447632"/>
              <a:gd name="connsiteY32" fmla="*/ 2181185 h 5753325"/>
              <a:gd name="connsiteX33" fmla="*/ 6090126 w 6447632"/>
              <a:gd name="connsiteY33" fmla="*/ 2192533 h 5753325"/>
              <a:gd name="connsiteX34" fmla="*/ 6089503 w 6447632"/>
              <a:gd name="connsiteY34" fmla="*/ 2192543 h 5753325"/>
              <a:gd name="connsiteX35" fmla="*/ 6084946 w 6447632"/>
              <a:gd name="connsiteY35" fmla="*/ 2203694 h 5753325"/>
              <a:gd name="connsiteX36" fmla="*/ 5987861 w 6447632"/>
              <a:gd name="connsiteY36" fmla="*/ 2304868 h 5753325"/>
              <a:gd name="connsiteX37" fmla="*/ 5973439 w 6447632"/>
              <a:gd name="connsiteY37" fmla="*/ 2385635 h 5753325"/>
              <a:gd name="connsiteX38" fmla="*/ 5916727 w 6447632"/>
              <a:gd name="connsiteY38" fmla="*/ 2458777 h 5753325"/>
              <a:gd name="connsiteX39" fmla="*/ 5856524 w 6447632"/>
              <a:gd name="connsiteY39" fmla="*/ 2583281 h 5753325"/>
              <a:gd name="connsiteX40" fmla="*/ 5838091 w 6447632"/>
              <a:gd name="connsiteY40" fmla="*/ 2753474 h 5753325"/>
              <a:gd name="connsiteX41" fmla="*/ 5777471 w 6447632"/>
              <a:gd name="connsiteY41" fmla="*/ 2901570 h 5753325"/>
              <a:gd name="connsiteX42" fmla="*/ 5723992 w 6447632"/>
              <a:gd name="connsiteY42" fmla="*/ 2998752 h 5753325"/>
              <a:gd name="connsiteX43" fmla="*/ 5557886 w 6447632"/>
              <a:gd name="connsiteY43" fmla="*/ 3329735 h 5753325"/>
              <a:gd name="connsiteX44" fmla="*/ 5471501 w 6447632"/>
              <a:gd name="connsiteY44" fmla="*/ 3462221 h 5753325"/>
              <a:gd name="connsiteX45" fmla="*/ 5465154 w 6447632"/>
              <a:gd name="connsiteY45" fmla="*/ 3541065 h 5753325"/>
              <a:gd name="connsiteX46" fmla="*/ 5437889 w 6447632"/>
              <a:gd name="connsiteY46" fmla="*/ 3559927 h 5753325"/>
              <a:gd name="connsiteX47" fmla="*/ 5432770 w 6447632"/>
              <a:gd name="connsiteY47" fmla="*/ 3562948 h 5753325"/>
              <a:gd name="connsiteX48" fmla="*/ 5406795 w 6447632"/>
              <a:gd name="connsiteY48" fmla="*/ 3578594 h 5753325"/>
              <a:gd name="connsiteX49" fmla="*/ 5381495 w 6447632"/>
              <a:gd name="connsiteY49" fmla="*/ 3599883 h 5753325"/>
              <a:gd name="connsiteX50" fmla="*/ 5363689 w 6447632"/>
              <a:gd name="connsiteY50" fmla="*/ 3633299 h 5753325"/>
              <a:gd name="connsiteX51" fmla="*/ 5291870 w 6447632"/>
              <a:gd name="connsiteY51" fmla="*/ 3799039 h 5753325"/>
              <a:gd name="connsiteX52" fmla="*/ 5241600 w 6447632"/>
              <a:gd name="connsiteY52" fmla="*/ 3894238 h 5753325"/>
              <a:gd name="connsiteX53" fmla="*/ 5211041 w 6447632"/>
              <a:gd name="connsiteY53" fmla="*/ 3924184 h 5753325"/>
              <a:gd name="connsiteX54" fmla="*/ 5176073 w 6447632"/>
              <a:gd name="connsiteY54" fmla="*/ 3970179 h 5753325"/>
              <a:gd name="connsiteX55" fmla="*/ 5172826 w 6447632"/>
              <a:gd name="connsiteY55" fmla="*/ 3991773 h 5753325"/>
              <a:gd name="connsiteX56" fmla="*/ 5157053 w 6447632"/>
              <a:gd name="connsiteY56" fmla="*/ 3997708 h 5753325"/>
              <a:gd name="connsiteX57" fmla="*/ 5127922 w 6447632"/>
              <a:gd name="connsiteY57" fmla="*/ 4022660 h 5753325"/>
              <a:gd name="connsiteX58" fmla="*/ 5020872 w 6447632"/>
              <a:gd name="connsiteY58" fmla="*/ 4075951 h 5753325"/>
              <a:gd name="connsiteX59" fmla="*/ 4991410 w 6447632"/>
              <a:gd name="connsiteY59" fmla="*/ 4087598 h 5753325"/>
              <a:gd name="connsiteX60" fmla="*/ 4930112 w 6447632"/>
              <a:gd name="connsiteY60" fmla="*/ 4138459 h 5753325"/>
              <a:gd name="connsiteX61" fmla="*/ 4834224 w 6447632"/>
              <a:gd name="connsiteY61" fmla="*/ 4231643 h 5753325"/>
              <a:gd name="connsiteX62" fmla="*/ 4812599 w 6447632"/>
              <a:gd name="connsiteY62" fmla="*/ 4249449 h 5753325"/>
              <a:gd name="connsiteX63" fmla="*/ 4789188 w 6447632"/>
              <a:gd name="connsiteY63" fmla="*/ 4256678 h 5753325"/>
              <a:gd name="connsiteX64" fmla="*/ 4779554 w 6447632"/>
              <a:gd name="connsiteY64" fmla="*/ 4251313 h 5753325"/>
              <a:gd name="connsiteX65" fmla="*/ 4766885 w 6447632"/>
              <a:gd name="connsiteY65" fmla="*/ 4259812 h 5753325"/>
              <a:gd name="connsiteX66" fmla="*/ 4762510 w 6447632"/>
              <a:gd name="connsiteY66" fmla="*/ 4260383 h 5753325"/>
              <a:gd name="connsiteX67" fmla="*/ 4738416 w 6447632"/>
              <a:gd name="connsiteY67" fmla="*/ 4265355 h 5753325"/>
              <a:gd name="connsiteX68" fmla="*/ 4712007 w 6447632"/>
              <a:gd name="connsiteY68" fmla="*/ 4317892 h 5753325"/>
              <a:gd name="connsiteX69" fmla="*/ 4658930 w 6447632"/>
              <a:gd name="connsiteY69" fmla="*/ 4348041 h 5753325"/>
              <a:gd name="connsiteX70" fmla="*/ 4443526 w 6447632"/>
              <a:gd name="connsiteY70" fmla="*/ 4507851 h 5753325"/>
              <a:gd name="connsiteX71" fmla="*/ 4289766 w 6447632"/>
              <a:gd name="connsiteY71" fmla="*/ 4711450 h 5753325"/>
              <a:gd name="connsiteX72" fmla="*/ 4150870 w 6447632"/>
              <a:gd name="connsiteY72" fmla="*/ 4818480 h 5753325"/>
              <a:gd name="connsiteX73" fmla="*/ 4006639 w 6447632"/>
              <a:gd name="connsiteY73" fmla="*/ 4933815 h 5753325"/>
              <a:gd name="connsiteX74" fmla="*/ 3298210 w 6447632"/>
              <a:gd name="connsiteY74" fmla="*/ 5070790 h 5753325"/>
              <a:gd name="connsiteX75" fmla="*/ 2947678 w 6447632"/>
              <a:gd name="connsiteY75" fmla="*/ 5117869 h 5753325"/>
              <a:gd name="connsiteX76" fmla="*/ 2822169 w 6447632"/>
              <a:gd name="connsiteY76" fmla="*/ 5129396 h 5753325"/>
              <a:gd name="connsiteX77" fmla="*/ 2538773 w 6447632"/>
              <a:gd name="connsiteY77" fmla="*/ 5313397 h 5753325"/>
              <a:gd name="connsiteX78" fmla="*/ 2014500 w 6447632"/>
              <a:gd name="connsiteY78" fmla="*/ 5519744 h 5753325"/>
              <a:gd name="connsiteX79" fmla="*/ 1934391 w 6447632"/>
              <a:gd name="connsiteY79" fmla="*/ 5591335 h 5753325"/>
              <a:gd name="connsiteX80" fmla="*/ 1892550 w 6447632"/>
              <a:gd name="connsiteY80" fmla="*/ 5649708 h 5753325"/>
              <a:gd name="connsiteX81" fmla="*/ 1854769 w 6447632"/>
              <a:gd name="connsiteY81" fmla="*/ 5647691 h 5753325"/>
              <a:gd name="connsiteX82" fmla="*/ 1809461 w 6447632"/>
              <a:gd name="connsiteY82" fmla="*/ 5648628 h 5753325"/>
              <a:gd name="connsiteX83" fmla="*/ 1745150 w 6447632"/>
              <a:gd name="connsiteY83" fmla="*/ 5693879 h 5753325"/>
              <a:gd name="connsiteX84" fmla="*/ 1713375 w 6447632"/>
              <a:gd name="connsiteY84" fmla="*/ 5684672 h 5753325"/>
              <a:gd name="connsiteX85" fmla="*/ 1707808 w 6447632"/>
              <a:gd name="connsiteY85" fmla="*/ 5682611 h 5753325"/>
              <a:gd name="connsiteX86" fmla="*/ 1679313 w 6447632"/>
              <a:gd name="connsiteY86" fmla="*/ 5672360 h 5753325"/>
              <a:gd name="connsiteX87" fmla="*/ 1646933 w 6447632"/>
              <a:gd name="connsiteY87" fmla="*/ 5666227 h 5753325"/>
              <a:gd name="connsiteX88" fmla="*/ 1610055 w 6447632"/>
              <a:gd name="connsiteY88" fmla="*/ 5673643 h 5753325"/>
              <a:gd name="connsiteX89" fmla="*/ 1437641 w 6447632"/>
              <a:gd name="connsiteY89" fmla="*/ 5723266 h 5753325"/>
              <a:gd name="connsiteX90" fmla="*/ 1332869 w 6447632"/>
              <a:gd name="connsiteY90" fmla="*/ 5744752 h 5753325"/>
              <a:gd name="connsiteX91" fmla="*/ 1290525 w 6447632"/>
              <a:gd name="connsiteY91" fmla="*/ 5740036 h 5753325"/>
              <a:gd name="connsiteX92" fmla="*/ 1233107 w 6447632"/>
              <a:gd name="connsiteY92" fmla="*/ 5742106 h 5753325"/>
              <a:gd name="connsiteX93" fmla="*/ 1214532 w 6447632"/>
              <a:gd name="connsiteY93" fmla="*/ 5753325 h 5753325"/>
              <a:gd name="connsiteX94" fmla="*/ 1199955 w 6447632"/>
              <a:gd name="connsiteY94" fmla="*/ 5744831 h 5753325"/>
              <a:gd name="connsiteX95" fmla="*/ 1162337 w 6447632"/>
              <a:gd name="connsiteY95" fmla="*/ 5738048 h 5753325"/>
              <a:gd name="connsiteX96" fmla="*/ 1053457 w 6447632"/>
              <a:gd name="connsiteY96" fmla="*/ 5688676 h 5753325"/>
              <a:gd name="connsiteX97" fmla="*/ 1025798 w 6447632"/>
              <a:gd name="connsiteY97" fmla="*/ 5673166 h 5753325"/>
              <a:gd name="connsiteX98" fmla="*/ 947900 w 6447632"/>
              <a:gd name="connsiteY98" fmla="*/ 5657848 h 5753325"/>
              <a:gd name="connsiteX99" fmla="*/ 815627 w 6447632"/>
              <a:gd name="connsiteY99" fmla="*/ 5642557 h 5753325"/>
              <a:gd name="connsiteX100" fmla="*/ 788251 w 6447632"/>
              <a:gd name="connsiteY100" fmla="*/ 5637065 h 5753325"/>
              <a:gd name="connsiteX101" fmla="*/ 767822 w 6447632"/>
              <a:gd name="connsiteY101" fmla="*/ 5623450 h 5753325"/>
              <a:gd name="connsiteX102" fmla="*/ 765791 w 6447632"/>
              <a:gd name="connsiteY102" fmla="*/ 5612539 h 5753325"/>
              <a:gd name="connsiteX103" fmla="*/ 751230 w 6447632"/>
              <a:gd name="connsiteY103" fmla="*/ 5608092 h 5753325"/>
              <a:gd name="connsiteX104" fmla="*/ 748008 w 6447632"/>
              <a:gd name="connsiteY104" fmla="*/ 5605052 h 5753325"/>
              <a:gd name="connsiteX105" fmla="*/ 728871 w 6447632"/>
              <a:gd name="connsiteY105" fmla="*/ 5589469 h 5753325"/>
              <a:gd name="connsiteX106" fmla="*/ 671898 w 6447632"/>
              <a:gd name="connsiteY106" fmla="*/ 5602363 h 5753325"/>
              <a:gd name="connsiteX107" fmla="*/ 615065 w 6447632"/>
              <a:gd name="connsiteY107" fmla="*/ 5580257 h 5753325"/>
              <a:gd name="connsiteX108" fmla="*/ 355785 w 6447632"/>
              <a:gd name="connsiteY108" fmla="*/ 5514383 h 5753325"/>
              <a:gd name="connsiteX109" fmla="*/ 102269 w 6447632"/>
              <a:gd name="connsiteY109" fmla="*/ 5524347 h 5753325"/>
              <a:gd name="connsiteX110" fmla="*/ 13160 w 6447632"/>
              <a:gd name="connsiteY110" fmla="*/ 5514159 h 5753325"/>
              <a:gd name="connsiteX111" fmla="*/ 0 w 6447632"/>
              <a:gd name="connsiteY111" fmla="*/ 5511735 h 5753325"/>
              <a:gd name="connsiteX112" fmla="*/ 0 w 6447632"/>
              <a:gd name="connsiteY112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75685 w 6447632"/>
              <a:gd name="connsiteY6" fmla="*/ 535865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426552 w 6447632"/>
              <a:gd name="connsiteY11" fmla="*/ 845805 h 5753325"/>
              <a:gd name="connsiteX12" fmla="*/ 6434072 w 6447632"/>
              <a:gd name="connsiteY12" fmla="*/ 910733 h 5753325"/>
              <a:gd name="connsiteX13" fmla="*/ 6432570 w 6447632"/>
              <a:gd name="connsiteY13" fmla="*/ 983394 h 5753325"/>
              <a:gd name="connsiteX14" fmla="*/ 6431878 w 6447632"/>
              <a:gd name="connsiteY14" fmla="*/ 1026728 h 5753325"/>
              <a:gd name="connsiteX15" fmla="*/ 6414269 w 6447632"/>
              <a:gd name="connsiteY15" fmla="*/ 1151111 h 5753325"/>
              <a:gd name="connsiteX16" fmla="*/ 6371722 w 6447632"/>
              <a:gd name="connsiteY16" fmla="*/ 1318080 h 5753325"/>
              <a:gd name="connsiteX17" fmla="*/ 6356023 w 6447632"/>
              <a:gd name="connsiteY17" fmla="*/ 1356227 h 5753325"/>
              <a:gd name="connsiteX18" fmla="*/ 6356157 w 6447632"/>
              <a:gd name="connsiteY18" fmla="*/ 1361967 h 5753325"/>
              <a:gd name="connsiteX19" fmla="*/ 6350613 w 6447632"/>
              <a:gd name="connsiteY19" fmla="*/ 1393569 h 5753325"/>
              <a:gd name="connsiteX20" fmla="*/ 6357062 w 6447632"/>
              <a:gd name="connsiteY20" fmla="*/ 1444071 h 5753325"/>
              <a:gd name="connsiteX21" fmla="*/ 6364832 w 6447632"/>
              <a:gd name="connsiteY21" fmla="*/ 1478763 h 5753325"/>
              <a:gd name="connsiteX22" fmla="*/ 6369745 w 6447632"/>
              <a:gd name="connsiteY22" fmla="*/ 1495680 h 5753325"/>
              <a:gd name="connsiteX23" fmla="*/ 6370898 w 6447632"/>
              <a:gd name="connsiteY23" fmla="*/ 1513331 h 5753325"/>
              <a:gd name="connsiteX24" fmla="*/ 6368801 w 6447632"/>
              <a:gd name="connsiteY24" fmla="*/ 1527414 h 5753325"/>
              <a:gd name="connsiteX25" fmla="*/ 6359177 w 6447632"/>
              <a:gd name="connsiteY25" fmla="*/ 1639513 h 5753325"/>
              <a:gd name="connsiteX26" fmla="*/ 6299489 w 6447632"/>
              <a:gd name="connsiteY26" fmla="*/ 1784860 h 5753325"/>
              <a:gd name="connsiteX27" fmla="*/ 6267878 w 6447632"/>
              <a:gd name="connsiteY27" fmla="*/ 1858572 h 5753325"/>
              <a:gd name="connsiteX28" fmla="*/ 6251146 w 6447632"/>
              <a:gd name="connsiteY28" fmla="*/ 1926167 h 5753325"/>
              <a:gd name="connsiteX29" fmla="*/ 6210686 w 6447632"/>
              <a:gd name="connsiteY29" fmla="*/ 2014834 h 5753325"/>
              <a:gd name="connsiteX30" fmla="*/ 6106652 w 6447632"/>
              <a:gd name="connsiteY30" fmla="*/ 2150572 h 5753325"/>
              <a:gd name="connsiteX31" fmla="*/ 6097813 w 6447632"/>
              <a:gd name="connsiteY31" fmla="*/ 2172208 h 5753325"/>
              <a:gd name="connsiteX32" fmla="*/ 6095990 w 6447632"/>
              <a:gd name="connsiteY32" fmla="*/ 2181185 h 5753325"/>
              <a:gd name="connsiteX33" fmla="*/ 6090126 w 6447632"/>
              <a:gd name="connsiteY33" fmla="*/ 2192533 h 5753325"/>
              <a:gd name="connsiteX34" fmla="*/ 6089503 w 6447632"/>
              <a:gd name="connsiteY34" fmla="*/ 2192543 h 5753325"/>
              <a:gd name="connsiteX35" fmla="*/ 6084946 w 6447632"/>
              <a:gd name="connsiteY35" fmla="*/ 2203694 h 5753325"/>
              <a:gd name="connsiteX36" fmla="*/ 5987861 w 6447632"/>
              <a:gd name="connsiteY36" fmla="*/ 2304868 h 5753325"/>
              <a:gd name="connsiteX37" fmla="*/ 5973439 w 6447632"/>
              <a:gd name="connsiteY37" fmla="*/ 2385635 h 5753325"/>
              <a:gd name="connsiteX38" fmla="*/ 5916727 w 6447632"/>
              <a:gd name="connsiteY38" fmla="*/ 2458777 h 5753325"/>
              <a:gd name="connsiteX39" fmla="*/ 5856524 w 6447632"/>
              <a:gd name="connsiteY39" fmla="*/ 2583281 h 5753325"/>
              <a:gd name="connsiteX40" fmla="*/ 5838091 w 6447632"/>
              <a:gd name="connsiteY40" fmla="*/ 2753474 h 5753325"/>
              <a:gd name="connsiteX41" fmla="*/ 5777471 w 6447632"/>
              <a:gd name="connsiteY41" fmla="*/ 2901570 h 5753325"/>
              <a:gd name="connsiteX42" fmla="*/ 5723992 w 6447632"/>
              <a:gd name="connsiteY42" fmla="*/ 2998752 h 5753325"/>
              <a:gd name="connsiteX43" fmla="*/ 5557886 w 6447632"/>
              <a:gd name="connsiteY43" fmla="*/ 3329735 h 5753325"/>
              <a:gd name="connsiteX44" fmla="*/ 5471501 w 6447632"/>
              <a:gd name="connsiteY44" fmla="*/ 3462221 h 5753325"/>
              <a:gd name="connsiteX45" fmla="*/ 5465154 w 6447632"/>
              <a:gd name="connsiteY45" fmla="*/ 3541065 h 5753325"/>
              <a:gd name="connsiteX46" fmla="*/ 5437889 w 6447632"/>
              <a:gd name="connsiteY46" fmla="*/ 3559927 h 5753325"/>
              <a:gd name="connsiteX47" fmla="*/ 5432770 w 6447632"/>
              <a:gd name="connsiteY47" fmla="*/ 3562948 h 5753325"/>
              <a:gd name="connsiteX48" fmla="*/ 5406795 w 6447632"/>
              <a:gd name="connsiteY48" fmla="*/ 3578594 h 5753325"/>
              <a:gd name="connsiteX49" fmla="*/ 5381495 w 6447632"/>
              <a:gd name="connsiteY49" fmla="*/ 3599883 h 5753325"/>
              <a:gd name="connsiteX50" fmla="*/ 5363689 w 6447632"/>
              <a:gd name="connsiteY50" fmla="*/ 3633299 h 5753325"/>
              <a:gd name="connsiteX51" fmla="*/ 5291870 w 6447632"/>
              <a:gd name="connsiteY51" fmla="*/ 3799039 h 5753325"/>
              <a:gd name="connsiteX52" fmla="*/ 5241600 w 6447632"/>
              <a:gd name="connsiteY52" fmla="*/ 3894238 h 5753325"/>
              <a:gd name="connsiteX53" fmla="*/ 5211041 w 6447632"/>
              <a:gd name="connsiteY53" fmla="*/ 3924184 h 5753325"/>
              <a:gd name="connsiteX54" fmla="*/ 5176073 w 6447632"/>
              <a:gd name="connsiteY54" fmla="*/ 3970179 h 5753325"/>
              <a:gd name="connsiteX55" fmla="*/ 5172826 w 6447632"/>
              <a:gd name="connsiteY55" fmla="*/ 3991773 h 5753325"/>
              <a:gd name="connsiteX56" fmla="*/ 5157053 w 6447632"/>
              <a:gd name="connsiteY56" fmla="*/ 3997708 h 5753325"/>
              <a:gd name="connsiteX57" fmla="*/ 5127922 w 6447632"/>
              <a:gd name="connsiteY57" fmla="*/ 4022660 h 5753325"/>
              <a:gd name="connsiteX58" fmla="*/ 5020872 w 6447632"/>
              <a:gd name="connsiteY58" fmla="*/ 4075951 h 5753325"/>
              <a:gd name="connsiteX59" fmla="*/ 4991410 w 6447632"/>
              <a:gd name="connsiteY59" fmla="*/ 4087598 h 5753325"/>
              <a:gd name="connsiteX60" fmla="*/ 4930112 w 6447632"/>
              <a:gd name="connsiteY60" fmla="*/ 4138459 h 5753325"/>
              <a:gd name="connsiteX61" fmla="*/ 4834224 w 6447632"/>
              <a:gd name="connsiteY61" fmla="*/ 4231643 h 5753325"/>
              <a:gd name="connsiteX62" fmla="*/ 4812599 w 6447632"/>
              <a:gd name="connsiteY62" fmla="*/ 4249449 h 5753325"/>
              <a:gd name="connsiteX63" fmla="*/ 4789188 w 6447632"/>
              <a:gd name="connsiteY63" fmla="*/ 4256678 h 5753325"/>
              <a:gd name="connsiteX64" fmla="*/ 4779554 w 6447632"/>
              <a:gd name="connsiteY64" fmla="*/ 4251313 h 5753325"/>
              <a:gd name="connsiteX65" fmla="*/ 4766885 w 6447632"/>
              <a:gd name="connsiteY65" fmla="*/ 4259812 h 5753325"/>
              <a:gd name="connsiteX66" fmla="*/ 4762510 w 6447632"/>
              <a:gd name="connsiteY66" fmla="*/ 4260383 h 5753325"/>
              <a:gd name="connsiteX67" fmla="*/ 4738416 w 6447632"/>
              <a:gd name="connsiteY67" fmla="*/ 4265355 h 5753325"/>
              <a:gd name="connsiteX68" fmla="*/ 4712007 w 6447632"/>
              <a:gd name="connsiteY68" fmla="*/ 4317892 h 5753325"/>
              <a:gd name="connsiteX69" fmla="*/ 4658930 w 6447632"/>
              <a:gd name="connsiteY69" fmla="*/ 4348041 h 5753325"/>
              <a:gd name="connsiteX70" fmla="*/ 4443526 w 6447632"/>
              <a:gd name="connsiteY70" fmla="*/ 4507851 h 5753325"/>
              <a:gd name="connsiteX71" fmla="*/ 4289766 w 6447632"/>
              <a:gd name="connsiteY71" fmla="*/ 4711450 h 5753325"/>
              <a:gd name="connsiteX72" fmla="*/ 4150870 w 6447632"/>
              <a:gd name="connsiteY72" fmla="*/ 4818480 h 5753325"/>
              <a:gd name="connsiteX73" fmla="*/ 4006639 w 6447632"/>
              <a:gd name="connsiteY73" fmla="*/ 4933815 h 5753325"/>
              <a:gd name="connsiteX74" fmla="*/ 3298210 w 6447632"/>
              <a:gd name="connsiteY74" fmla="*/ 5070790 h 5753325"/>
              <a:gd name="connsiteX75" fmla="*/ 2947678 w 6447632"/>
              <a:gd name="connsiteY75" fmla="*/ 5117869 h 5753325"/>
              <a:gd name="connsiteX76" fmla="*/ 2822169 w 6447632"/>
              <a:gd name="connsiteY76" fmla="*/ 5129396 h 5753325"/>
              <a:gd name="connsiteX77" fmla="*/ 2538773 w 6447632"/>
              <a:gd name="connsiteY77" fmla="*/ 5313397 h 5753325"/>
              <a:gd name="connsiteX78" fmla="*/ 2014500 w 6447632"/>
              <a:gd name="connsiteY78" fmla="*/ 5519744 h 5753325"/>
              <a:gd name="connsiteX79" fmla="*/ 1934391 w 6447632"/>
              <a:gd name="connsiteY79" fmla="*/ 5591335 h 5753325"/>
              <a:gd name="connsiteX80" fmla="*/ 1892550 w 6447632"/>
              <a:gd name="connsiteY80" fmla="*/ 5649708 h 5753325"/>
              <a:gd name="connsiteX81" fmla="*/ 1854769 w 6447632"/>
              <a:gd name="connsiteY81" fmla="*/ 5647691 h 5753325"/>
              <a:gd name="connsiteX82" fmla="*/ 1809461 w 6447632"/>
              <a:gd name="connsiteY82" fmla="*/ 5648628 h 5753325"/>
              <a:gd name="connsiteX83" fmla="*/ 1745150 w 6447632"/>
              <a:gd name="connsiteY83" fmla="*/ 5693879 h 5753325"/>
              <a:gd name="connsiteX84" fmla="*/ 1713375 w 6447632"/>
              <a:gd name="connsiteY84" fmla="*/ 5684672 h 5753325"/>
              <a:gd name="connsiteX85" fmla="*/ 1707808 w 6447632"/>
              <a:gd name="connsiteY85" fmla="*/ 5682611 h 5753325"/>
              <a:gd name="connsiteX86" fmla="*/ 1679313 w 6447632"/>
              <a:gd name="connsiteY86" fmla="*/ 5672360 h 5753325"/>
              <a:gd name="connsiteX87" fmla="*/ 1646933 w 6447632"/>
              <a:gd name="connsiteY87" fmla="*/ 5666227 h 5753325"/>
              <a:gd name="connsiteX88" fmla="*/ 1610055 w 6447632"/>
              <a:gd name="connsiteY88" fmla="*/ 5673643 h 5753325"/>
              <a:gd name="connsiteX89" fmla="*/ 1437641 w 6447632"/>
              <a:gd name="connsiteY89" fmla="*/ 5723266 h 5753325"/>
              <a:gd name="connsiteX90" fmla="*/ 1332869 w 6447632"/>
              <a:gd name="connsiteY90" fmla="*/ 5744752 h 5753325"/>
              <a:gd name="connsiteX91" fmla="*/ 1290525 w 6447632"/>
              <a:gd name="connsiteY91" fmla="*/ 5740036 h 5753325"/>
              <a:gd name="connsiteX92" fmla="*/ 1233107 w 6447632"/>
              <a:gd name="connsiteY92" fmla="*/ 5742106 h 5753325"/>
              <a:gd name="connsiteX93" fmla="*/ 1214532 w 6447632"/>
              <a:gd name="connsiteY93" fmla="*/ 5753325 h 5753325"/>
              <a:gd name="connsiteX94" fmla="*/ 1199955 w 6447632"/>
              <a:gd name="connsiteY94" fmla="*/ 5744831 h 5753325"/>
              <a:gd name="connsiteX95" fmla="*/ 1162337 w 6447632"/>
              <a:gd name="connsiteY95" fmla="*/ 5738048 h 5753325"/>
              <a:gd name="connsiteX96" fmla="*/ 1053457 w 6447632"/>
              <a:gd name="connsiteY96" fmla="*/ 5688676 h 5753325"/>
              <a:gd name="connsiteX97" fmla="*/ 1025798 w 6447632"/>
              <a:gd name="connsiteY97" fmla="*/ 5673166 h 5753325"/>
              <a:gd name="connsiteX98" fmla="*/ 947900 w 6447632"/>
              <a:gd name="connsiteY98" fmla="*/ 5657848 h 5753325"/>
              <a:gd name="connsiteX99" fmla="*/ 815627 w 6447632"/>
              <a:gd name="connsiteY99" fmla="*/ 5642557 h 5753325"/>
              <a:gd name="connsiteX100" fmla="*/ 788251 w 6447632"/>
              <a:gd name="connsiteY100" fmla="*/ 5637065 h 5753325"/>
              <a:gd name="connsiteX101" fmla="*/ 767822 w 6447632"/>
              <a:gd name="connsiteY101" fmla="*/ 5623450 h 5753325"/>
              <a:gd name="connsiteX102" fmla="*/ 765791 w 6447632"/>
              <a:gd name="connsiteY102" fmla="*/ 5612539 h 5753325"/>
              <a:gd name="connsiteX103" fmla="*/ 751230 w 6447632"/>
              <a:gd name="connsiteY103" fmla="*/ 5608092 h 5753325"/>
              <a:gd name="connsiteX104" fmla="*/ 748008 w 6447632"/>
              <a:gd name="connsiteY104" fmla="*/ 5605052 h 5753325"/>
              <a:gd name="connsiteX105" fmla="*/ 728871 w 6447632"/>
              <a:gd name="connsiteY105" fmla="*/ 5589469 h 5753325"/>
              <a:gd name="connsiteX106" fmla="*/ 671898 w 6447632"/>
              <a:gd name="connsiteY106" fmla="*/ 5602363 h 5753325"/>
              <a:gd name="connsiteX107" fmla="*/ 615065 w 6447632"/>
              <a:gd name="connsiteY107" fmla="*/ 5580257 h 5753325"/>
              <a:gd name="connsiteX108" fmla="*/ 355785 w 6447632"/>
              <a:gd name="connsiteY108" fmla="*/ 5514383 h 5753325"/>
              <a:gd name="connsiteX109" fmla="*/ 102269 w 6447632"/>
              <a:gd name="connsiteY109" fmla="*/ 5524347 h 5753325"/>
              <a:gd name="connsiteX110" fmla="*/ 13160 w 6447632"/>
              <a:gd name="connsiteY110" fmla="*/ 5514159 h 5753325"/>
              <a:gd name="connsiteX111" fmla="*/ 0 w 6447632"/>
              <a:gd name="connsiteY111" fmla="*/ 5511735 h 5753325"/>
              <a:gd name="connsiteX112" fmla="*/ 0 w 6447632"/>
              <a:gd name="connsiteY112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426552 w 6447632"/>
              <a:gd name="connsiteY11" fmla="*/ 845805 h 5753325"/>
              <a:gd name="connsiteX12" fmla="*/ 6434072 w 6447632"/>
              <a:gd name="connsiteY12" fmla="*/ 910733 h 5753325"/>
              <a:gd name="connsiteX13" fmla="*/ 6432570 w 6447632"/>
              <a:gd name="connsiteY13" fmla="*/ 983394 h 5753325"/>
              <a:gd name="connsiteX14" fmla="*/ 6431878 w 6447632"/>
              <a:gd name="connsiteY14" fmla="*/ 1026728 h 5753325"/>
              <a:gd name="connsiteX15" fmla="*/ 6414269 w 6447632"/>
              <a:gd name="connsiteY15" fmla="*/ 1151111 h 5753325"/>
              <a:gd name="connsiteX16" fmla="*/ 6371722 w 6447632"/>
              <a:gd name="connsiteY16" fmla="*/ 1318080 h 5753325"/>
              <a:gd name="connsiteX17" fmla="*/ 6356023 w 6447632"/>
              <a:gd name="connsiteY17" fmla="*/ 1356227 h 5753325"/>
              <a:gd name="connsiteX18" fmla="*/ 6356157 w 6447632"/>
              <a:gd name="connsiteY18" fmla="*/ 1361967 h 5753325"/>
              <a:gd name="connsiteX19" fmla="*/ 6350613 w 6447632"/>
              <a:gd name="connsiteY19" fmla="*/ 1393569 h 5753325"/>
              <a:gd name="connsiteX20" fmla="*/ 6357062 w 6447632"/>
              <a:gd name="connsiteY20" fmla="*/ 1444071 h 5753325"/>
              <a:gd name="connsiteX21" fmla="*/ 6364832 w 6447632"/>
              <a:gd name="connsiteY21" fmla="*/ 1478763 h 5753325"/>
              <a:gd name="connsiteX22" fmla="*/ 6369745 w 6447632"/>
              <a:gd name="connsiteY22" fmla="*/ 1495680 h 5753325"/>
              <a:gd name="connsiteX23" fmla="*/ 6370898 w 6447632"/>
              <a:gd name="connsiteY23" fmla="*/ 1513331 h 5753325"/>
              <a:gd name="connsiteX24" fmla="*/ 6368801 w 6447632"/>
              <a:gd name="connsiteY24" fmla="*/ 1527414 h 5753325"/>
              <a:gd name="connsiteX25" fmla="*/ 6359177 w 6447632"/>
              <a:gd name="connsiteY25" fmla="*/ 1639513 h 5753325"/>
              <a:gd name="connsiteX26" fmla="*/ 6299489 w 6447632"/>
              <a:gd name="connsiteY26" fmla="*/ 1784860 h 5753325"/>
              <a:gd name="connsiteX27" fmla="*/ 6267878 w 6447632"/>
              <a:gd name="connsiteY27" fmla="*/ 1858572 h 5753325"/>
              <a:gd name="connsiteX28" fmla="*/ 6251146 w 6447632"/>
              <a:gd name="connsiteY28" fmla="*/ 1926167 h 5753325"/>
              <a:gd name="connsiteX29" fmla="*/ 6210686 w 6447632"/>
              <a:gd name="connsiteY29" fmla="*/ 2014834 h 5753325"/>
              <a:gd name="connsiteX30" fmla="*/ 6106652 w 6447632"/>
              <a:gd name="connsiteY30" fmla="*/ 2150572 h 5753325"/>
              <a:gd name="connsiteX31" fmla="*/ 6097813 w 6447632"/>
              <a:gd name="connsiteY31" fmla="*/ 2172208 h 5753325"/>
              <a:gd name="connsiteX32" fmla="*/ 6095990 w 6447632"/>
              <a:gd name="connsiteY32" fmla="*/ 2181185 h 5753325"/>
              <a:gd name="connsiteX33" fmla="*/ 6090126 w 6447632"/>
              <a:gd name="connsiteY33" fmla="*/ 2192533 h 5753325"/>
              <a:gd name="connsiteX34" fmla="*/ 6089503 w 6447632"/>
              <a:gd name="connsiteY34" fmla="*/ 2192543 h 5753325"/>
              <a:gd name="connsiteX35" fmla="*/ 6084946 w 6447632"/>
              <a:gd name="connsiteY35" fmla="*/ 2203694 h 5753325"/>
              <a:gd name="connsiteX36" fmla="*/ 5987861 w 6447632"/>
              <a:gd name="connsiteY36" fmla="*/ 2304868 h 5753325"/>
              <a:gd name="connsiteX37" fmla="*/ 5973439 w 6447632"/>
              <a:gd name="connsiteY37" fmla="*/ 2385635 h 5753325"/>
              <a:gd name="connsiteX38" fmla="*/ 5916727 w 6447632"/>
              <a:gd name="connsiteY38" fmla="*/ 2458777 h 5753325"/>
              <a:gd name="connsiteX39" fmla="*/ 5856524 w 6447632"/>
              <a:gd name="connsiteY39" fmla="*/ 2583281 h 5753325"/>
              <a:gd name="connsiteX40" fmla="*/ 5838091 w 6447632"/>
              <a:gd name="connsiteY40" fmla="*/ 2753474 h 5753325"/>
              <a:gd name="connsiteX41" fmla="*/ 5777471 w 6447632"/>
              <a:gd name="connsiteY41" fmla="*/ 2901570 h 5753325"/>
              <a:gd name="connsiteX42" fmla="*/ 5723992 w 6447632"/>
              <a:gd name="connsiteY42" fmla="*/ 2998752 h 5753325"/>
              <a:gd name="connsiteX43" fmla="*/ 5557886 w 6447632"/>
              <a:gd name="connsiteY43" fmla="*/ 3329735 h 5753325"/>
              <a:gd name="connsiteX44" fmla="*/ 5471501 w 6447632"/>
              <a:gd name="connsiteY44" fmla="*/ 3462221 h 5753325"/>
              <a:gd name="connsiteX45" fmla="*/ 5465154 w 6447632"/>
              <a:gd name="connsiteY45" fmla="*/ 3541065 h 5753325"/>
              <a:gd name="connsiteX46" fmla="*/ 5437889 w 6447632"/>
              <a:gd name="connsiteY46" fmla="*/ 3559927 h 5753325"/>
              <a:gd name="connsiteX47" fmla="*/ 5432770 w 6447632"/>
              <a:gd name="connsiteY47" fmla="*/ 3562948 h 5753325"/>
              <a:gd name="connsiteX48" fmla="*/ 5406795 w 6447632"/>
              <a:gd name="connsiteY48" fmla="*/ 3578594 h 5753325"/>
              <a:gd name="connsiteX49" fmla="*/ 5381495 w 6447632"/>
              <a:gd name="connsiteY49" fmla="*/ 3599883 h 5753325"/>
              <a:gd name="connsiteX50" fmla="*/ 5363689 w 6447632"/>
              <a:gd name="connsiteY50" fmla="*/ 3633299 h 5753325"/>
              <a:gd name="connsiteX51" fmla="*/ 5291870 w 6447632"/>
              <a:gd name="connsiteY51" fmla="*/ 3799039 h 5753325"/>
              <a:gd name="connsiteX52" fmla="*/ 5241600 w 6447632"/>
              <a:gd name="connsiteY52" fmla="*/ 3894238 h 5753325"/>
              <a:gd name="connsiteX53" fmla="*/ 5211041 w 6447632"/>
              <a:gd name="connsiteY53" fmla="*/ 3924184 h 5753325"/>
              <a:gd name="connsiteX54" fmla="*/ 5176073 w 6447632"/>
              <a:gd name="connsiteY54" fmla="*/ 3970179 h 5753325"/>
              <a:gd name="connsiteX55" fmla="*/ 5172826 w 6447632"/>
              <a:gd name="connsiteY55" fmla="*/ 3991773 h 5753325"/>
              <a:gd name="connsiteX56" fmla="*/ 5157053 w 6447632"/>
              <a:gd name="connsiteY56" fmla="*/ 3997708 h 5753325"/>
              <a:gd name="connsiteX57" fmla="*/ 5127922 w 6447632"/>
              <a:gd name="connsiteY57" fmla="*/ 4022660 h 5753325"/>
              <a:gd name="connsiteX58" fmla="*/ 5020872 w 6447632"/>
              <a:gd name="connsiteY58" fmla="*/ 4075951 h 5753325"/>
              <a:gd name="connsiteX59" fmla="*/ 4991410 w 6447632"/>
              <a:gd name="connsiteY59" fmla="*/ 4087598 h 5753325"/>
              <a:gd name="connsiteX60" fmla="*/ 4930112 w 6447632"/>
              <a:gd name="connsiteY60" fmla="*/ 4138459 h 5753325"/>
              <a:gd name="connsiteX61" fmla="*/ 4834224 w 6447632"/>
              <a:gd name="connsiteY61" fmla="*/ 4231643 h 5753325"/>
              <a:gd name="connsiteX62" fmla="*/ 4812599 w 6447632"/>
              <a:gd name="connsiteY62" fmla="*/ 4249449 h 5753325"/>
              <a:gd name="connsiteX63" fmla="*/ 4789188 w 6447632"/>
              <a:gd name="connsiteY63" fmla="*/ 4256678 h 5753325"/>
              <a:gd name="connsiteX64" fmla="*/ 4779554 w 6447632"/>
              <a:gd name="connsiteY64" fmla="*/ 4251313 h 5753325"/>
              <a:gd name="connsiteX65" fmla="*/ 4766885 w 6447632"/>
              <a:gd name="connsiteY65" fmla="*/ 4259812 h 5753325"/>
              <a:gd name="connsiteX66" fmla="*/ 4762510 w 6447632"/>
              <a:gd name="connsiteY66" fmla="*/ 4260383 h 5753325"/>
              <a:gd name="connsiteX67" fmla="*/ 4738416 w 6447632"/>
              <a:gd name="connsiteY67" fmla="*/ 4265355 h 5753325"/>
              <a:gd name="connsiteX68" fmla="*/ 4712007 w 6447632"/>
              <a:gd name="connsiteY68" fmla="*/ 4317892 h 5753325"/>
              <a:gd name="connsiteX69" fmla="*/ 4658930 w 6447632"/>
              <a:gd name="connsiteY69" fmla="*/ 4348041 h 5753325"/>
              <a:gd name="connsiteX70" fmla="*/ 4443526 w 6447632"/>
              <a:gd name="connsiteY70" fmla="*/ 4507851 h 5753325"/>
              <a:gd name="connsiteX71" fmla="*/ 4289766 w 6447632"/>
              <a:gd name="connsiteY71" fmla="*/ 4711450 h 5753325"/>
              <a:gd name="connsiteX72" fmla="*/ 4150870 w 6447632"/>
              <a:gd name="connsiteY72" fmla="*/ 4818480 h 5753325"/>
              <a:gd name="connsiteX73" fmla="*/ 4006639 w 6447632"/>
              <a:gd name="connsiteY73" fmla="*/ 4933815 h 5753325"/>
              <a:gd name="connsiteX74" fmla="*/ 3298210 w 6447632"/>
              <a:gd name="connsiteY74" fmla="*/ 5070790 h 5753325"/>
              <a:gd name="connsiteX75" fmla="*/ 2947678 w 6447632"/>
              <a:gd name="connsiteY75" fmla="*/ 5117869 h 5753325"/>
              <a:gd name="connsiteX76" fmla="*/ 2822169 w 6447632"/>
              <a:gd name="connsiteY76" fmla="*/ 5129396 h 5753325"/>
              <a:gd name="connsiteX77" fmla="*/ 2538773 w 6447632"/>
              <a:gd name="connsiteY77" fmla="*/ 5313397 h 5753325"/>
              <a:gd name="connsiteX78" fmla="*/ 2014500 w 6447632"/>
              <a:gd name="connsiteY78" fmla="*/ 5519744 h 5753325"/>
              <a:gd name="connsiteX79" fmla="*/ 1934391 w 6447632"/>
              <a:gd name="connsiteY79" fmla="*/ 5591335 h 5753325"/>
              <a:gd name="connsiteX80" fmla="*/ 1892550 w 6447632"/>
              <a:gd name="connsiteY80" fmla="*/ 5649708 h 5753325"/>
              <a:gd name="connsiteX81" fmla="*/ 1854769 w 6447632"/>
              <a:gd name="connsiteY81" fmla="*/ 5647691 h 5753325"/>
              <a:gd name="connsiteX82" fmla="*/ 1809461 w 6447632"/>
              <a:gd name="connsiteY82" fmla="*/ 5648628 h 5753325"/>
              <a:gd name="connsiteX83" fmla="*/ 1745150 w 6447632"/>
              <a:gd name="connsiteY83" fmla="*/ 5693879 h 5753325"/>
              <a:gd name="connsiteX84" fmla="*/ 1713375 w 6447632"/>
              <a:gd name="connsiteY84" fmla="*/ 5684672 h 5753325"/>
              <a:gd name="connsiteX85" fmla="*/ 1707808 w 6447632"/>
              <a:gd name="connsiteY85" fmla="*/ 5682611 h 5753325"/>
              <a:gd name="connsiteX86" fmla="*/ 1679313 w 6447632"/>
              <a:gd name="connsiteY86" fmla="*/ 5672360 h 5753325"/>
              <a:gd name="connsiteX87" fmla="*/ 1646933 w 6447632"/>
              <a:gd name="connsiteY87" fmla="*/ 5666227 h 5753325"/>
              <a:gd name="connsiteX88" fmla="*/ 1610055 w 6447632"/>
              <a:gd name="connsiteY88" fmla="*/ 5673643 h 5753325"/>
              <a:gd name="connsiteX89" fmla="*/ 1437641 w 6447632"/>
              <a:gd name="connsiteY89" fmla="*/ 5723266 h 5753325"/>
              <a:gd name="connsiteX90" fmla="*/ 1332869 w 6447632"/>
              <a:gd name="connsiteY90" fmla="*/ 5744752 h 5753325"/>
              <a:gd name="connsiteX91" fmla="*/ 1290525 w 6447632"/>
              <a:gd name="connsiteY91" fmla="*/ 5740036 h 5753325"/>
              <a:gd name="connsiteX92" fmla="*/ 1233107 w 6447632"/>
              <a:gd name="connsiteY92" fmla="*/ 5742106 h 5753325"/>
              <a:gd name="connsiteX93" fmla="*/ 1214532 w 6447632"/>
              <a:gd name="connsiteY93" fmla="*/ 5753325 h 5753325"/>
              <a:gd name="connsiteX94" fmla="*/ 1199955 w 6447632"/>
              <a:gd name="connsiteY94" fmla="*/ 5744831 h 5753325"/>
              <a:gd name="connsiteX95" fmla="*/ 1162337 w 6447632"/>
              <a:gd name="connsiteY95" fmla="*/ 5738048 h 5753325"/>
              <a:gd name="connsiteX96" fmla="*/ 1053457 w 6447632"/>
              <a:gd name="connsiteY96" fmla="*/ 5688676 h 5753325"/>
              <a:gd name="connsiteX97" fmla="*/ 1025798 w 6447632"/>
              <a:gd name="connsiteY97" fmla="*/ 5673166 h 5753325"/>
              <a:gd name="connsiteX98" fmla="*/ 947900 w 6447632"/>
              <a:gd name="connsiteY98" fmla="*/ 5657848 h 5753325"/>
              <a:gd name="connsiteX99" fmla="*/ 815627 w 6447632"/>
              <a:gd name="connsiteY99" fmla="*/ 5642557 h 5753325"/>
              <a:gd name="connsiteX100" fmla="*/ 788251 w 6447632"/>
              <a:gd name="connsiteY100" fmla="*/ 5637065 h 5753325"/>
              <a:gd name="connsiteX101" fmla="*/ 767822 w 6447632"/>
              <a:gd name="connsiteY101" fmla="*/ 5623450 h 5753325"/>
              <a:gd name="connsiteX102" fmla="*/ 765791 w 6447632"/>
              <a:gd name="connsiteY102" fmla="*/ 5612539 h 5753325"/>
              <a:gd name="connsiteX103" fmla="*/ 751230 w 6447632"/>
              <a:gd name="connsiteY103" fmla="*/ 5608092 h 5753325"/>
              <a:gd name="connsiteX104" fmla="*/ 748008 w 6447632"/>
              <a:gd name="connsiteY104" fmla="*/ 5605052 h 5753325"/>
              <a:gd name="connsiteX105" fmla="*/ 728871 w 6447632"/>
              <a:gd name="connsiteY105" fmla="*/ 5589469 h 5753325"/>
              <a:gd name="connsiteX106" fmla="*/ 671898 w 6447632"/>
              <a:gd name="connsiteY106" fmla="*/ 5602363 h 5753325"/>
              <a:gd name="connsiteX107" fmla="*/ 615065 w 6447632"/>
              <a:gd name="connsiteY107" fmla="*/ 5580257 h 5753325"/>
              <a:gd name="connsiteX108" fmla="*/ 355785 w 6447632"/>
              <a:gd name="connsiteY108" fmla="*/ 5514383 h 5753325"/>
              <a:gd name="connsiteX109" fmla="*/ 102269 w 6447632"/>
              <a:gd name="connsiteY109" fmla="*/ 5524347 h 5753325"/>
              <a:gd name="connsiteX110" fmla="*/ 13160 w 6447632"/>
              <a:gd name="connsiteY110" fmla="*/ 5514159 h 5753325"/>
              <a:gd name="connsiteX111" fmla="*/ 0 w 6447632"/>
              <a:gd name="connsiteY111" fmla="*/ 5511735 h 5753325"/>
              <a:gd name="connsiteX112" fmla="*/ 0 w 6447632"/>
              <a:gd name="connsiteY112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434072 w 6447632"/>
              <a:gd name="connsiteY12" fmla="*/ 910733 h 5753325"/>
              <a:gd name="connsiteX13" fmla="*/ 6432570 w 6447632"/>
              <a:gd name="connsiteY13" fmla="*/ 983394 h 5753325"/>
              <a:gd name="connsiteX14" fmla="*/ 6431878 w 6447632"/>
              <a:gd name="connsiteY14" fmla="*/ 1026728 h 5753325"/>
              <a:gd name="connsiteX15" fmla="*/ 6414269 w 6447632"/>
              <a:gd name="connsiteY15" fmla="*/ 1151111 h 5753325"/>
              <a:gd name="connsiteX16" fmla="*/ 6371722 w 6447632"/>
              <a:gd name="connsiteY16" fmla="*/ 1318080 h 5753325"/>
              <a:gd name="connsiteX17" fmla="*/ 6356023 w 6447632"/>
              <a:gd name="connsiteY17" fmla="*/ 1356227 h 5753325"/>
              <a:gd name="connsiteX18" fmla="*/ 6356157 w 6447632"/>
              <a:gd name="connsiteY18" fmla="*/ 1361967 h 5753325"/>
              <a:gd name="connsiteX19" fmla="*/ 6350613 w 6447632"/>
              <a:gd name="connsiteY19" fmla="*/ 1393569 h 5753325"/>
              <a:gd name="connsiteX20" fmla="*/ 6357062 w 6447632"/>
              <a:gd name="connsiteY20" fmla="*/ 1444071 h 5753325"/>
              <a:gd name="connsiteX21" fmla="*/ 6364832 w 6447632"/>
              <a:gd name="connsiteY21" fmla="*/ 1478763 h 5753325"/>
              <a:gd name="connsiteX22" fmla="*/ 6369745 w 6447632"/>
              <a:gd name="connsiteY22" fmla="*/ 1495680 h 5753325"/>
              <a:gd name="connsiteX23" fmla="*/ 6370898 w 6447632"/>
              <a:gd name="connsiteY23" fmla="*/ 1513331 h 5753325"/>
              <a:gd name="connsiteX24" fmla="*/ 6368801 w 6447632"/>
              <a:gd name="connsiteY24" fmla="*/ 1527414 h 5753325"/>
              <a:gd name="connsiteX25" fmla="*/ 6359177 w 6447632"/>
              <a:gd name="connsiteY25" fmla="*/ 1639513 h 5753325"/>
              <a:gd name="connsiteX26" fmla="*/ 6299489 w 6447632"/>
              <a:gd name="connsiteY26" fmla="*/ 1784860 h 5753325"/>
              <a:gd name="connsiteX27" fmla="*/ 6267878 w 6447632"/>
              <a:gd name="connsiteY27" fmla="*/ 1858572 h 5753325"/>
              <a:gd name="connsiteX28" fmla="*/ 6251146 w 6447632"/>
              <a:gd name="connsiteY28" fmla="*/ 1926167 h 5753325"/>
              <a:gd name="connsiteX29" fmla="*/ 6210686 w 6447632"/>
              <a:gd name="connsiteY29" fmla="*/ 2014834 h 5753325"/>
              <a:gd name="connsiteX30" fmla="*/ 6106652 w 6447632"/>
              <a:gd name="connsiteY30" fmla="*/ 2150572 h 5753325"/>
              <a:gd name="connsiteX31" fmla="*/ 6097813 w 6447632"/>
              <a:gd name="connsiteY31" fmla="*/ 2172208 h 5753325"/>
              <a:gd name="connsiteX32" fmla="*/ 6095990 w 6447632"/>
              <a:gd name="connsiteY32" fmla="*/ 2181185 h 5753325"/>
              <a:gd name="connsiteX33" fmla="*/ 6090126 w 6447632"/>
              <a:gd name="connsiteY33" fmla="*/ 2192533 h 5753325"/>
              <a:gd name="connsiteX34" fmla="*/ 6089503 w 6447632"/>
              <a:gd name="connsiteY34" fmla="*/ 2192543 h 5753325"/>
              <a:gd name="connsiteX35" fmla="*/ 6084946 w 6447632"/>
              <a:gd name="connsiteY35" fmla="*/ 2203694 h 5753325"/>
              <a:gd name="connsiteX36" fmla="*/ 5987861 w 6447632"/>
              <a:gd name="connsiteY36" fmla="*/ 2304868 h 5753325"/>
              <a:gd name="connsiteX37" fmla="*/ 5973439 w 6447632"/>
              <a:gd name="connsiteY37" fmla="*/ 2385635 h 5753325"/>
              <a:gd name="connsiteX38" fmla="*/ 5916727 w 6447632"/>
              <a:gd name="connsiteY38" fmla="*/ 2458777 h 5753325"/>
              <a:gd name="connsiteX39" fmla="*/ 5856524 w 6447632"/>
              <a:gd name="connsiteY39" fmla="*/ 2583281 h 5753325"/>
              <a:gd name="connsiteX40" fmla="*/ 5838091 w 6447632"/>
              <a:gd name="connsiteY40" fmla="*/ 2753474 h 5753325"/>
              <a:gd name="connsiteX41" fmla="*/ 5777471 w 6447632"/>
              <a:gd name="connsiteY41" fmla="*/ 2901570 h 5753325"/>
              <a:gd name="connsiteX42" fmla="*/ 5723992 w 6447632"/>
              <a:gd name="connsiteY42" fmla="*/ 2998752 h 5753325"/>
              <a:gd name="connsiteX43" fmla="*/ 5557886 w 6447632"/>
              <a:gd name="connsiteY43" fmla="*/ 3329735 h 5753325"/>
              <a:gd name="connsiteX44" fmla="*/ 5471501 w 6447632"/>
              <a:gd name="connsiteY44" fmla="*/ 3462221 h 5753325"/>
              <a:gd name="connsiteX45" fmla="*/ 5465154 w 6447632"/>
              <a:gd name="connsiteY45" fmla="*/ 3541065 h 5753325"/>
              <a:gd name="connsiteX46" fmla="*/ 5437889 w 6447632"/>
              <a:gd name="connsiteY46" fmla="*/ 3559927 h 5753325"/>
              <a:gd name="connsiteX47" fmla="*/ 5432770 w 6447632"/>
              <a:gd name="connsiteY47" fmla="*/ 3562948 h 5753325"/>
              <a:gd name="connsiteX48" fmla="*/ 5406795 w 6447632"/>
              <a:gd name="connsiteY48" fmla="*/ 3578594 h 5753325"/>
              <a:gd name="connsiteX49" fmla="*/ 5381495 w 6447632"/>
              <a:gd name="connsiteY49" fmla="*/ 3599883 h 5753325"/>
              <a:gd name="connsiteX50" fmla="*/ 5363689 w 6447632"/>
              <a:gd name="connsiteY50" fmla="*/ 3633299 h 5753325"/>
              <a:gd name="connsiteX51" fmla="*/ 5291870 w 6447632"/>
              <a:gd name="connsiteY51" fmla="*/ 3799039 h 5753325"/>
              <a:gd name="connsiteX52" fmla="*/ 5241600 w 6447632"/>
              <a:gd name="connsiteY52" fmla="*/ 3894238 h 5753325"/>
              <a:gd name="connsiteX53" fmla="*/ 5211041 w 6447632"/>
              <a:gd name="connsiteY53" fmla="*/ 3924184 h 5753325"/>
              <a:gd name="connsiteX54" fmla="*/ 5176073 w 6447632"/>
              <a:gd name="connsiteY54" fmla="*/ 3970179 h 5753325"/>
              <a:gd name="connsiteX55" fmla="*/ 5172826 w 6447632"/>
              <a:gd name="connsiteY55" fmla="*/ 3991773 h 5753325"/>
              <a:gd name="connsiteX56" fmla="*/ 5157053 w 6447632"/>
              <a:gd name="connsiteY56" fmla="*/ 3997708 h 5753325"/>
              <a:gd name="connsiteX57" fmla="*/ 5127922 w 6447632"/>
              <a:gd name="connsiteY57" fmla="*/ 4022660 h 5753325"/>
              <a:gd name="connsiteX58" fmla="*/ 5020872 w 6447632"/>
              <a:gd name="connsiteY58" fmla="*/ 4075951 h 5753325"/>
              <a:gd name="connsiteX59" fmla="*/ 4991410 w 6447632"/>
              <a:gd name="connsiteY59" fmla="*/ 4087598 h 5753325"/>
              <a:gd name="connsiteX60" fmla="*/ 4930112 w 6447632"/>
              <a:gd name="connsiteY60" fmla="*/ 4138459 h 5753325"/>
              <a:gd name="connsiteX61" fmla="*/ 4834224 w 6447632"/>
              <a:gd name="connsiteY61" fmla="*/ 4231643 h 5753325"/>
              <a:gd name="connsiteX62" fmla="*/ 4812599 w 6447632"/>
              <a:gd name="connsiteY62" fmla="*/ 4249449 h 5753325"/>
              <a:gd name="connsiteX63" fmla="*/ 4789188 w 6447632"/>
              <a:gd name="connsiteY63" fmla="*/ 4256678 h 5753325"/>
              <a:gd name="connsiteX64" fmla="*/ 4779554 w 6447632"/>
              <a:gd name="connsiteY64" fmla="*/ 4251313 h 5753325"/>
              <a:gd name="connsiteX65" fmla="*/ 4766885 w 6447632"/>
              <a:gd name="connsiteY65" fmla="*/ 4259812 h 5753325"/>
              <a:gd name="connsiteX66" fmla="*/ 4762510 w 6447632"/>
              <a:gd name="connsiteY66" fmla="*/ 4260383 h 5753325"/>
              <a:gd name="connsiteX67" fmla="*/ 4738416 w 6447632"/>
              <a:gd name="connsiteY67" fmla="*/ 4265355 h 5753325"/>
              <a:gd name="connsiteX68" fmla="*/ 4712007 w 6447632"/>
              <a:gd name="connsiteY68" fmla="*/ 4317892 h 5753325"/>
              <a:gd name="connsiteX69" fmla="*/ 4658930 w 6447632"/>
              <a:gd name="connsiteY69" fmla="*/ 4348041 h 5753325"/>
              <a:gd name="connsiteX70" fmla="*/ 4443526 w 6447632"/>
              <a:gd name="connsiteY70" fmla="*/ 4507851 h 5753325"/>
              <a:gd name="connsiteX71" fmla="*/ 4289766 w 6447632"/>
              <a:gd name="connsiteY71" fmla="*/ 4711450 h 5753325"/>
              <a:gd name="connsiteX72" fmla="*/ 4150870 w 6447632"/>
              <a:gd name="connsiteY72" fmla="*/ 4818480 h 5753325"/>
              <a:gd name="connsiteX73" fmla="*/ 4006639 w 6447632"/>
              <a:gd name="connsiteY73" fmla="*/ 4933815 h 5753325"/>
              <a:gd name="connsiteX74" fmla="*/ 3298210 w 6447632"/>
              <a:gd name="connsiteY74" fmla="*/ 5070790 h 5753325"/>
              <a:gd name="connsiteX75" fmla="*/ 2947678 w 6447632"/>
              <a:gd name="connsiteY75" fmla="*/ 5117869 h 5753325"/>
              <a:gd name="connsiteX76" fmla="*/ 2822169 w 6447632"/>
              <a:gd name="connsiteY76" fmla="*/ 5129396 h 5753325"/>
              <a:gd name="connsiteX77" fmla="*/ 2538773 w 6447632"/>
              <a:gd name="connsiteY77" fmla="*/ 5313397 h 5753325"/>
              <a:gd name="connsiteX78" fmla="*/ 2014500 w 6447632"/>
              <a:gd name="connsiteY78" fmla="*/ 5519744 h 5753325"/>
              <a:gd name="connsiteX79" fmla="*/ 1934391 w 6447632"/>
              <a:gd name="connsiteY79" fmla="*/ 5591335 h 5753325"/>
              <a:gd name="connsiteX80" fmla="*/ 1892550 w 6447632"/>
              <a:gd name="connsiteY80" fmla="*/ 5649708 h 5753325"/>
              <a:gd name="connsiteX81" fmla="*/ 1854769 w 6447632"/>
              <a:gd name="connsiteY81" fmla="*/ 5647691 h 5753325"/>
              <a:gd name="connsiteX82" fmla="*/ 1809461 w 6447632"/>
              <a:gd name="connsiteY82" fmla="*/ 5648628 h 5753325"/>
              <a:gd name="connsiteX83" fmla="*/ 1745150 w 6447632"/>
              <a:gd name="connsiteY83" fmla="*/ 5693879 h 5753325"/>
              <a:gd name="connsiteX84" fmla="*/ 1713375 w 6447632"/>
              <a:gd name="connsiteY84" fmla="*/ 5684672 h 5753325"/>
              <a:gd name="connsiteX85" fmla="*/ 1707808 w 6447632"/>
              <a:gd name="connsiteY85" fmla="*/ 5682611 h 5753325"/>
              <a:gd name="connsiteX86" fmla="*/ 1679313 w 6447632"/>
              <a:gd name="connsiteY86" fmla="*/ 5672360 h 5753325"/>
              <a:gd name="connsiteX87" fmla="*/ 1646933 w 6447632"/>
              <a:gd name="connsiteY87" fmla="*/ 5666227 h 5753325"/>
              <a:gd name="connsiteX88" fmla="*/ 1610055 w 6447632"/>
              <a:gd name="connsiteY88" fmla="*/ 5673643 h 5753325"/>
              <a:gd name="connsiteX89" fmla="*/ 1437641 w 6447632"/>
              <a:gd name="connsiteY89" fmla="*/ 5723266 h 5753325"/>
              <a:gd name="connsiteX90" fmla="*/ 1332869 w 6447632"/>
              <a:gd name="connsiteY90" fmla="*/ 5744752 h 5753325"/>
              <a:gd name="connsiteX91" fmla="*/ 1290525 w 6447632"/>
              <a:gd name="connsiteY91" fmla="*/ 5740036 h 5753325"/>
              <a:gd name="connsiteX92" fmla="*/ 1233107 w 6447632"/>
              <a:gd name="connsiteY92" fmla="*/ 5742106 h 5753325"/>
              <a:gd name="connsiteX93" fmla="*/ 1214532 w 6447632"/>
              <a:gd name="connsiteY93" fmla="*/ 5753325 h 5753325"/>
              <a:gd name="connsiteX94" fmla="*/ 1199955 w 6447632"/>
              <a:gd name="connsiteY94" fmla="*/ 5744831 h 5753325"/>
              <a:gd name="connsiteX95" fmla="*/ 1162337 w 6447632"/>
              <a:gd name="connsiteY95" fmla="*/ 5738048 h 5753325"/>
              <a:gd name="connsiteX96" fmla="*/ 1053457 w 6447632"/>
              <a:gd name="connsiteY96" fmla="*/ 5688676 h 5753325"/>
              <a:gd name="connsiteX97" fmla="*/ 1025798 w 6447632"/>
              <a:gd name="connsiteY97" fmla="*/ 5673166 h 5753325"/>
              <a:gd name="connsiteX98" fmla="*/ 947900 w 6447632"/>
              <a:gd name="connsiteY98" fmla="*/ 5657848 h 5753325"/>
              <a:gd name="connsiteX99" fmla="*/ 815627 w 6447632"/>
              <a:gd name="connsiteY99" fmla="*/ 5642557 h 5753325"/>
              <a:gd name="connsiteX100" fmla="*/ 788251 w 6447632"/>
              <a:gd name="connsiteY100" fmla="*/ 5637065 h 5753325"/>
              <a:gd name="connsiteX101" fmla="*/ 767822 w 6447632"/>
              <a:gd name="connsiteY101" fmla="*/ 5623450 h 5753325"/>
              <a:gd name="connsiteX102" fmla="*/ 765791 w 6447632"/>
              <a:gd name="connsiteY102" fmla="*/ 5612539 h 5753325"/>
              <a:gd name="connsiteX103" fmla="*/ 751230 w 6447632"/>
              <a:gd name="connsiteY103" fmla="*/ 5608092 h 5753325"/>
              <a:gd name="connsiteX104" fmla="*/ 748008 w 6447632"/>
              <a:gd name="connsiteY104" fmla="*/ 5605052 h 5753325"/>
              <a:gd name="connsiteX105" fmla="*/ 728871 w 6447632"/>
              <a:gd name="connsiteY105" fmla="*/ 5589469 h 5753325"/>
              <a:gd name="connsiteX106" fmla="*/ 671898 w 6447632"/>
              <a:gd name="connsiteY106" fmla="*/ 5602363 h 5753325"/>
              <a:gd name="connsiteX107" fmla="*/ 615065 w 6447632"/>
              <a:gd name="connsiteY107" fmla="*/ 5580257 h 5753325"/>
              <a:gd name="connsiteX108" fmla="*/ 355785 w 6447632"/>
              <a:gd name="connsiteY108" fmla="*/ 5514383 h 5753325"/>
              <a:gd name="connsiteX109" fmla="*/ 102269 w 6447632"/>
              <a:gd name="connsiteY109" fmla="*/ 5524347 h 5753325"/>
              <a:gd name="connsiteX110" fmla="*/ 13160 w 6447632"/>
              <a:gd name="connsiteY110" fmla="*/ 5514159 h 5753325"/>
              <a:gd name="connsiteX111" fmla="*/ 0 w 6447632"/>
              <a:gd name="connsiteY111" fmla="*/ 5511735 h 5753325"/>
              <a:gd name="connsiteX112" fmla="*/ 0 w 6447632"/>
              <a:gd name="connsiteY112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434072 w 6447632"/>
              <a:gd name="connsiteY12" fmla="*/ 910733 h 5753325"/>
              <a:gd name="connsiteX13" fmla="*/ 6432570 w 6447632"/>
              <a:gd name="connsiteY13" fmla="*/ 983394 h 5753325"/>
              <a:gd name="connsiteX14" fmla="*/ 6431878 w 6447632"/>
              <a:gd name="connsiteY14" fmla="*/ 1026728 h 5753325"/>
              <a:gd name="connsiteX15" fmla="*/ 6362266 w 6447632"/>
              <a:gd name="connsiteY15" fmla="*/ 1151111 h 5753325"/>
              <a:gd name="connsiteX16" fmla="*/ 6371722 w 6447632"/>
              <a:gd name="connsiteY16" fmla="*/ 1318080 h 5753325"/>
              <a:gd name="connsiteX17" fmla="*/ 6356023 w 6447632"/>
              <a:gd name="connsiteY17" fmla="*/ 1356227 h 5753325"/>
              <a:gd name="connsiteX18" fmla="*/ 6356157 w 6447632"/>
              <a:gd name="connsiteY18" fmla="*/ 1361967 h 5753325"/>
              <a:gd name="connsiteX19" fmla="*/ 6350613 w 6447632"/>
              <a:gd name="connsiteY19" fmla="*/ 1393569 h 5753325"/>
              <a:gd name="connsiteX20" fmla="*/ 6357062 w 6447632"/>
              <a:gd name="connsiteY20" fmla="*/ 1444071 h 5753325"/>
              <a:gd name="connsiteX21" fmla="*/ 6364832 w 6447632"/>
              <a:gd name="connsiteY21" fmla="*/ 1478763 h 5753325"/>
              <a:gd name="connsiteX22" fmla="*/ 6369745 w 6447632"/>
              <a:gd name="connsiteY22" fmla="*/ 1495680 h 5753325"/>
              <a:gd name="connsiteX23" fmla="*/ 6370898 w 6447632"/>
              <a:gd name="connsiteY23" fmla="*/ 1513331 h 5753325"/>
              <a:gd name="connsiteX24" fmla="*/ 6368801 w 6447632"/>
              <a:gd name="connsiteY24" fmla="*/ 1527414 h 5753325"/>
              <a:gd name="connsiteX25" fmla="*/ 6359177 w 6447632"/>
              <a:gd name="connsiteY25" fmla="*/ 1639513 h 5753325"/>
              <a:gd name="connsiteX26" fmla="*/ 6299489 w 6447632"/>
              <a:gd name="connsiteY26" fmla="*/ 1784860 h 5753325"/>
              <a:gd name="connsiteX27" fmla="*/ 6267878 w 6447632"/>
              <a:gd name="connsiteY27" fmla="*/ 1858572 h 5753325"/>
              <a:gd name="connsiteX28" fmla="*/ 6251146 w 6447632"/>
              <a:gd name="connsiteY28" fmla="*/ 1926167 h 5753325"/>
              <a:gd name="connsiteX29" fmla="*/ 6210686 w 6447632"/>
              <a:gd name="connsiteY29" fmla="*/ 2014834 h 5753325"/>
              <a:gd name="connsiteX30" fmla="*/ 6106652 w 6447632"/>
              <a:gd name="connsiteY30" fmla="*/ 2150572 h 5753325"/>
              <a:gd name="connsiteX31" fmla="*/ 6097813 w 6447632"/>
              <a:gd name="connsiteY31" fmla="*/ 2172208 h 5753325"/>
              <a:gd name="connsiteX32" fmla="*/ 6095990 w 6447632"/>
              <a:gd name="connsiteY32" fmla="*/ 2181185 h 5753325"/>
              <a:gd name="connsiteX33" fmla="*/ 6090126 w 6447632"/>
              <a:gd name="connsiteY33" fmla="*/ 2192533 h 5753325"/>
              <a:gd name="connsiteX34" fmla="*/ 6089503 w 6447632"/>
              <a:gd name="connsiteY34" fmla="*/ 2192543 h 5753325"/>
              <a:gd name="connsiteX35" fmla="*/ 6084946 w 6447632"/>
              <a:gd name="connsiteY35" fmla="*/ 2203694 h 5753325"/>
              <a:gd name="connsiteX36" fmla="*/ 5987861 w 6447632"/>
              <a:gd name="connsiteY36" fmla="*/ 2304868 h 5753325"/>
              <a:gd name="connsiteX37" fmla="*/ 5973439 w 6447632"/>
              <a:gd name="connsiteY37" fmla="*/ 2385635 h 5753325"/>
              <a:gd name="connsiteX38" fmla="*/ 5916727 w 6447632"/>
              <a:gd name="connsiteY38" fmla="*/ 2458777 h 5753325"/>
              <a:gd name="connsiteX39" fmla="*/ 5856524 w 6447632"/>
              <a:gd name="connsiteY39" fmla="*/ 2583281 h 5753325"/>
              <a:gd name="connsiteX40" fmla="*/ 5838091 w 6447632"/>
              <a:gd name="connsiteY40" fmla="*/ 2753474 h 5753325"/>
              <a:gd name="connsiteX41" fmla="*/ 5777471 w 6447632"/>
              <a:gd name="connsiteY41" fmla="*/ 2901570 h 5753325"/>
              <a:gd name="connsiteX42" fmla="*/ 5723992 w 6447632"/>
              <a:gd name="connsiteY42" fmla="*/ 2998752 h 5753325"/>
              <a:gd name="connsiteX43" fmla="*/ 5557886 w 6447632"/>
              <a:gd name="connsiteY43" fmla="*/ 3329735 h 5753325"/>
              <a:gd name="connsiteX44" fmla="*/ 5471501 w 6447632"/>
              <a:gd name="connsiteY44" fmla="*/ 3462221 h 5753325"/>
              <a:gd name="connsiteX45" fmla="*/ 5465154 w 6447632"/>
              <a:gd name="connsiteY45" fmla="*/ 3541065 h 5753325"/>
              <a:gd name="connsiteX46" fmla="*/ 5437889 w 6447632"/>
              <a:gd name="connsiteY46" fmla="*/ 3559927 h 5753325"/>
              <a:gd name="connsiteX47" fmla="*/ 5432770 w 6447632"/>
              <a:gd name="connsiteY47" fmla="*/ 3562948 h 5753325"/>
              <a:gd name="connsiteX48" fmla="*/ 5406795 w 6447632"/>
              <a:gd name="connsiteY48" fmla="*/ 3578594 h 5753325"/>
              <a:gd name="connsiteX49" fmla="*/ 5381495 w 6447632"/>
              <a:gd name="connsiteY49" fmla="*/ 3599883 h 5753325"/>
              <a:gd name="connsiteX50" fmla="*/ 5363689 w 6447632"/>
              <a:gd name="connsiteY50" fmla="*/ 3633299 h 5753325"/>
              <a:gd name="connsiteX51" fmla="*/ 5291870 w 6447632"/>
              <a:gd name="connsiteY51" fmla="*/ 3799039 h 5753325"/>
              <a:gd name="connsiteX52" fmla="*/ 5241600 w 6447632"/>
              <a:gd name="connsiteY52" fmla="*/ 3894238 h 5753325"/>
              <a:gd name="connsiteX53" fmla="*/ 5211041 w 6447632"/>
              <a:gd name="connsiteY53" fmla="*/ 3924184 h 5753325"/>
              <a:gd name="connsiteX54" fmla="*/ 5176073 w 6447632"/>
              <a:gd name="connsiteY54" fmla="*/ 3970179 h 5753325"/>
              <a:gd name="connsiteX55" fmla="*/ 5172826 w 6447632"/>
              <a:gd name="connsiteY55" fmla="*/ 3991773 h 5753325"/>
              <a:gd name="connsiteX56" fmla="*/ 5157053 w 6447632"/>
              <a:gd name="connsiteY56" fmla="*/ 3997708 h 5753325"/>
              <a:gd name="connsiteX57" fmla="*/ 5127922 w 6447632"/>
              <a:gd name="connsiteY57" fmla="*/ 4022660 h 5753325"/>
              <a:gd name="connsiteX58" fmla="*/ 5020872 w 6447632"/>
              <a:gd name="connsiteY58" fmla="*/ 4075951 h 5753325"/>
              <a:gd name="connsiteX59" fmla="*/ 4991410 w 6447632"/>
              <a:gd name="connsiteY59" fmla="*/ 4087598 h 5753325"/>
              <a:gd name="connsiteX60" fmla="*/ 4930112 w 6447632"/>
              <a:gd name="connsiteY60" fmla="*/ 4138459 h 5753325"/>
              <a:gd name="connsiteX61" fmla="*/ 4834224 w 6447632"/>
              <a:gd name="connsiteY61" fmla="*/ 4231643 h 5753325"/>
              <a:gd name="connsiteX62" fmla="*/ 4812599 w 6447632"/>
              <a:gd name="connsiteY62" fmla="*/ 4249449 h 5753325"/>
              <a:gd name="connsiteX63" fmla="*/ 4789188 w 6447632"/>
              <a:gd name="connsiteY63" fmla="*/ 4256678 h 5753325"/>
              <a:gd name="connsiteX64" fmla="*/ 4779554 w 6447632"/>
              <a:gd name="connsiteY64" fmla="*/ 4251313 h 5753325"/>
              <a:gd name="connsiteX65" fmla="*/ 4766885 w 6447632"/>
              <a:gd name="connsiteY65" fmla="*/ 4259812 h 5753325"/>
              <a:gd name="connsiteX66" fmla="*/ 4762510 w 6447632"/>
              <a:gd name="connsiteY66" fmla="*/ 4260383 h 5753325"/>
              <a:gd name="connsiteX67" fmla="*/ 4738416 w 6447632"/>
              <a:gd name="connsiteY67" fmla="*/ 4265355 h 5753325"/>
              <a:gd name="connsiteX68" fmla="*/ 4712007 w 6447632"/>
              <a:gd name="connsiteY68" fmla="*/ 4317892 h 5753325"/>
              <a:gd name="connsiteX69" fmla="*/ 4658930 w 6447632"/>
              <a:gd name="connsiteY69" fmla="*/ 4348041 h 5753325"/>
              <a:gd name="connsiteX70" fmla="*/ 4443526 w 6447632"/>
              <a:gd name="connsiteY70" fmla="*/ 4507851 h 5753325"/>
              <a:gd name="connsiteX71" fmla="*/ 4289766 w 6447632"/>
              <a:gd name="connsiteY71" fmla="*/ 4711450 h 5753325"/>
              <a:gd name="connsiteX72" fmla="*/ 4150870 w 6447632"/>
              <a:gd name="connsiteY72" fmla="*/ 4818480 h 5753325"/>
              <a:gd name="connsiteX73" fmla="*/ 4006639 w 6447632"/>
              <a:gd name="connsiteY73" fmla="*/ 4933815 h 5753325"/>
              <a:gd name="connsiteX74" fmla="*/ 3298210 w 6447632"/>
              <a:gd name="connsiteY74" fmla="*/ 5070790 h 5753325"/>
              <a:gd name="connsiteX75" fmla="*/ 2947678 w 6447632"/>
              <a:gd name="connsiteY75" fmla="*/ 5117869 h 5753325"/>
              <a:gd name="connsiteX76" fmla="*/ 2822169 w 6447632"/>
              <a:gd name="connsiteY76" fmla="*/ 5129396 h 5753325"/>
              <a:gd name="connsiteX77" fmla="*/ 2538773 w 6447632"/>
              <a:gd name="connsiteY77" fmla="*/ 5313397 h 5753325"/>
              <a:gd name="connsiteX78" fmla="*/ 2014500 w 6447632"/>
              <a:gd name="connsiteY78" fmla="*/ 5519744 h 5753325"/>
              <a:gd name="connsiteX79" fmla="*/ 1934391 w 6447632"/>
              <a:gd name="connsiteY79" fmla="*/ 5591335 h 5753325"/>
              <a:gd name="connsiteX80" fmla="*/ 1892550 w 6447632"/>
              <a:gd name="connsiteY80" fmla="*/ 5649708 h 5753325"/>
              <a:gd name="connsiteX81" fmla="*/ 1854769 w 6447632"/>
              <a:gd name="connsiteY81" fmla="*/ 5647691 h 5753325"/>
              <a:gd name="connsiteX82" fmla="*/ 1809461 w 6447632"/>
              <a:gd name="connsiteY82" fmla="*/ 5648628 h 5753325"/>
              <a:gd name="connsiteX83" fmla="*/ 1745150 w 6447632"/>
              <a:gd name="connsiteY83" fmla="*/ 5693879 h 5753325"/>
              <a:gd name="connsiteX84" fmla="*/ 1713375 w 6447632"/>
              <a:gd name="connsiteY84" fmla="*/ 5684672 h 5753325"/>
              <a:gd name="connsiteX85" fmla="*/ 1707808 w 6447632"/>
              <a:gd name="connsiteY85" fmla="*/ 5682611 h 5753325"/>
              <a:gd name="connsiteX86" fmla="*/ 1679313 w 6447632"/>
              <a:gd name="connsiteY86" fmla="*/ 5672360 h 5753325"/>
              <a:gd name="connsiteX87" fmla="*/ 1646933 w 6447632"/>
              <a:gd name="connsiteY87" fmla="*/ 5666227 h 5753325"/>
              <a:gd name="connsiteX88" fmla="*/ 1610055 w 6447632"/>
              <a:gd name="connsiteY88" fmla="*/ 5673643 h 5753325"/>
              <a:gd name="connsiteX89" fmla="*/ 1437641 w 6447632"/>
              <a:gd name="connsiteY89" fmla="*/ 5723266 h 5753325"/>
              <a:gd name="connsiteX90" fmla="*/ 1332869 w 6447632"/>
              <a:gd name="connsiteY90" fmla="*/ 5744752 h 5753325"/>
              <a:gd name="connsiteX91" fmla="*/ 1290525 w 6447632"/>
              <a:gd name="connsiteY91" fmla="*/ 5740036 h 5753325"/>
              <a:gd name="connsiteX92" fmla="*/ 1233107 w 6447632"/>
              <a:gd name="connsiteY92" fmla="*/ 5742106 h 5753325"/>
              <a:gd name="connsiteX93" fmla="*/ 1214532 w 6447632"/>
              <a:gd name="connsiteY93" fmla="*/ 5753325 h 5753325"/>
              <a:gd name="connsiteX94" fmla="*/ 1199955 w 6447632"/>
              <a:gd name="connsiteY94" fmla="*/ 5744831 h 5753325"/>
              <a:gd name="connsiteX95" fmla="*/ 1162337 w 6447632"/>
              <a:gd name="connsiteY95" fmla="*/ 5738048 h 5753325"/>
              <a:gd name="connsiteX96" fmla="*/ 1053457 w 6447632"/>
              <a:gd name="connsiteY96" fmla="*/ 5688676 h 5753325"/>
              <a:gd name="connsiteX97" fmla="*/ 1025798 w 6447632"/>
              <a:gd name="connsiteY97" fmla="*/ 5673166 h 5753325"/>
              <a:gd name="connsiteX98" fmla="*/ 947900 w 6447632"/>
              <a:gd name="connsiteY98" fmla="*/ 5657848 h 5753325"/>
              <a:gd name="connsiteX99" fmla="*/ 815627 w 6447632"/>
              <a:gd name="connsiteY99" fmla="*/ 5642557 h 5753325"/>
              <a:gd name="connsiteX100" fmla="*/ 788251 w 6447632"/>
              <a:gd name="connsiteY100" fmla="*/ 5637065 h 5753325"/>
              <a:gd name="connsiteX101" fmla="*/ 767822 w 6447632"/>
              <a:gd name="connsiteY101" fmla="*/ 5623450 h 5753325"/>
              <a:gd name="connsiteX102" fmla="*/ 765791 w 6447632"/>
              <a:gd name="connsiteY102" fmla="*/ 5612539 h 5753325"/>
              <a:gd name="connsiteX103" fmla="*/ 751230 w 6447632"/>
              <a:gd name="connsiteY103" fmla="*/ 5608092 h 5753325"/>
              <a:gd name="connsiteX104" fmla="*/ 748008 w 6447632"/>
              <a:gd name="connsiteY104" fmla="*/ 5605052 h 5753325"/>
              <a:gd name="connsiteX105" fmla="*/ 728871 w 6447632"/>
              <a:gd name="connsiteY105" fmla="*/ 5589469 h 5753325"/>
              <a:gd name="connsiteX106" fmla="*/ 671898 w 6447632"/>
              <a:gd name="connsiteY106" fmla="*/ 5602363 h 5753325"/>
              <a:gd name="connsiteX107" fmla="*/ 615065 w 6447632"/>
              <a:gd name="connsiteY107" fmla="*/ 5580257 h 5753325"/>
              <a:gd name="connsiteX108" fmla="*/ 355785 w 6447632"/>
              <a:gd name="connsiteY108" fmla="*/ 5514383 h 5753325"/>
              <a:gd name="connsiteX109" fmla="*/ 102269 w 6447632"/>
              <a:gd name="connsiteY109" fmla="*/ 5524347 h 5753325"/>
              <a:gd name="connsiteX110" fmla="*/ 13160 w 6447632"/>
              <a:gd name="connsiteY110" fmla="*/ 5514159 h 5753325"/>
              <a:gd name="connsiteX111" fmla="*/ 0 w 6447632"/>
              <a:gd name="connsiteY111" fmla="*/ 5511735 h 5753325"/>
              <a:gd name="connsiteX112" fmla="*/ 0 w 6447632"/>
              <a:gd name="connsiteY112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434072 w 6447632"/>
              <a:gd name="connsiteY12" fmla="*/ 910733 h 5753325"/>
              <a:gd name="connsiteX13" fmla="*/ 6432570 w 6447632"/>
              <a:gd name="connsiteY13" fmla="*/ 983394 h 5753325"/>
              <a:gd name="connsiteX14" fmla="*/ 6405877 w 6447632"/>
              <a:gd name="connsiteY14" fmla="*/ 1026728 h 5753325"/>
              <a:gd name="connsiteX15" fmla="*/ 6362266 w 6447632"/>
              <a:gd name="connsiteY15" fmla="*/ 1151111 h 5753325"/>
              <a:gd name="connsiteX16" fmla="*/ 6371722 w 6447632"/>
              <a:gd name="connsiteY16" fmla="*/ 1318080 h 5753325"/>
              <a:gd name="connsiteX17" fmla="*/ 6356023 w 6447632"/>
              <a:gd name="connsiteY17" fmla="*/ 1356227 h 5753325"/>
              <a:gd name="connsiteX18" fmla="*/ 6356157 w 6447632"/>
              <a:gd name="connsiteY18" fmla="*/ 1361967 h 5753325"/>
              <a:gd name="connsiteX19" fmla="*/ 6350613 w 6447632"/>
              <a:gd name="connsiteY19" fmla="*/ 1393569 h 5753325"/>
              <a:gd name="connsiteX20" fmla="*/ 6357062 w 6447632"/>
              <a:gd name="connsiteY20" fmla="*/ 1444071 h 5753325"/>
              <a:gd name="connsiteX21" fmla="*/ 6364832 w 6447632"/>
              <a:gd name="connsiteY21" fmla="*/ 1478763 h 5753325"/>
              <a:gd name="connsiteX22" fmla="*/ 6369745 w 6447632"/>
              <a:gd name="connsiteY22" fmla="*/ 1495680 h 5753325"/>
              <a:gd name="connsiteX23" fmla="*/ 6370898 w 6447632"/>
              <a:gd name="connsiteY23" fmla="*/ 1513331 h 5753325"/>
              <a:gd name="connsiteX24" fmla="*/ 6368801 w 6447632"/>
              <a:gd name="connsiteY24" fmla="*/ 1527414 h 5753325"/>
              <a:gd name="connsiteX25" fmla="*/ 6359177 w 6447632"/>
              <a:gd name="connsiteY25" fmla="*/ 1639513 h 5753325"/>
              <a:gd name="connsiteX26" fmla="*/ 6299489 w 6447632"/>
              <a:gd name="connsiteY26" fmla="*/ 1784860 h 5753325"/>
              <a:gd name="connsiteX27" fmla="*/ 6267878 w 6447632"/>
              <a:gd name="connsiteY27" fmla="*/ 1858572 h 5753325"/>
              <a:gd name="connsiteX28" fmla="*/ 6251146 w 6447632"/>
              <a:gd name="connsiteY28" fmla="*/ 1926167 h 5753325"/>
              <a:gd name="connsiteX29" fmla="*/ 6210686 w 6447632"/>
              <a:gd name="connsiteY29" fmla="*/ 2014834 h 5753325"/>
              <a:gd name="connsiteX30" fmla="*/ 6106652 w 6447632"/>
              <a:gd name="connsiteY30" fmla="*/ 2150572 h 5753325"/>
              <a:gd name="connsiteX31" fmla="*/ 6097813 w 6447632"/>
              <a:gd name="connsiteY31" fmla="*/ 2172208 h 5753325"/>
              <a:gd name="connsiteX32" fmla="*/ 6095990 w 6447632"/>
              <a:gd name="connsiteY32" fmla="*/ 2181185 h 5753325"/>
              <a:gd name="connsiteX33" fmla="*/ 6090126 w 6447632"/>
              <a:gd name="connsiteY33" fmla="*/ 2192533 h 5753325"/>
              <a:gd name="connsiteX34" fmla="*/ 6089503 w 6447632"/>
              <a:gd name="connsiteY34" fmla="*/ 2192543 h 5753325"/>
              <a:gd name="connsiteX35" fmla="*/ 6084946 w 6447632"/>
              <a:gd name="connsiteY35" fmla="*/ 2203694 h 5753325"/>
              <a:gd name="connsiteX36" fmla="*/ 5987861 w 6447632"/>
              <a:gd name="connsiteY36" fmla="*/ 2304868 h 5753325"/>
              <a:gd name="connsiteX37" fmla="*/ 5973439 w 6447632"/>
              <a:gd name="connsiteY37" fmla="*/ 2385635 h 5753325"/>
              <a:gd name="connsiteX38" fmla="*/ 5916727 w 6447632"/>
              <a:gd name="connsiteY38" fmla="*/ 2458777 h 5753325"/>
              <a:gd name="connsiteX39" fmla="*/ 5856524 w 6447632"/>
              <a:gd name="connsiteY39" fmla="*/ 2583281 h 5753325"/>
              <a:gd name="connsiteX40" fmla="*/ 5838091 w 6447632"/>
              <a:gd name="connsiteY40" fmla="*/ 2753474 h 5753325"/>
              <a:gd name="connsiteX41" fmla="*/ 5777471 w 6447632"/>
              <a:gd name="connsiteY41" fmla="*/ 2901570 h 5753325"/>
              <a:gd name="connsiteX42" fmla="*/ 5723992 w 6447632"/>
              <a:gd name="connsiteY42" fmla="*/ 2998752 h 5753325"/>
              <a:gd name="connsiteX43" fmla="*/ 5557886 w 6447632"/>
              <a:gd name="connsiteY43" fmla="*/ 3329735 h 5753325"/>
              <a:gd name="connsiteX44" fmla="*/ 5471501 w 6447632"/>
              <a:gd name="connsiteY44" fmla="*/ 3462221 h 5753325"/>
              <a:gd name="connsiteX45" fmla="*/ 5465154 w 6447632"/>
              <a:gd name="connsiteY45" fmla="*/ 3541065 h 5753325"/>
              <a:gd name="connsiteX46" fmla="*/ 5437889 w 6447632"/>
              <a:gd name="connsiteY46" fmla="*/ 3559927 h 5753325"/>
              <a:gd name="connsiteX47" fmla="*/ 5432770 w 6447632"/>
              <a:gd name="connsiteY47" fmla="*/ 3562948 h 5753325"/>
              <a:gd name="connsiteX48" fmla="*/ 5406795 w 6447632"/>
              <a:gd name="connsiteY48" fmla="*/ 3578594 h 5753325"/>
              <a:gd name="connsiteX49" fmla="*/ 5381495 w 6447632"/>
              <a:gd name="connsiteY49" fmla="*/ 3599883 h 5753325"/>
              <a:gd name="connsiteX50" fmla="*/ 5363689 w 6447632"/>
              <a:gd name="connsiteY50" fmla="*/ 3633299 h 5753325"/>
              <a:gd name="connsiteX51" fmla="*/ 5291870 w 6447632"/>
              <a:gd name="connsiteY51" fmla="*/ 3799039 h 5753325"/>
              <a:gd name="connsiteX52" fmla="*/ 5241600 w 6447632"/>
              <a:gd name="connsiteY52" fmla="*/ 3894238 h 5753325"/>
              <a:gd name="connsiteX53" fmla="*/ 5211041 w 6447632"/>
              <a:gd name="connsiteY53" fmla="*/ 3924184 h 5753325"/>
              <a:gd name="connsiteX54" fmla="*/ 5176073 w 6447632"/>
              <a:gd name="connsiteY54" fmla="*/ 3970179 h 5753325"/>
              <a:gd name="connsiteX55" fmla="*/ 5172826 w 6447632"/>
              <a:gd name="connsiteY55" fmla="*/ 3991773 h 5753325"/>
              <a:gd name="connsiteX56" fmla="*/ 5157053 w 6447632"/>
              <a:gd name="connsiteY56" fmla="*/ 3997708 h 5753325"/>
              <a:gd name="connsiteX57" fmla="*/ 5127922 w 6447632"/>
              <a:gd name="connsiteY57" fmla="*/ 4022660 h 5753325"/>
              <a:gd name="connsiteX58" fmla="*/ 5020872 w 6447632"/>
              <a:gd name="connsiteY58" fmla="*/ 4075951 h 5753325"/>
              <a:gd name="connsiteX59" fmla="*/ 4991410 w 6447632"/>
              <a:gd name="connsiteY59" fmla="*/ 4087598 h 5753325"/>
              <a:gd name="connsiteX60" fmla="*/ 4930112 w 6447632"/>
              <a:gd name="connsiteY60" fmla="*/ 4138459 h 5753325"/>
              <a:gd name="connsiteX61" fmla="*/ 4834224 w 6447632"/>
              <a:gd name="connsiteY61" fmla="*/ 4231643 h 5753325"/>
              <a:gd name="connsiteX62" fmla="*/ 4812599 w 6447632"/>
              <a:gd name="connsiteY62" fmla="*/ 4249449 h 5753325"/>
              <a:gd name="connsiteX63" fmla="*/ 4789188 w 6447632"/>
              <a:gd name="connsiteY63" fmla="*/ 4256678 h 5753325"/>
              <a:gd name="connsiteX64" fmla="*/ 4779554 w 6447632"/>
              <a:gd name="connsiteY64" fmla="*/ 4251313 h 5753325"/>
              <a:gd name="connsiteX65" fmla="*/ 4766885 w 6447632"/>
              <a:gd name="connsiteY65" fmla="*/ 4259812 h 5753325"/>
              <a:gd name="connsiteX66" fmla="*/ 4762510 w 6447632"/>
              <a:gd name="connsiteY66" fmla="*/ 4260383 h 5753325"/>
              <a:gd name="connsiteX67" fmla="*/ 4738416 w 6447632"/>
              <a:gd name="connsiteY67" fmla="*/ 4265355 h 5753325"/>
              <a:gd name="connsiteX68" fmla="*/ 4712007 w 6447632"/>
              <a:gd name="connsiteY68" fmla="*/ 4317892 h 5753325"/>
              <a:gd name="connsiteX69" fmla="*/ 4658930 w 6447632"/>
              <a:gd name="connsiteY69" fmla="*/ 4348041 h 5753325"/>
              <a:gd name="connsiteX70" fmla="*/ 4443526 w 6447632"/>
              <a:gd name="connsiteY70" fmla="*/ 4507851 h 5753325"/>
              <a:gd name="connsiteX71" fmla="*/ 4289766 w 6447632"/>
              <a:gd name="connsiteY71" fmla="*/ 4711450 h 5753325"/>
              <a:gd name="connsiteX72" fmla="*/ 4150870 w 6447632"/>
              <a:gd name="connsiteY72" fmla="*/ 4818480 h 5753325"/>
              <a:gd name="connsiteX73" fmla="*/ 4006639 w 6447632"/>
              <a:gd name="connsiteY73" fmla="*/ 4933815 h 5753325"/>
              <a:gd name="connsiteX74" fmla="*/ 3298210 w 6447632"/>
              <a:gd name="connsiteY74" fmla="*/ 5070790 h 5753325"/>
              <a:gd name="connsiteX75" fmla="*/ 2947678 w 6447632"/>
              <a:gd name="connsiteY75" fmla="*/ 5117869 h 5753325"/>
              <a:gd name="connsiteX76" fmla="*/ 2822169 w 6447632"/>
              <a:gd name="connsiteY76" fmla="*/ 5129396 h 5753325"/>
              <a:gd name="connsiteX77" fmla="*/ 2538773 w 6447632"/>
              <a:gd name="connsiteY77" fmla="*/ 5313397 h 5753325"/>
              <a:gd name="connsiteX78" fmla="*/ 2014500 w 6447632"/>
              <a:gd name="connsiteY78" fmla="*/ 5519744 h 5753325"/>
              <a:gd name="connsiteX79" fmla="*/ 1934391 w 6447632"/>
              <a:gd name="connsiteY79" fmla="*/ 5591335 h 5753325"/>
              <a:gd name="connsiteX80" fmla="*/ 1892550 w 6447632"/>
              <a:gd name="connsiteY80" fmla="*/ 5649708 h 5753325"/>
              <a:gd name="connsiteX81" fmla="*/ 1854769 w 6447632"/>
              <a:gd name="connsiteY81" fmla="*/ 5647691 h 5753325"/>
              <a:gd name="connsiteX82" fmla="*/ 1809461 w 6447632"/>
              <a:gd name="connsiteY82" fmla="*/ 5648628 h 5753325"/>
              <a:gd name="connsiteX83" fmla="*/ 1745150 w 6447632"/>
              <a:gd name="connsiteY83" fmla="*/ 5693879 h 5753325"/>
              <a:gd name="connsiteX84" fmla="*/ 1713375 w 6447632"/>
              <a:gd name="connsiteY84" fmla="*/ 5684672 h 5753325"/>
              <a:gd name="connsiteX85" fmla="*/ 1707808 w 6447632"/>
              <a:gd name="connsiteY85" fmla="*/ 5682611 h 5753325"/>
              <a:gd name="connsiteX86" fmla="*/ 1679313 w 6447632"/>
              <a:gd name="connsiteY86" fmla="*/ 5672360 h 5753325"/>
              <a:gd name="connsiteX87" fmla="*/ 1646933 w 6447632"/>
              <a:gd name="connsiteY87" fmla="*/ 5666227 h 5753325"/>
              <a:gd name="connsiteX88" fmla="*/ 1610055 w 6447632"/>
              <a:gd name="connsiteY88" fmla="*/ 5673643 h 5753325"/>
              <a:gd name="connsiteX89" fmla="*/ 1437641 w 6447632"/>
              <a:gd name="connsiteY89" fmla="*/ 5723266 h 5753325"/>
              <a:gd name="connsiteX90" fmla="*/ 1332869 w 6447632"/>
              <a:gd name="connsiteY90" fmla="*/ 5744752 h 5753325"/>
              <a:gd name="connsiteX91" fmla="*/ 1290525 w 6447632"/>
              <a:gd name="connsiteY91" fmla="*/ 5740036 h 5753325"/>
              <a:gd name="connsiteX92" fmla="*/ 1233107 w 6447632"/>
              <a:gd name="connsiteY92" fmla="*/ 5742106 h 5753325"/>
              <a:gd name="connsiteX93" fmla="*/ 1214532 w 6447632"/>
              <a:gd name="connsiteY93" fmla="*/ 5753325 h 5753325"/>
              <a:gd name="connsiteX94" fmla="*/ 1199955 w 6447632"/>
              <a:gd name="connsiteY94" fmla="*/ 5744831 h 5753325"/>
              <a:gd name="connsiteX95" fmla="*/ 1162337 w 6447632"/>
              <a:gd name="connsiteY95" fmla="*/ 5738048 h 5753325"/>
              <a:gd name="connsiteX96" fmla="*/ 1053457 w 6447632"/>
              <a:gd name="connsiteY96" fmla="*/ 5688676 h 5753325"/>
              <a:gd name="connsiteX97" fmla="*/ 1025798 w 6447632"/>
              <a:gd name="connsiteY97" fmla="*/ 5673166 h 5753325"/>
              <a:gd name="connsiteX98" fmla="*/ 947900 w 6447632"/>
              <a:gd name="connsiteY98" fmla="*/ 5657848 h 5753325"/>
              <a:gd name="connsiteX99" fmla="*/ 815627 w 6447632"/>
              <a:gd name="connsiteY99" fmla="*/ 5642557 h 5753325"/>
              <a:gd name="connsiteX100" fmla="*/ 788251 w 6447632"/>
              <a:gd name="connsiteY100" fmla="*/ 5637065 h 5753325"/>
              <a:gd name="connsiteX101" fmla="*/ 767822 w 6447632"/>
              <a:gd name="connsiteY101" fmla="*/ 5623450 h 5753325"/>
              <a:gd name="connsiteX102" fmla="*/ 765791 w 6447632"/>
              <a:gd name="connsiteY102" fmla="*/ 5612539 h 5753325"/>
              <a:gd name="connsiteX103" fmla="*/ 751230 w 6447632"/>
              <a:gd name="connsiteY103" fmla="*/ 5608092 h 5753325"/>
              <a:gd name="connsiteX104" fmla="*/ 748008 w 6447632"/>
              <a:gd name="connsiteY104" fmla="*/ 5605052 h 5753325"/>
              <a:gd name="connsiteX105" fmla="*/ 728871 w 6447632"/>
              <a:gd name="connsiteY105" fmla="*/ 5589469 h 5753325"/>
              <a:gd name="connsiteX106" fmla="*/ 671898 w 6447632"/>
              <a:gd name="connsiteY106" fmla="*/ 5602363 h 5753325"/>
              <a:gd name="connsiteX107" fmla="*/ 615065 w 6447632"/>
              <a:gd name="connsiteY107" fmla="*/ 5580257 h 5753325"/>
              <a:gd name="connsiteX108" fmla="*/ 355785 w 6447632"/>
              <a:gd name="connsiteY108" fmla="*/ 5514383 h 5753325"/>
              <a:gd name="connsiteX109" fmla="*/ 102269 w 6447632"/>
              <a:gd name="connsiteY109" fmla="*/ 5524347 h 5753325"/>
              <a:gd name="connsiteX110" fmla="*/ 13160 w 6447632"/>
              <a:gd name="connsiteY110" fmla="*/ 5514159 h 5753325"/>
              <a:gd name="connsiteX111" fmla="*/ 0 w 6447632"/>
              <a:gd name="connsiteY111" fmla="*/ 5511735 h 5753325"/>
              <a:gd name="connsiteX112" fmla="*/ 0 w 6447632"/>
              <a:gd name="connsiteY112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434072 w 6447632"/>
              <a:gd name="connsiteY12" fmla="*/ 910733 h 5753325"/>
              <a:gd name="connsiteX13" fmla="*/ 6405877 w 6447632"/>
              <a:gd name="connsiteY13" fmla="*/ 1026728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29735 h 5753325"/>
              <a:gd name="connsiteX43" fmla="*/ 5471501 w 6447632"/>
              <a:gd name="connsiteY43" fmla="*/ 3462221 h 5753325"/>
              <a:gd name="connsiteX44" fmla="*/ 5465154 w 6447632"/>
              <a:gd name="connsiteY44" fmla="*/ 3541065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405877 w 6447632"/>
              <a:gd name="connsiteY13" fmla="*/ 1026728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29735 h 5753325"/>
              <a:gd name="connsiteX43" fmla="*/ 5471501 w 6447632"/>
              <a:gd name="connsiteY43" fmla="*/ 3462221 h 5753325"/>
              <a:gd name="connsiteX44" fmla="*/ 5465154 w 6447632"/>
              <a:gd name="connsiteY44" fmla="*/ 3541065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29735 h 5753325"/>
              <a:gd name="connsiteX43" fmla="*/ 5471501 w 6447632"/>
              <a:gd name="connsiteY43" fmla="*/ 3462221 h 5753325"/>
              <a:gd name="connsiteX44" fmla="*/ 5465154 w 6447632"/>
              <a:gd name="connsiteY44" fmla="*/ 3541065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29735 h 5753325"/>
              <a:gd name="connsiteX43" fmla="*/ 5483942 w 6447632"/>
              <a:gd name="connsiteY43" fmla="*/ 3416604 h 5753325"/>
              <a:gd name="connsiteX44" fmla="*/ 5465154 w 6447632"/>
              <a:gd name="connsiteY44" fmla="*/ 3541065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29735 h 5753325"/>
              <a:gd name="connsiteX43" fmla="*/ 5483942 w 6447632"/>
              <a:gd name="connsiteY43" fmla="*/ 3416604 h 5753325"/>
              <a:gd name="connsiteX44" fmla="*/ 5465154 w 6447632"/>
              <a:gd name="connsiteY44" fmla="*/ 3541065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29735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29735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723992 w 6447632"/>
              <a:gd name="connsiteY41" fmla="*/ 2998752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77471 w 6447632"/>
              <a:gd name="connsiteY40" fmla="*/ 2901570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59177 w 6447632"/>
              <a:gd name="connsiteY24" fmla="*/ 1639513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68801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71722 w 6447632"/>
              <a:gd name="connsiteY15" fmla="*/ 1318080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39773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62266 w 6447632"/>
              <a:gd name="connsiteY14" fmla="*/ 1151111 h 5753325"/>
              <a:gd name="connsiteX15" fmla="*/ 6334400 w 6447632"/>
              <a:gd name="connsiteY15" fmla="*/ 1280757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39773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45206 w 6447632"/>
              <a:gd name="connsiteY13" fmla="*/ 1018060 h 5753325"/>
              <a:gd name="connsiteX14" fmla="*/ 6341532 w 6447632"/>
              <a:gd name="connsiteY14" fmla="*/ 1151111 h 5753325"/>
              <a:gd name="connsiteX15" fmla="*/ 6334400 w 6447632"/>
              <a:gd name="connsiteY15" fmla="*/ 1280757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39773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54187 w 6447632"/>
              <a:gd name="connsiteY7" fmla="*/ 615799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28618 w 6447632"/>
              <a:gd name="connsiteY13" fmla="*/ 1009766 h 5753325"/>
              <a:gd name="connsiteX14" fmla="*/ 6341532 w 6447632"/>
              <a:gd name="connsiteY14" fmla="*/ 1151111 h 5753325"/>
              <a:gd name="connsiteX15" fmla="*/ 6334400 w 6447632"/>
              <a:gd name="connsiteY15" fmla="*/ 1280757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39773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58350 w 6447632"/>
              <a:gd name="connsiteY6" fmla="*/ 492529 h 5753325"/>
              <a:gd name="connsiteX7" fmla="*/ 6304423 w 6447632"/>
              <a:gd name="connsiteY7" fmla="*/ 582623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28618 w 6447632"/>
              <a:gd name="connsiteY13" fmla="*/ 1009766 h 5753325"/>
              <a:gd name="connsiteX14" fmla="*/ 6341532 w 6447632"/>
              <a:gd name="connsiteY14" fmla="*/ 1151111 h 5753325"/>
              <a:gd name="connsiteX15" fmla="*/ 6334400 w 6447632"/>
              <a:gd name="connsiteY15" fmla="*/ 1280757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39773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37615 w 6447632"/>
              <a:gd name="connsiteY6" fmla="*/ 471794 h 5753325"/>
              <a:gd name="connsiteX7" fmla="*/ 6304423 w 6447632"/>
              <a:gd name="connsiteY7" fmla="*/ 582623 h 5753325"/>
              <a:gd name="connsiteX8" fmla="*/ 6303977 w 6447632"/>
              <a:gd name="connsiteY8" fmla="*/ 664291 h 5753325"/>
              <a:gd name="connsiteX9" fmla="*/ 6344988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28618 w 6447632"/>
              <a:gd name="connsiteY13" fmla="*/ 1009766 h 5753325"/>
              <a:gd name="connsiteX14" fmla="*/ 6341532 w 6447632"/>
              <a:gd name="connsiteY14" fmla="*/ 1151111 h 5753325"/>
              <a:gd name="connsiteX15" fmla="*/ 6334400 w 6447632"/>
              <a:gd name="connsiteY15" fmla="*/ 1280757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39773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37615 w 6447632"/>
              <a:gd name="connsiteY6" fmla="*/ 471794 h 5753325"/>
              <a:gd name="connsiteX7" fmla="*/ 6304423 w 6447632"/>
              <a:gd name="connsiteY7" fmla="*/ 582623 h 5753325"/>
              <a:gd name="connsiteX8" fmla="*/ 6303977 w 6447632"/>
              <a:gd name="connsiteY8" fmla="*/ 664291 h 5753325"/>
              <a:gd name="connsiteX9" fmla="*/ 6299372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28618 w 6447632"/>
              <a:gd name="connsiteY13" fmla="*/ 1009766 h 5753325"/>
              <a:gd name="connsiteX14" fmla="*/ 6341532 w 6447632"/>
              <a:gd name="connsiteY14" fmla="*/ 1151111 h 5753325"/>
              <a:gd name="connsiteX15" fmla="*/ 6334400 w 6447632"/>
              <a:gd name="connsiteY15" fmla="*/ 1280757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39773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37615 w 6447632"/>
              <a:gd name="connsiteY6" fmla="*/ 471794 h 5753325"/>
              <a:gd name="connsiteX7" fmla="*/ 6304423 w 6447632"/>
              <a:gd name="connsiteY7" fmla="*/ 582623 h 5753325"/>
              <a:gd name="connsiteX8" fmla="*/ 6303977 w 6447632"/>
              <a:gd name="connsiteY8" fmla="*/ 664291 h 5753325"/>
              <a:gd name="connsiteX9" fmla="*/ 6299372 w 6447632"/>
              <a:gd name="connsiteY9" fmla="*/ 697330 h 5753325"/>
              <a:gd name="connsiteX10" fmla="*/ 6334770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28618 w 6447632"/>
              <a:gd name="connsiteY13" fmla="*/ 1009766 h 5753325"/>
              <a:gd name="connsiteX14" fmla="*/ 6320797 w 6447632"/>
              <a:gd name="connsiteY14" fmla="*/ 1146964 h 5753325"/>
              <a:gd name="connsiteX15" fmla="*/ 6334400 w 6447632"/>
              <a:gd name="connsiteY15" fmla="*/ 1280757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39773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7632"/>
              <a:gd name="connsiteY0" fmla="*/ 0 h 5753325"/>
              <a:gd name="connsiteX1" fmla="*/ 6438980 w 6447632"/>
              <a:gd name="connsiteY1" fmla="*/ 0 h 5753325"/>
              <a:gd name="connsiteX2" fmla="*/ 6439047 w 6447632"/>
              <a:gd name="connsiteY2" fmla="*/ 147 h 5753325"/>
              <a:gd name="connsiteX3" fmla="*/ 6443456 w 6447632"/>
              <a:gd name="connsiteY3" fmla="*/ 130105 h 5753325"/>
              <a:gd name="connsiteX4" fmla="*/ 6447632 w 6447632"/>
              <a:gd name="connsiteY4" fmla="*/ 170016 h 5753325"/>
              <a:gd name="connsiteX5" fmla="*/ 6396598 w 6447632"/>
              <a:gd name="connsiteY5" fmla="*/ 274847 h 5753325"/>
              <a:gd name="connsiteX6" fmla="*/ 6337615 w 6447632"/>
              <a:gd name="connsiteY6" fmla="*/ 471794 h 5753325"/>
              <a:gd name="connsiteX7" fmla="*/ 6304423 w 6447632"/>
              <a:gd name="connsiteY7" fmla="*/ 582623 h 5753325"/>
              <a:gd name="connsiteX8" fmla="*/ 6303977 w 6447632"/>
              <a:gd name="connsiteY8" fmla="*/ 664291 h 5753325"/>
              <a:gd name="connsiteX9" fmla="*/ 6299372 w 6447632"/>
              <a:gd name="connsiteY9" fmla="*/ 697330 h 5753325"/>
              <a:gd name="connsiteX10" fmla="*/ 6309888 w 6447632"/>
              <a:gd name="connsiteY10" fmla="*/ 754001 h 5753325"/>
              <a:gd name="connsiteX11" fmla="*/ 6339879 w 6447632"/>
              <a:gd name="connsiteY11" fmla="*/ 811136 h 5753325"/>
              <a:gd name="connsiteX12" fmla="*/ 6330065 w 6447632"/>
              <a:gd name="connsiteY12" fmla="*/ 893399 h 5753325"/>
              <a:gd name="connsiteX13" fmla="*/ 6328618 w 6447632"/>
              <a:gd name="connsiteY13" fmla="*/ 1009766 h 5753325"/>
              <a:gd name="connsiteX14" fmla="*/ 6320797 w 6447632"/>
              <a:gd name="connsiteY14" fmla="*/ 1146964 h 5753325"/>
              <a:gd name="connsiteX15" fmla="*/ 6334400 w 6447632"/>
              <a:gd name="connsiteY15" fmla="*/ 1280757 h 5753325"/>
              <a:gd name="connsiteX16" fmla="*/ 6356023 w 6447632"/>
              <a:gd name="connsiteY16" fmla="*/ 1356227 h 5753325"/>
              <a:gd name="connsiteX17" fmla="*/ 6356157 w 6447632"/>
              <a:gd name="connsiteY17" fmla="*/ 1361967 h 5753325"/>
              <a:gd name="connsiteX18" fmla="*/ 6350613 w 6447632"/>
              <a:gd name="connsiteY18" fmla="*/ 1393569 h 5753325"/>
              <a:gd name="connsiteX19" fmla="*/ 6357062 w 6447632"/>
              <a:gd name="connsiteY19" fmla="*/ 1444071 h 5753325"/>
              <a:gd name="connsiteX20" fmla="*/ 6364832 w 6447632"/>
              <a:gd name="connsiteY20" fmla="*/ 1478763 h 5753325"/>
              <a:gd name="connsiteX21" fmla="*/ 6369745 w 6447632"/>
              <a:gd name="connsiteY21" fmla="*/ 1495680 h 5753325"/>
              <a:gd name="connsiteX22" fmla="*/ 6370898 w 6447632"/>
              <a:gd name="connsiteY22" fmla="*/ 1513331 h 5753325"/>
              <a:gd name="connsiteX23" fmla="*/ 6339773 w 6447632"/>
              <a:gd name="connsiteY23" fmla="*/ 1527414 h 5753325"/>
              <a:gd name="connsiteX24" fmla="*/ 6321854 w 6447632"/>
              <a:gd name="connsiteY24" fmla="*/ 1635366 h 5753325"/>
              <a:gd name="connsiteX25" fmla="*/ 6299489 w 6447632"/>
              <a:gd name="connsiteY25" fmla="*/ 1784860 h 5753325"/>
              <a:gd name="connsiteX26" fmla="*/ 6267878 w 6447632"/>
              <a:gd name="connsiteY26" fmla="*/ 1858572 h 5753325"/>
              <a:gd name="connsiteX27" fmla="*/ 6251146 w 6447632"/>
              <a:gd name="connsiteY27" fmla="*/ 1926167 h 5753325"/>
              <a:gd name="connsiteX28" fmla="*/ 6210686 w 6447632"/>
              <a:gd name="connsiteY28" fmla="*/ 2014834 h 5753325"/>
              <a:gd name="connsiteX29" fmla="*/ 6106652 w 6447632"/>
              <a:gd name="connsiteY29" fmla="*/ 2150572 h 5753325"/>
              <a:gd name="connsiteX30" fmla="*/ 6097813 w 6447632"/>
              <a:gd name="connsiteY30" fmla="*/ 2172208 h 5753325"/>
              <a:gd name="connsiteX31" fmla="*/ 6095990 w 6447632"/>
              <a:gd name="connsiteY31" fmla="*/ 2181185 h 5753325"/>
              <a:gd name="connsiteX32" fmla="*/ 6090126 w 6447632"/>
              <a:gd name="connsiteY32" fmla="*/ 2192533 h 5753325"/>
              <a:gd name="connsiteX33" fmla="*/ 6089503 w 6447632"/>
              <a:gd name="connsiteY33" fmla="*/ 2192543 h 5753325"/>
              <a:gd name="connsiteX34" fmla="*/ 6084946 w 6447632"/>
              <a:gd name="connsiteY34" fmla="*/ 2203694 h 5753325"/>
              <a:gd name="connsiteX35" fmla="*/ 5987861 w 6447632"/>
              <a:gd name="connsiteY35" fmla="*/ 2304868 h 5753325"/>
              <a:gd name="connsiteX36" fmla="*/ 5973439 w 6447632"/>
              <a:gd name="connsiteY36" fmla="*/ 2385635 h 5753325"/>
              <a:gd name="connsiteX37" fmla="*/ 5916727 w 6447632"/>
              <a:gd name="connsiteY37" fmla="*/ 2458777 h 5753325"/>
              <a:gd name="connsiteX38" fmla="*/ 5856524 w 6447632"/>
              <a:gd name="connsiteY38" fmla="*/ 2583281 h 5753325"/>
              <a:gd name="connsiteX39" fmla="*/ 5838091 w 6447632"/>
              <a:gd name="connsiteY39" fmla="*/ 2753474 h 5753325"/>
              <a:gd name="connsiteX40" fmla="*/ 5744296 w 6447632"/>
              <a:gd name="connsiteY40" fmla="*/ 2893276 h 5753325"/>
              <a:gd name="connsiteX41" fmla="*/ 5682522 w 6447632"/>
              <a:gd name="connsiteY41" fmla="*/ 3044368 h 5753325"/>
              <a:gd name="connsiteX42" fmla="*/ 5557886 w 6447632"/>
              <a:gd name="connsiteY42" fmla="*/ 3304853 h 5753325"/>
              <a:gd name="connsiteX43" fmla="*/ 5483942 w 6447632"/>
              <a:gd name="connsiteY43" fmla="*/ 3416604 h 5753325"/>
              <a:gd name="connsiteX44" fmla="*/ 5461007 w 6447632"/>
              <a:gd name="connsiteY44" fmla="*/ 3503742 h 5753325"/>
              <a:gd name="connsiteX45" fmla="*/ 5437889 w 6447632"/>
              <a:gd name="connsiteY45" fmla="*/ 3559927 h 5753325"/>
              <a:gd name="connsiteX46" fmla="*/ 5432770 w 6447632"/>
              <a:gd name="connsiteY46" fmla="*/ 3562948 h 5753325"/>
              <a:gd name="connsiteX47" fmla="*/ 5406795 w 6447632"/>
              <a:gd name="connsiteY47" fmla="*/ 3578594 h 5753325"/>
              <a:gd name="connsiteX48" fmla="*/ 5381495 w 6447632"/>
              <a:gd name="connsiteY48" fmla="*/ 3599883 h 5753325"/>
              <a:gd name="connsiteX49" fmla="*/ 5363689 w 6447632"/>
              <a:gd name="connsiteY49" fmla="*/ 3633299 h 5753325"/>
              <a:gd name="connsiteX50" fmla="*/ 5291870 w 6447632"/>
              <a:gd name="connsiteY50" fmla="*/ 3799039 h 5753325"/>
              <a:gd name="connsiteX51" fmla="*/ 5241600 w 6447632"/>
              <a:gd name="connsiteY51" fmla="*/ 3894238 h 5753325"/>
              <a:gd name="connsiteX52" fmla="*/ 5211041 w 6447632"/>
              <a:gd name="connsiteY52" fmla="*/ 3924184 h 5753325"/>
              <a:gd name="connsiteX53" fmla="*/ 5176073 w 6447632"/>
              <a:gd name="connsiteY53" fmla="*/ 3970179 h 5753325"/>
              <a:gd name="connsiteX54" fmla="*/ 5172826 w 6447632"/>
              <a:gd name="connsiteY54" fmla="*/ 3991773 h 5753325"/>
              <a:gd name="connsiteX55" fmla="*/ 5157053 w 6447632"/>
              <a:gd name="connsiteY55" fmla="*/ 3997708 h 5753325"/>
              <a:gd name="connsiteX56" fmla="*/ 5127922 w 6447632"/>
              <a:gd name="connsiteY56" fmla="*/ 4022660 h 5753325"/>
              <a:gd name="connsiteX57" fmla="*/ 5020872 w 6447632"/>
              <a:gd name="connsiteY57" fmla="*/ 4075951 h 5753325"/>
              <a:gd name="connsiteX58" fmla="*/ 4991410 w 6447632"/>
              <a:gd name="connsiteY58" fmla="*/ 4087598 h 5753325"/>
              <a:gd name="connsiteX59" fmla="*/ 4930112 w 6447632"/>
              <a:gd name="connsiteY59" fmla="*/ 4138459 h 5753325"/>
              <a:gd name="connsiteX60" fmla="*/ 4834224 w 6447632"/>
              <a:gd name="connsiteY60" fmla="*/ 4231643 h 5753325"/>
              <a:gd name="connsiteX61" fmla="*/ 4812599 w 6447632"/>
              <a:gd name="connsiteY61" fmla="*/ 4249449 h 5753325"/>
              <a:gd name="connsiteX62" fmla="*/ 4789188 w 6447632"/>
              <a:gd name="connsiteY62" fmla="*/ 4256678 h 5753325"/>
              <a:gd name="connsiteX63" fmla="*/ 4779554 w 6447632"/>
              <a:gd name="connsiteY63" fmla="*/ 4251313 h 5753325"/>
              <a:gd name="connsiteX64" fmla="*/ 4766885 w 6447632"/>
              <a:gd name="connsiteY64" fmla="*/ 4259812 h 5753325"/>
              <a:gd name="connsiteX65" fmla="*/ 4762510 w 6447632"/>
              <a:gd name="connsiteY65" fmla="*/ 4260383 h 5753325"/>
              <a:gd name="connsiteX66" fmla="*/ 4738416 w 6447632"/>
              <a:gd name="connsiteY66" fmla="*/ 4265355 h 5753325"/>
              <a:gd name="connsiteX67" fmla="*/ 4712007 w 6447632"/>
              <a:gd name="connsiteY67" fmla="*/ 4317892 h 5753325"/>
              <a:gd name="connsiteX68" fmla="*/ 4658930 w 6447632"/>
              <a:gd name="connsiteY68" fmla="*/ 4348041 h 5753325"/>
              <a:gd name="connsiteX69" fmla="*/ 4443526 w 6447632"/>
              <a:gd name="connsiteY69" fmla="*/ 4507851 h 5753325"/>
              <a:gd name="connsiteX70" fmla="*/ 4289766 w 6447632"/>
              <a:gd name="connsiteY70" fmla="*/ 4711450 h 5753325"/>
              <a:gd name="connsiteX71" fmla="*/ 4150870 w 6447632"/>
              <a:gd name="connsiteY71" fmla="*/ 4818480 h 5753325"/>
              <a:gd name="connsiteX72" fmla="*/ 4006639 w 6447632"/>
              <a:gd name="connsiteY72" fmla="*/ 4933815 h 5753325"/>
              <a:gd name="connsiteX73" fmla="*/ 3298210 w 6447632"/>
              <a:gd name="connsiteY73" fmla="*/ 5070790 h 5753325"/>
              <a:gd name="connsiteX74" fmla="*/ 2947678 w 6447632"/>
              <a:gd name="connsiteY74" fmla="*/ 5117869 h 5753325"/>
              <a:gd name="connsiteX75" fmla="*/ 2822169 w 6447632"/>
              <a:gd name="connsiteY75" fmla="*/ 5129396 h 5753325"/>
              <a:gd name="connsiteX76" fmla="*/ 2538773 w 6447632"/>
              <a:gd name="connsiteY76" fmla="*/ 5313397 h 5753325"/>
              <a:gd name="connsiteX77" fmla="*/ 2014500 w 6447632"/>
              <a:gd name="connsiteY77" fmla="*/ 5519744 h 5753325"/>
              <a:gd name="connsiteX78" fmla="*/ 1934391 w 6447632"/>
              <a:gd name="connsiteY78" fmla="*/ 5591335 h 5753325"/>
              <a:gd name="connsiteX79" fmla="*/ 1892550 w 6447632"/>
              <a:gd name="connsiteY79" fmla="*/ 5649708 h 5753325"/>
              <a:gd name="connsiteX80" fmla="*/ 1854769 w 6447632"/>
              <a:gd name="connsiteY80" fmla="*/ 5647691 h 5753325"/>
              <a:gd name="connsiteX81" fmla="*/ 1809461 w 6447632"/>
              <a:gd name="connsiteY81" fmla="*/ 5648628 h 5753325"/>
              <a:gd name="connsiteX82" fmla="*/ 1745150 w 6447632"/>
              <a:gd name="connsiteY82" fmla="*/ 5693879 h 5753325"/>
              <a:gd name="connsiteX83" fmla="*/ 1713375 w 6447632"/>
              <a:gd name="connsiteY83" fmla="*/ 5684672 h 5753325"/>
              <a:gd name="connsiteX84" fmla="*/ 1707808 w 6447632"/>
              <a:gd name="connsiteY84" fmla="*/ 5682611 h 5753325"/>
              <a:gd name="connsiteX85" fmla="*/ 1679313 w 6447632"/>
              <a:gd name="connsiteY85" fmla="*/ 5672360 h 5753325"/>
              <a:gd name="connsiteX86" fmla="*/ 1646933 w 6447632"/>
              <a:gd name="connsiteY86" fmla="*/ 5666227 h 5753325"/>
              <a:gd name="connsiteX87" fmla="*/ 1610055 w 6447632"/>
              <a:gd name="connsiteY87" fmla="*/ 5673643 h 5753325"/>
              <a:gd name="connsiteX88" fmla="*/ 1437641 w 6447632"/>
              <a:gd name="connsiteY88" fmla="*/ 5723266 h 5753325"/>
              <a:gd name="connsiteX89" fmla="*/ 1332869 w 6447632"/>
              <a:gd name="connsiteY89" fmla="*/ 5744752 h 5753325"/>
              <a:gd name="connsiteX90" fmla="*/ 1290525 w 6447632"/>
              <a:gd name="connsiteY90" fmla="*/ 5740036 h 5753325"/>
              <a:gd name="connsiteX91" fmla="*/ 1233107 w 6447632"/>
              <a:gd name="connsiteY91" fmla="*/ 5742106 h 5753325"/>
              <a:gd name="connsiteX92" fmla="*/ 1214532 w 6447632"/>
              <a:gd name="connsiteY92" fmla="*/ 5753325 h 5753325"/>
              <a:gd name="connsiteX93" fmla="*/ 1199955 w 6447632"/>
              <a:gd name="connsiteY93" fmla="*/ 5744831 h 5753325"/>
              <a:gd name="connsiteX94" fmla="*/ 1162337 w 6447632"/>
              <a:gd name="connsiteY94" fmla="*/ 5738048 h 5753325"/>
              <a:gd name="connsiteX95" fmla="*/ 1053457 w 6447632"/>
              <a:gd name="connsiteY95" fmla="*/ 5688676 h 5753325"/>
              <a:gd name="connsiteX96" fmla="*/ 1025798 w 6447632"/>
              <a:gd name="connsiteY96" fmla="*/ 5673166 h 5753325"/>
              <a:gd name="connsiteX97" fmla="*/ 947900 w 6447632"/>
              <a:gd name="connsiteY97" fmla="*/ 5657848 h 5753325"/>
              <a:gd name="connsiteX98" fmla="*/ 815627 w 6447632"/>
              <a:gd name="connsiteY98" fmla="*/ 5642557 h 5753325"/>
              <a:gd name="connsiteX99" fmla="*/ 788251 w 6447632"/>
              <a:gd name="connsiteY99" fmla="*/ 5637065 h 5753325"/>
              <a:gd name="connsiteX100" fmla="*/ 767822 w 6447632"/>
              <a:gd name="connsiteY100" fmla="*/ 5623450 h 5753325"/>
              <a:gd name="connsiteX101" fmla="*/ 765791 w 6447632"/>
              <a:gd name="connsiteY101" fmla="*/ 5612539 h 5753325"/>
              <a:gd name="connsiteX102" fmla="*/ 751230 w 6447632"/>
              <a:gd name="connsiteY102" fmla="*/ 5608092 h 5753325"/>
              <a:gd name="connsiteX103" fmla="*/ 748008 w 6447632"/>
              <a:gd name="connsiteY103" fmla="*/ 5605052 h 5753325"/>
              <a:gd name="connsiteX104" fmla="*/ 728871 w 6447632"/>
              <a:gd name="connsiteY104" fmla="*/ 5589469 h 5753325"/>
              <a:gd name="connsiteX105" fmla="*/ 671898 w 6447632"/>
              <a:gd name="connsiteY105" fmla="*/ 5602363 h 5753325"/>
              <a:gd name="connsiteX106" fmla="*/ 615065 w 6447632"/>
              <a:gd name="connsiteY106" fmla="*/ 5580257 h 5753325"/>
              <a:gd name="connsiteX107" fmla="*/ 355785 w 6447632"/>
              <a:gd name="connsiteY107" fmla="*/ 5514383 h 5753325"/>
              <a:gd name="connsiteX108" fmla="*/ 102269 w 6447632"/>
              <a:gd name="connsiteY108" fmla="*/ 5524347 h 5753325"/>
              <a:gd name="connsiteX109" fmla="*/ 13160 w 6447632"/>
              <a:gd name="connsiteY109" fmla="*/ 5514159 h 5753325"/>
              <a:gd name="connsiteX110" fmla="*/ 0 w 6447632"/>
              <a:gd name="connsiteY110" fmla="*/ 5511735 h 5753325"/>
              <a:gd name="connsiteX111" fmla="*/ 0 w 6447632"/>
              <a:gd name="connsiteY111" fmla="*/ 0 h 5753325"/>
              <a:gd name="connsiteX0" fmla="*/ 0 w 6443456"/>
              <a:gd name="connsiteY0" fmla="*/ 0 h 5753325"/>
              <a:gd name="connsiteX1" fmla="*/ 6438980 w 6443456"/>
              <a:gd name="connsiteY1" fmla="*/ 0 h 5753325"/>
              <a:gd name="connsiteX2" fmla="*/ 6439047 w 6443456"/>
              <a:gd name="connsiteY2" fmla="*/ 147 h 5753325"/>
              <a:gd name="connsiteX3" fmla="*/ 6443456 w 6443456"/>
              <a:gd name="connsiteY3" fmla="*/ 130105 h 5753325"/>
              <a:gd name="connsiteX4" fmla="*/ 6422751 w 6443456"/>
              <a:gd name="connsiteY4" fmla="*/ 174163 h 5753325"/>
              <a:gd name="connsiteX5" fmla="*/ 6396598 w 6443456"/>
              <a:gd name="connsiteY5" fmla="*/ 274847 h 5753325"/>
              <a:gd name="connsiteX6" fmla="*/ 6337615 w 6443456"/>
              <a:gd name="connsiteY6" fmla="*/ 471794 h 5753325"/>
              <a:gd name="connsiteX7" fmla="*/ 6304423 w 6443456"/>
              <a:gd name="connsiteY7" fmla="*/ 582623 h 5753325"/>
              <a:gd name="connsiteX8" fmla="*/ 6303977 w 6443456"/>
              <a:gd name="connsiteY8" fmla="*/ 664291 h 5753325"/>
              <a:gd name="connsiteX9" fmla="*/ 6299372 w 6443456"/>
              <a:gd name="connsiteY9" fmla="*/ 697330 h 5753325"/>
              <a:gd name="connsiteX10" fmla="*/ 6309888 w 6443456"/>
              <a:gd name="connsiteY10" fmla="*/ 754001 h 5753325"/>
              <a:gd name="connsiteX11" fmla="*/ 6339879 w 6443456"/>
              <a:gd name="connsiteY11" fmla="*/ 811136 h 5753325"/>
              <a:gd name="connsiteX12" fmla="*/ 6330065 w 6443456"/>
              <a:gd name="connsiteY12" fmla="*/ 893399 h 5753325"/>
              <a:gd name="connsiteX13" fmla="*/ 6328618 w 6443456"/>
              <a:gd name="connsiteY13" fmla="*/ 1009766 h 5753325"/>
              <a:gd name="connsiteX14" fmla="*/ 6320797 w 6443456"/>
              <a:gd name="connsiteY14" fmla="*/ 1146964 h 5753325"/>
              <a:gd name="connsiteX15" fmla="*/ 6334400 w 6443456"/>
              <a:gd name="connsiteY15" fmla="*/ 1280757 h 5753325"/>
              <a:gd name="connsiteX16" fmla="*/ 6356023 w 6443456"/>
              <a:gd name="connsiteY16" fmla="*/ 1356227 h 5753325"/>
              <a:gd name="connsiteX17" fmla="*/ 6356157 w 6443456"/>
              <a:gd name="connsiteY17" fmla="*/ 1361967 h 5753325"/>
              <a:gd name="connsiteX18" fmla="*/ 6350613 w 6443456"/>
              <a:gd name="connsiteY18" fmla="*/ 1393569 h 5753325"/>
              <a:gd name="connsiteX19" fmla="*/ 6357062 w 6443456"/>
              <a:gd name="connsiteY19" fmla="*/ 1444071 h 5753325"/>
              <a:gd name="connsiteX20" fmla="*/ 6364832 w 6443456"/>
              <a:gd name="connsiteY20" fmla="*/ 1478763 h 5753325"/>
              <a:gd name="connsiteX21" fmla="*/ 6369745 w 6443456"/>
              <a:gd name="connsiteY21" fmla="*/ 1495680 h 5753325"/>
              <a:gd name="connsiteX22" fmla="*/ 6370898 w 6443456"/>
              <a:gd name="connsiteY22" fmla="*/ 1513331 h 5753325"/>
              <a:gd name="connsiteX23" fmla="*/ 6339773 w 6443456"/>
              <a:gd name="connsiteY23" fmla="*/ 1527414 h 5753325"/>
              <a:gd name="connsiteX24" fmla="*/ 6321854 w 6443456"/>
              <a:gd name="connsiteY24" fmla="*/ 1635366 h 5753325"/>
              <a:gd name="connsiteX25" fmla="*/ 6299489 w 6443456"/>
              <a:gd name="connsiteY25" fmla="*/ 1784860 h 5753325"/>
              <a:gd name="connsiteX26" fmla="*/ 6267878 w 6443456"/>
              <a:gd name="connsiteY26" fmla="*/ 1858572 h 5753325"/>
              <a:gd name="connsiteX27" fmla="*/ 6251146 w 6443456"/>
              <a:gd name="connsiteY27" fmla="*/ 1926167 h 5753325"/>
              <a:gd name="connsiteX28" fmla="*/ 6210686 w 6443456"/>
              <a:gd name="connsiteY28" fmla="*/ 2014834 h 5753325"/>
              <a:gd name="connsiteX29" fmla="*/ 6106652 w 6443456"/>
              <a:gd name="connsiteY29" fmla="*/ 2150572 h 5753325"/>
              <a:gd name="connsiteX30" fmla="*/ 6097813 w 6443456"/>
              <a:gd name="connsiteY30" fmla="*/ 2172208 h 5753325"/>
              <a:gd name="connsiteX31" fmla="*/ 6095990 w 6443456"/>
              <a:gd name="connsiteY31" fmla="*/ 2181185 h 5753325"/>
              <a:gd name="connsiteX32" fmla="*/ 6090126 w 6443456"/>
              <a:gd name="connsiteY32" fmla="*/ 2192533 h 5753325"/>
              <a:gd name="connsiteX33" fmla="*/ 6089503 w 6443456"/>
              <a:gd name="connsiteY33" fmla="*/ 2192543 h 5753325"/>
              <a:gd name="connsiteX34" fmla="*/ 6084946 w 6443456"/>
              <a:gd name="connsiteY34" fmla="*/ 2203694 h 5753325"/>
              <a:gd name="connsiteX35" fmla="*/ 5987861 w 6443456"/>
              <a:gd name="connsiteY35" fmla="*/ 2304868 h 5753325"/>
              <a:gd name="connsiteX36" fmla="*/ 5973439 w 6443456"/>
              <a:gd name="connsiteY36" fmla="*/ 2385635 h 5753325"/>
              <a:gd name="connsiteX37" fmla="*/ 5916727 w 6443456"/>
              <a:gd name="connsiteY37" fmla="*/ 2458777 h 5753325"/>
              <a:gd name="connsiteX38" fmla="*/ 5856524 w 6443456"/>
              <a:gd name="connsiteY38" fmla="*/ 2583281 h 5753325"/>
              <a:gd name="connsiteX39" fmla="*/ 5838091 w 6443456"/>
              <a:gd name="connsiteY39" fmla="*/ 2753474 h 5753325"/>
              <a:gd name="connsiteX40" fmla="*/ 5744296 w 6443456"/>
              <a:gd name="connsiteY40" fmla="*/ 2893276 h 5753325"/>
              <a:gd name="connsiteX41" fmla="*/ 5682522 w 6443456"/>
              <a:gd name="connsiteY41" fmla="*/ 3044368 h 5753325"/>
              <a:gd name="connsiteX42" fmla="*/ 5557886 w 6443456"/>
              <a:gd name="connsiteY42" fmla="*/ 3304853 h 5753325"/>
              <a:gd name="connsiteX43" fmla="*/ 5483942 w 6443456"/>
              <a:gd name="connsiteY43" fmla="*/ 3416604 h 5753325"/>
              <a:gd name="connsiteX44" fmla="*/ 5461007 w 6443456"/>
              <a:gd name="connsiteY44" fmla="*/ 3503742 h 5753325"/>
              <a:gd name="connsiteX45" fmla="*/ 5437889 w 6443456"/>
              <a:gd name="connsiteY45" fmla="*/ 3559927 h 5753325"/>
              <a:gd name="connsiteX46" fmla="*/ 5432770 w 6443456"/>
              <a:gd name="connsiteY46" fmla="*/ 3562948 h 5753325"/>
              <a:gd name="connsiteX47" fmla="*/ 5406795 w 6443456"/>
              <a:gd name="connsiteY47" fmla="*/ 3578594 h 5753325"/>
              <a:gd name="connsiteX48" fmla="*/ 5381495 w 6443456"/>
              <a:gd name="connsiteY48" fmla="*/ 3599883 h 5753325"/>
              <a:gd name="connsiteX49" fmla="*/ 5363689 w 6443456"/>
              <a:gd name="connsiteY49" fmla="*/ 3633299 h 5753325"/>
              <a:gd name="connsiteX50" fmla="*/ 5291870 w 6443456"/>
              <a:gd name="connsiteY50" fmla="*/ 3799039 h 5753325"/>
              <a:gd name="connsiteX51" fmla="*/ 5241600 w 6443456"/>
              <a:gd name="connsiteY51" fmla="*/ 3894238 h 5753325"/>
              <a:gd name="connsiteX52" fmla="*/ 5211041 w 6443456"/>
              <a:gd name="connsiteY52" fmla="*/ 3924184 h 5753325"/>
              <a:gd name="connsiteX53" fmla="*/ 5176073 w 6443456"/>
              <a:gd name="connsiteY53" fmla="*/ 3970179 h 5753325"/>
              <a:gd name="connsiteX54" fmla="*/ 5172826 w 6443456"/>
              <a:gd name="connsiteY54" fmla="*/ 3991773 h 5753325"/>
              <a:gd name="connsiteX55" fmla="*/ 5157053 w 6443456"/>
              <a:gd name="connsiteY55" fmla="*/ 3997708 h 5753325"/>
              <a:gd name="connsiteX56" fmla="*/ 5127922 w 6443456"/>
              <a:gd name="connsiteY56" fmla="*/ 4022660 h 5753325"/>
              <a:gd name="connsiteX57" fmla="*/ 5020872 w 6443456"/>
              <a:gd name="connsiteY57" fmla="*/ 4075951 h 5753325"/>
              <a:gd name="connsiteX58" fmla="*/ 4991410 w 6443456"/>
              <a:gd name="connsiteY58" fmla="*/ 4087598 h 5753325"/>
              <a:gd name="connsiteX59" fmla="*/ 4930112 w 6443456"/>
              <a:gd name="connsiteY59" fmla="*/ 4138459 h 5753325"/>
              <a:gd name="connsiteX60" fmla="*/ 4834224 w 6443456"/>
              <a:gd name="connsiteY60" fmla="*/ 4231643 h 5753325"/>
              <a:gd name="connsiteX61" fmla="*/ 4812599 w 6443456"/>
              <a:gd name="connsiteY61" fmla="*/ 4249449 h 5753325"/>
              <a:gd name="connsiteX62" fmla="*/ 4789188 w 6443456"/>
              <a:gd name="connsiteY62" fmla="*/ 4256678 h 5753325"/>
              <a:gd name="connsiteX63" fmla="*/ 4779554 w 6443456"/>
              <a:gd name="connsiteY63" fmla="*/ 4251313 h 5753325"/>
              <a:gd name="connsiteX64" fmla="*/ 4766885 w 6443456"/>
              <a:gd name="connsiteY64" fmla="*/ 4259812 h 5753325"/>
              <a:gd name="connsiteX65" fmla="*/ 4762510 w 6443456"/>
              <a:gd name="connsiteY65" fmla="*/ 4260383 h 5753325"/>
              <a:gd name="connsiteX66" fmla="*/ 4738416 w 6443456"/>
              <a:gd name="connsiteY66" fmla="*/ 4265355 h 5753325"/>
              <a:gd name="connsiteX67" fmla="*/ 4712007 w 6443456"/>
              <a:gd name="connsiteY67" fmla="*/ 4317892 h 5753325"/>
              <a:gd name="connsiteX68" fmla="*/ 4658930 w 6443456"/>
              <a:gd name="connsiteY68" fmla="*/ 4348041 h 5753325"/>
              <a:gd name="connsiteX69" fmla="*/ 4443526 w 6443456"/>
              <a:gd name="connsiteY69" fmla="*/ 4507851 h 5753325"/>
              <a:gd name="connsiteX70" fmla="*/ 4289766 w 6443456"/>
              <a:gd name="connsiteY70" fmla="*/ 4711450 h 5753325"/>
              <a:gd name="connsiteX71" fmla="*/ 4150870 w 6443456"/>
              <a:gd name="connsiteY71" fmla="*/ 4818480 h 5753325"/>
              <a:gd name="connsiteX72" fmla="*/ 4006639 w 6443456"/>
              <a:gd name="connsiteY72" fmla="*/ 4933815 h 5753325"/>
              <a:gd name="connsiteX73" fmla="*/ 3298210 w 6443456"/>
              <a:gd name="connsiteY73" fmla="*/ 5070790 h 5753325"/>
              <a:gd name="connsiteX74" fmla="*/ 2947678 w 6443456"/>
              <a:gd name="connsiteY74" fmla="*/ 5117869 h 5753325"/>
              <a:gd name="connsiteX75" fmla="*/ 2822169 w 6443456"/>
              <a:gd name="connsiteY75" fmla="*/ 5129396 h 5753325"/>
              <a:gd name="connsiteX76" fmla="*/ 2538773 w 6443456"/>
              <a:gd name="connsiteY76" fmla="*/ 5313397 h 5753325"/>
              <a:gd name="connsiteX77" fmla="*/ 2014500 w 6443456"/>
              <a:gd name="connsiteY77" fmla="*/ 5519744 h 5753325"/>
              <a:gd name="connsiteX78" fmla="*/ 1934391 w 6443456"/>
              <a:gd name="connsiteY78" fmla="*/ 5591335 h 5753325"/>
              <a:gd name="connsiteX79" fmla="*/ 1892550 w 6443456"/>
              <a:gd name="connsiteY79" fmla="*/ 5649708 h 5753325"/>
              <a:gd name="connsiteX80" fmla="*/ 1854769 w 6443456"/>
              <a:gd name="connsiteY80" fmla="*/ 5647691 h 5753325"/>
              <a:gd name="connsiteX81" fmla="*/ 1809461 w 6443456"/>
              <a:gd name="connsiteY81" fmla="*/ 5648628 h 5753325"/>
              <a:gd name="connsiteX82" fmla="*/ 1745150 w 6443456"/>
              <a:gd name="connsiteY82" fmla="*/ 5693879 h 5753325"/>
              <a:gd name="connsiteX83" fmla="*/ 1713375 w 6443456"/>
              <a:gd name="connsiteY83" fmla="*/ 5684672 h 5753325"/>
              <a:gd name="connsiteX84" fmla="*/ 1707808 w 6443456"/>
              <a:gd name="connsiteY84" fmla="*/ 5682611 h 5753325"/>
              <a:gd name="connsiteX85" fmla="*/ 1679313 w 6443456"/>
              <a:gd name="connsiteY85" fmla="*/ 5672360 h 5753325"/>
              <a:gd name="connsiteX86" fmla="*/ 1646933 w 6443456"/>
              <a:gd name="connsiteY86" fmla="*/ 5666227 h 5753325"/>
              <a:gd name="connsiteX87" fmla="*/ 1610055 w 6443456"/>
              <a:gd name="connsiteY87" fmla="*/ 5673643 h 5753325"/>
              <a:gd name="connsiteX88" fmla="*/ 1437641 w 6443456"/>
              <a:gd name="connsiteY88" fmla="*/ 5723266 h 5753325"/>
              <a:gd name="connsiteX89" fmla="*/ 1332869 w 6443456"/>
              <a:gd name="connsiteY89" fmla="*/ 5744752 h 5753325"/>
              <a:gd name="connsiteX90" fmla="*/ 1290525 w 6443456"/>
              <a:gd name="connsiteY90" fmla="*/ 5740036 h 5753325"/>
              <a:gd name="connsiteX91" fmla="*/ 1233107 w 6443456"/>
              <a:gd name="connsiteY91" fmla="*/ 5742106 h 5753325"/>
              <a:gd name="connsiteX92" fmla="*/ 1214532 w 6443456"/>
              <a:gd name="connsiteY92" fmla="*/ 5753325 h 5753325"/>
              <a:gd name="connsiteX93" fmla="*/ 1199955 w 6443456"/>
              <a:gd name="connsiteY93" fmla="*/ 5744831 h 5753325"/>
              <a:gd name="connsiteX94" fmla="*/ 1162337 w 6443456"/>
              <a:gd name="connsiteY94" fmla="*/ 5738048 h 5753325"/>
              <a:gd name="connsiteX95" fmla="*/ 1053457 w 6443456"/>
              <a:gd name="connsiteY95" fmla="*/ 5688676 h 5753325"/>
              <a:gd name="connsiteX96" fmla="*/ 1025798 w 6443456"/>
              <a:gd name="connsiteY96" fmla="*/ 5673166 h 5753325"/>
              <a:gd name="connsiteX97" fmla="*/ 947900 w 6443456"/>
              <a:gd name="connsiteY97" fmla="*/ 5657848 h 5753325"/>
              <a:gd name="connsiteX98" fmla="*/ 815627 w 6443456"/>
              <a:gd name="connsiteY98" fmla="*/ 5642557 h 5753325"/>
              <a:gd name="connsiteX99" fmla="*/ 788251 w 6443456"/>
              <a:gd name="connsiteY99" fmla="*/ 5637065 h 5753325"/>
              <a:gd name="connsiteX100" fmla="*/ 767822 w 6443456"/>
              <a:gd name="connsiteY100" fmla="*/ 5623450 h 5753325"/>
              <a:gd name="connsiteX101" fmla="*/ 765791 w 6443456"/>
              <a:gd name="connsiteY101" fmla="*/ 5612539 h 5753325"/>
              <a:gd name="connsiteX102" fmla="*/ 751230 w 6443456"/>
              <a:gd name="connsiteY102" fmla="*/ 5608092 h 5753325"/>
              <a:gd name="connsiteX103" fmla="*/ 748008 w 6443456"/>
              <a:gd name="connsiteY103" fmla="*/ 5605052 h 5753325"/>
              <a:gd name="connsiteX104" fmla="*/ 728871 w 6443456"/>
              <a:gd name="connsiteY104" fmla="*/ 5589469 h 5753325"/>
              <a:gd name="connsiteX105" fmla="*/ 671898 w 6443456"/>
              <a:gd name="connsiteY105" fmla="*/ 5602363 h 5753325"/>
              <a:gd name="connsiteX106" fmla="*/ 615065 w 6443456"/>
              <a:gd name="connsiteY106" fmla="*/ 5580257 h 5753325"/>
              <a:gd name="connsiteX107" fmla="*/ 355785 w 6443456"/>
              <a:gd name="connsiteY107" fmla="*/ 5514383 h 5753325"/>
              <a:gd name="connsiteX108" fmla="*/ 102269 w 6443456"/>
              <a:gd name="connsiteY108" fmla="*/ 5524347 h 5753325"/>
              <a:gd name="connsiteX109" fmla="*/ 13160 w 6443456"/>
              <a:gd name="connsiteY109" fmla="*/ 5514159 h 5753325"/>
              <a:gd name="connsiteX110" fmla="*/ 0 w 6443456"/>
              <a:gd name="connsiteY110" fmla="*/ 5511735 h 5753325"/>
              <a:gd name="connsiteX111" fmla="*/ 0 w 6443456"/>
              <a:gd name="connsiteY111" fmla="*/ 0 h 5753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</a:cxnLst>
            <a:rect l="l" t="t" r="r" b="b"/>
            <a:pathLst>
              <a:path w="6443456" h="5753325">
                <a:moveTo>
                  <a:pt x="0" y="0"/>
                </a:moveTo>
                <a:lnTo>
                  <a:pt x="6438980" y="0"/>
                </a:lnTo>
                <a:cubicBezTo>
                  <a:pt x="6439002" y="49"/>
                  <a:pt x="6439025" y="98"/>
                  <a:pt x="6439047" y="147"/>
                </a:cubicBezTo>
                <a:lnTo>
                  <a:pt x="6443456" y="130105"/>
                </a:lnTo>
                <a:cubicBezTo>
                  <a:pt x="6430828" y="154008"/>
                  <a:pt x="6411458" y="168030"/>
                  <a:pt x="6422751" y="174163"/>
                </a:cubicBezTo>
                <a:cubicBezTo>
                  <a:pt x="6418487" y="214830"/>
                  <a:pt x="6390727" y="235497"/>
                  <a:pt x="6396598" y="274847"/>
                </a:cubicBezTo>
                <a:cubicBezTo>
                  <a:pt x="6403386" y="335822"/>
                  <a:pt x="6333127" y="414969"/>
                  <a:pt x="6337615" y="471794"/>
                </a:cubicBezTo>
                <a:cubicBezTo>
                  <a:pt x="6324407" y="534783"/>
                  <a:pt x="6296331" y="556933"/>
                  <a:pt x="6304423" y="582623"/>
                </a:cubicBezTo>
                <a:cubicBezTo>
                  <a:pt x="6293676" y="611941"/>
                  <a:pt x="6296956" y="631352"/>
                  <a:pt x="6303977" y="664291"/>
                </a:cubicBezTo>
                <a:cubicBezTo>
                  <a:pt x="6302444" y="677879"/>
                  <a:pt x="6301462" y="685268"/>
                  <a:pt x="6299372" y="697330"/>
                </a:cubicBezTo>
                <a:cubicBezTo>
                  <a:pt x="6314387" y="714913"/>
                  <a:pt x="6313827" y="721408"/>
                  <a:pt x="6309888" y="754001"/>
                </a:cubicBezTo>
                <a:cubicBezTo>
                  <a:pt x="6306930" y="769492"/>
                  <a:pt x="6343751" y="814234"/>
                  <a:pt x="6339879" y="811136"/>
                </a:cubicBezTo>
                <a:lnTo>
                  <a:pt x="6330065" y="893399"/>
                </a:lnTo>
                <a:cubicBezTo>
                  <a:pt x="6341065" y="929331"/>
                  <a:pt x="6340586" y="969703"/>
                  <a:pt x="6328618" y="1009766"/>
                </a:cubicBezTo>
                <a:cubicBezTo>
                  <a:pt x="6286987" y="1110847"/>
                  <a:pt x="6336677" y="1067927"/>
                  <a:pt x="6320797" y="1146964"/>
                </a:cubicBezTo>
                <a:cubicBezTo>
                  <a:pt x="6308238" y="1199586"/>
                  <a:pt x="6355190" y="1221191"/>
                  <a:pt x="6334400" y="1280757"/>
                </a:cubicBezTo>
                <a:lnTo>
                  <a:pt x="6356023" y="1356227"/>
                </a:lnTo>
                <a:cubicBezTo>
                  <a:pt x="6356068" y="1358140"/>
                  <a:pt x="6356112" y="1360054"/>
                  <a:pt x="6356157" y="1361967"/>
                </a:cubicBezTo>
                <a:cubicBezTo>
                  <a:pt x="6355533" y="1373512"/>
                  <a:pt x="6353847" y="1384370"/>
                  <a:pt x="6350613" y="1393569"/>
                </a:cubicBezTo>
                <a:cubicBezTo>
                  <a:pt x="6364468" y="1383914"/>
                  <a:pt x="6345614" y="1435855"/>
                  <a:pt x="6357062" y="1444071"/>
                </a:cubicBezTo>
                <a:cubicBezTo>
                  <a:pt x="6366618" y="1448518"/>
                  <a:pt x="6363125" y="1465312"/>
                  <a:pt x="6364832" y="1478763"/>
                </a:cubicBezTo>
                <a:cubicBezTo>
                  <a:pt x="6367033" y="1481449"/>
                  <a:pt x="6368644" y="1487606"/>
                  <a:pt x="6369745" y="1495680"/>
                </a:cubicBezTo>
                <a:cubicBezTo>
                  <a:pt x="6370129" y="1501564"/>
                  <a:pt x="6370514" y="1507447"/>
                  <a:pt x="6370898" y="1513331"/>
                </a:cubicBezTo>
                <a:lnTo>
                  <a:pt x="6339773" y="1527414"/>
                </a:lnTo>
                <a:cubicBezTo>
                  <a:pt x="6334226" y="1566662"/>
                  <a:pt x="6321052" y="1604564"/>
                  <a:pt x="6321854" y="1635366"/>
                </a:cubicBezTo>
                <a:cubicBezTo>
                  <a:pt x="6320655" y="1701187"/>
                  <a:pt x="6292278" y="1721205"/>
                  <a:pt x="6299489" y="1784860"/>
                </a:cubicBezTo>
                <a:cubicBezTo>
                  <a:pt x="6294212" y="1831400"/>
                  <a:pt x="6277478" y="1829559"/>
                  <a:pt x="6267878" y="1858572"/>
                </a:cubicBezTo>
                <a:lnTo>
                  <a:pt x="6251146" y="1926167"/>
                </a:lnTo>
                <a:lnTo>
                  <a:pt x="6210686" y="2014834"/>
                </a:lnTo>
                <a:lnTo>
                  <a:pt x="6106652" y="2150572"/>
                </a:lnTo>
                <a:lnTo>
                  <a:pt x="6097813" y="2172208"/>
                </a:lnTo>
                <a:lnTo>
                  <a:pt x="6095990" y="2181185"/>
                </a:lnTo>
                <a:cubicBezTo>
                  <a:pt x="6094176" y="2187056"/>
                  <a:pt x="6092249" y="2190556"/>
                  <a:pt x="6090126" y="2192533"/>
                </a:cubicBezTo>
                <a:lnTo>
                  <a:pt x="6089503" y="2192543"/>
                </a:lnTo>
                <a:lnTo>
                  <a:pt x="6084946" y="2203694"/>
                </a:lnTo>
                <a:cubicBezTo>
                  <a:pt x="6068006" y="2222414"/>
                  <a:pt x="6006445" y="2274546"/>
                  <a:pt x="5987861" y="2304868"/>
                </a:cubicBezTo>
                <a:lnTo>
                  <a:pt x="5973439" y="2385635"/>
                </a:lnTo>
                <a:lnTo>
                  <a:pt x="5916727" y="2458777"/>
                </a:lnTo>
                <a:cubicBezTo>
                  <a:pt x="5897241" y="2491718"/>
                  <a:pt x="5869630" y="2534165"/>
                  <a:pt x="5856524" y="2583281"/>
                </a:cubicBezTo>
                <a:cubicBezTo>
                  <a:pt x="5857506" y="2592319"/>
                  <a:pt x="5833326" y="2744711"/>
                  <a:pt x="5838091" y="2753474"/>
                </a:cubicBezTo>
                <a:cubicBezTo>
                  <a:pt x="5785248" y="2871502"/>
                  <a:pt x="5778642" y="2803565"/>
                  <a:pt x="5744296" y="2893276"/>
                </a:cubicBezTo>
                <a:cubicBezTo>
                  <a:pt x="5695297" y="2988328"/>
                  <a:pt x="5724634" y="2958553"/>
                  <a:pt x="5682522" y="3044368"/>
                </a:cubicBezTo>
                <a:cubicBezTo>
                  <a:pt x="5632185" y="3125072"/>
                  <a:pt x="5597317" y="3217236"/>
                  <a:pt x="5557886" y="3304853"/>
                </a:cubicBezTo>
                <a:cubicBezTo>
                  <a:pt x="5482395" y="3325072"/>
                  <a:pt x="5519234" y="3371478"/>
                  <a:pt x="5483942" y="3416604"/>
                </a:cubicBezTo>
                <a:cubicBezTo>
                  <a:pt x="5462927" y="3437263"/>
                  <a:pt x="5484515" y="3475608"/>
                  <a:pt x="5461007" y="3503742"/>
                </a:cubicBezTo>
                <a:cubicBezTo>
                  <a:pt x="5452964" y="3510933"/>
                  <a:pt x="5447709" y="3554203"/>
                  <a:pt x="5437889" y="3559927"/>
                </a:cubicBezTo>
                <a:lnTo>
                  <a:pt x="5432770" y="3562948"/>
                </a:lnTo>
                <a:lnTo>
                  <a:pt x="5406795" y="3578594"/>
                </a:lnTo>
                <a:lnTo>
                  <a:pt x="5381495" y="3599883"/>
                </a:lnTo>
                <a:cubicBezTo>
                  <a:pt x="5373777" y="3608845"/>
                  <a:pt x="5367528" y="3619642"/>
                  <a:pt x="5363689" y="3633299"/>
                </a:cubicBezTo>
                <a:cubicBezTo>
                  <a:pt x="5370837" y="3689178"/>
                  <a:pt x="5280250" y="3728687"/>
                  <a:pt x="5291870" y="3799039"/>
                </a:cubicBezTo>
                <a:cubicBezTo>
                  <a:pt x="5291660" y="3823262"/>
                  <a:pt x="5263601" y="3888134"/>
                  <a:pt x="5241600" y="3894238"/>
                </a:cubicBezTo>
                <a:cubicBezTo>
                  <a:pt x="5232312" y="3906493"/>
                  <a:pt x="5231731" y="3924583"/>
                  <a:pt x="5211041" y="3924184"/>
                </a:cubicBezTo>
                <a:cubicBezTo>
                  <a:pt x="5184976" y="3926521"/>
                  <a:pt x="5198956" y="3986438"/>
                  <a:pt x="5176073" y="3970179"/>
                </a:cubicBezTo>
                <a:lnTo>
                  <a:pt x="5172826" y="3991773"/>
                </a:lnTo>
                <a:lnTo>
                  <a:pt x="5157053" y="3997708"/>
                </a:lnTo>
                <a:cubicBezTo>
                  <a:pt x="5140589" y="4003541"/>
                  <a:pt x="5128715" y="4008828"/>
                  <a:pt x="5127922" y="4022660"/>
                </a:cubicBezTo>
                <a:cubicBezTo>
                  <a:pt x="5105225" y="4035701"/>
                  <a:pt x="5043623" y="4065128"/>
                  <a:pt x="5020872" y="4075951"/>
                </a:cubicBezTo>
                <a:cubicBezTo>
                  <a:pt x="5006705" y="4069570"/>
                  <a:pt x="5001251" y="4081880"/>
                  <a:pt x="4991410" y="4087598"/>
                </a:cubicBezTo>
                <a:cubicBezTo>
                  <a:pt x="4974522" y="4085320"/>
                  <a:pt x="4937025" y="4121806"/>
                  <a:pt x="4930112" y="4138459"/>
                </a:cubicBezTo>
                <a:cubicBezTo>
                  <a:pt x="4918473" y="4190437"/>
                  <a:pt x="4844909" y="4190974"/>
                  <a:pt x="4834224" y="4231643"/>
                </a:cubicBezTo>
                <a:cubicBezTo>
                  <a:pt x="4827758" y="4239937"/>
                  <a:pt x="4820427" y="4245543"/>
                  <a:pt x="4812599" y="4249449"/>
                </a:cubicBezTo>
                <a:lnTo>
                  <a:pt x="4789188" y="4256678"/>
                </a:lnTo>
                <a:lnTo>
                  <a:pt x="4779554" y="4251313"/>
                </a:lnTo>
                <a:lnTo>
                  <a:pt x="4766885" y="4259812"/>
                </a:lnTo>
                <a:lnTo>
                  <a:pt x="4762510" y="4260383"/>
                </a:lnTo>
                <a:cubicBezTo>
                  <a:pt x="4754131" y="4261437"/>
                  <a:pt x="4745977" y="4262766"/>
                  <a:pt x="4738416" y="4265355"/>
                </a:cubicBezTo>
                <a:cubicBezTo>
                  <a:pt x="4764694" y="4302719"/>
                  <a:pt x="4678447" y="4293536"/>
                  <a:pt x="4712007" y="4317892"/>
                </a:cubicBezTo>
                <a:cubicBezTo>
                  <a:pt x="4675039" y="4338619"/>
                  <a:pt x="4716682" y="4356361"/>
                  <a:pt x="4658930" y="4348041"/>
                </a:cubicBezTo>
                <a:cubicBezTo>
                  <a:pt x="4614182" y="4379702"/>
                  <a:pt x="4505053" y="4447283"/>
                  <a:pt x="4443526" y="4507851"/>
                </a:cubicBezTo>
                <a:cubicBezTo>
                  <a:pt x="4410144" y="4540439"/>
                  <a:pt x="4338540" y="4659677"/>
                  <a:pt x="4289766" y="4711450"/>
                </a:cubicBezTo>
                <a:cubicBezTo>
                  <a:pt x="4238344" y="4747694"/>
                  <a:pt x="4215457" y="4807131"/>
                  <a:pt x="4150870" y="4818480"/>
                </a:cubicBezTo>
                <a:cubicBezTo>
                  <a:pt x="4103683" y="4855538"/>
                  <a:pt x="4148748" y="4891762"/>
                  <a:pt x="4006639" y="4933815"/>
                </a:cubicBezTo>
                <a:cubicBezTo>
                  <a:pt x="3736045" y="4990755"/>
                  <a:pt x="3474704" y="5040115"/>
                  <a:pt x="3298210" y="5070790"/>
                </a:cubicBezTo>
                <a:cubicBezTo>
                  <a:pt x="3121717" y="5101466"/>
                  <a:pt x="3041810" y="5115566"/>
                  <a:pt x="2947678" y="5117869"/>
                </a:cubicBezTo>
                <a:cubicBezTo>
                  <a:pt x="2853544" y="5120174"/>
                  <a:pt x="2858560" y="5135060"/>
                  <a:pt x="2822169" y="5129396"/>
                </a:cubicBezTo>
                <a:lnTo>
                  <a:pt x="2538773" y="5313397"/>
                </a:lnTo>
                <a:cubicBezTo>
                  <a:pt x="2405817" y="5334661"/>
                  <a:pt x="2144167" y="5431620"/>
                  <a:pt x="2014500" y="5519744"/>
                </a:cubicBezTo>
                <a:cubicBezTo>
                  <a:pt x="1982084" y="5541774"/>
                  <a:pt x="1956346" y="5565847"/>
                  <a:pt x="1934391" y="5591335"/>
                </a:cubicBezTo>
                <a:lnTo>
                  <a:pt x="1892550" y="5649708"/>
                </a:lnTo>
                <a:lnTo>
                  <a:pt x="1854769" y="5647691"/>
                </a:lnTo>
                <a:cubicBezTo>
                  <a:pt x="1838936" y="5647705"/>
                  <a:pt x="1823701" y="5648312"/>
                  <a:pt x="1809461" y="5648628"/>
                </a:cubicBezTo>
                <a:cubicBezTo>
                  <a:pt x="1834147" y="5698228"/>
                  <a:pt x="1737274" y="5633540"/>
                  <a:pt x="1745150" y="5693879"/>
                </a:cubicBezTo>
                <a:cubicBezTo>
                  <a:pt x="1734532" y="5692199"/>
                  <a:pt x="1724002" y="5688669"/>
                  <a:pt x="1713375" y="5684672"/>
                </a:cubicBezTo>
                <a:lnTo>
                  <a:pt x="1707808" y="5682611"/>
                </a:lnTo>
                <a:lnTo>
                  <a:pt x="1679313" y="5672360"/>
                </a:lnTo>
                <a:lnTo>
                  <a:pt x="1646933" y="5666227"/>
                </a:lnTo>
                <a:cubicBezTo>
                  <a:pt x="1635170" y="5665926"/>
                  <a:pt x="1622939" y="5667937"/>
                  <a:pt x="1610055" y="5673643"/>
                </a:cubicBezTo>
                <a:cubicBezTo>
                  <a:pt x="1571890" y="5714775"/>
                  <a:pt x="1484024" y="5669440"/>
                  <a:pt x="1437641" y="5723266"/>
                </a:cubicBezTo>
                <a:cubicBezTo>
                  <a:pt x="1418992" y="5738521"/>
                  <a:pt x="1351540" y="5757985"/>
                  <a:pt x="1332869" y="5744752"/>
                </a:cubicBezTo>
                <a:cubicBezTo>
                  <a:pt x="1317589" y="5745326"/>
                  <a:pt x="1303391" y="5756388"/>
                  <a:pt x="1290525" y="5740036"/>
                </a:cubicBezTo>
                <a:cubicBezTo>
                  <a:pt x="1272146" y="5721242"/>
                  <a:pt x="1235243" y="5770261"/>
                  <a:pt x="1233107" y="5742106"/>
                </a:cubicBezTo>
                <a:lnTo>
                  <a:pt x="1214532" y="5753325"/>
                </a:lnTo>
                <a:lnTo>
                  <a:pt x="1199955" y="5744831"/>
                </a:lnTo>
                <a:cubicBezTo>
                  <a:pt x="1185016" y="5735734"/>
                  <a:pt x="1173414" y="5729861"/>
                  <a:pt x="1162337" y="5738048"/>
                </a:cubicBezTo>
                <a:cubicBezTo>
                  <a:pt x="1137920" y="5728689"/>
                  <a:pt x="1076212" y="5699490"/>
                  <a:pt x="1053457" y="5688676"/>
                </a:cubicBezTo>
                <a:cubicBezTo>
                  <a:pt x="1049315" y="5673592"/>
                  <a:pt x="1036434" y="5677184"/>
                  <a:pt x="1025798" y="5673166"/>
                </a:cubicBezTo>
                <a:cubicBezTo>
                  <a:pt x="1016787" y="5658576"/>
                  <a:pt x="965030" y="5652626"/>
                  <a:pt x="947900" y="5657848"/>
                </a:cubicBezTo>
                <a:cubicBezTo>
                  <a:pt x="900757" y="5681878"/>
                  <a:pt x="853518" y="5624981"/>
                  <a:pt x="815627" y="5642557"/>
                </a:cubicBezTo>
                <a:cubicBezTo>
                  <a:pt x="805172" y="5642805"/>
                  <a:pt x="796221" y="5640669"/>
                  <a:pt x="788251" y="5637065"/>
                </a:cubicBezTo>
                <a:lnTo>
                  <a:pt x="767822" y="5623450"/>
                </a:lnTo>
                <a:lnTo>
                  <a:pt x="765791" y="5612539"/>
                </a:lnTo>
                <a:lnTo>
                  <a:pt x="751230" y="5608092"/>
                </a:lnTo>
                <a:lnTo>
                  <a:pt x="748008" y="5605052"/>
                </a:lnTo>
                <a:cubicBezTo>
                  <a:pt x="741868" y="5599203"/>
                  <a:pt x="735661" y="5593704"/>
                  <a:pt x="728871" y="5589469"/>
                </a:cubicBezTo>
                <a:cubicBezTo>
                  <a:pt x="717035" y="5633700"/>
                  <a:pt x="669153" y="5560747"/>
                  <a:pt x="671898" y="5602363"/>
                </a:cubicBezTo>
                <a:cubicBezTo>
                  <a:pt x="632522" y="5586794"/>
                  <a:pt x="645467" y="5630489"/>
                  <a:pt x="615065" y="5580257"/>
                </a:cubicBezTo>
                <a:cubicBezTo>
                  <a:pt x="562379" y="5565593"/>
                  <a:pt x="441250" y="5523701"/>
                  <a:pt x="355785" y="5514383"/>
                </a:cubicBezTo>
                <a:cubicBezTo>
                  <a:pt x="309622" y="5509152"/>
                  <a:pt x="172894" y="5529342"/>
                  <a:pt x="102269" y="5524347"/>
                </a:cubicBezTo>
                <a:cubicBezTo>
                  <a:pt x="72050" y="5515878"/>
                  <a:pt x="41939" y="5516649"/>
                  <a:pt x="13160" y="5514159"/>
                </a:cubicBezTo>
                <a:lnTo>
                  <a:pt x="0" y="551173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BD8662-94E0-9E69-527D-7CD36AB2B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068891"/>
            <a:ext cx="4259731" cy="198508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</a:t>
            </a:r>
            <a:r>
              <a:rPr lang="en-US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decisión</a:t>
            </a:r>
            <a:r>
              <a:rPr lang="en-US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utilizar</a:t>
            </a:r>
            <a:r>
              <a:rPr lang="en-US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Unicornio</a:t>
            </a:r>
            <a:endParaRPr lang="en-US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122" name="Freeform: Shape 4121">
            <a:extLst>
              <a:ext uri="{FF2B5EF4-FFF2-40B4-BE49-F238E27FC236}">
                <a16:creationId xmlns:a16="http://schemas.microsoft.com/office/drawing/2014/main" id="{CF93DC6C-1BFD-4414-BF23-471C8831C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664" y="3440576"/>
            <a:ext cx="4114800" cy="2675059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4098" name="Picture 2" descr="Knowing the score: How Facebook's Graph Search knows what you want | Ars  Technica">
            <a:extLst>
              <a:ext uri="{FF2B5EF4-FFF2-40B4-BE49-F238E27FC236}">
                <a16:creationId xmlns:a16="http://schemas.microsoft.com/office/drawing/2014/main" id="{A5075B53-F93D-FD7B-91B4-F7E3AE07D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49617" y="3557901"/>
            <a:ext cx="3836894" cy="244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24" name="Rectangle 6">
            <a:extLst>
              <a:ext uri="{FF2B5EF4-FFF2-40B4-BE49-F238E27FC236}">
                <a16:creationId xmlns:a16="http://schemas.microsoft.com/office/drawing/2014/main" id="{001928A5-13A8-4372-8A77-BCAAE5553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4188" y="5840345"/>
            <a:ext cx="1707751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5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642D92-F1EC-F336-D18E-526D5346367A}"/>
              </a:ext>
            </a:extLst>
          </p:cNvPr>
          <p:cNvSpPr txBox="1"/>
          <p:nvPr/>
        </p:nvSpPr>
        <p:spPr>
          <a:xfrm>
            <a:off x="6586415" y="723153"/>
            <a:ext cx="4555782" cy="5392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effectLst/>
              </a:rPr>
              <a:t>Dentro</a:t>
            </a:r>
            <a:r>
              <a:rPr lang="en-US" sz="2000" dirty="0">
                <a:effectLst/>
              </a:rPr>
              <a:t> de Facebook se </a:t>
            </a:r>
            <a:r>
              <a:rPr lang="en-US" sz="2000" dirty="0" err="1">
                <a:effectLst/>
              </a:rPr>
              <a:t>había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estado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desarrollando</a:t>
            </a:r>
            <a:r>
              <a:rPr lang="en-US" sz="2000" dirty="0">
                <a:effectLst/>
              </a:rPr>
              <a:t> un </a:t>
            </a:r>
            <a:r>
              <a:rPr lang="en-US" sz="2000" dirty="0" err="1">
                <a:effectLst/>
              </a:rPr>
              <a:t>sistema</a:t>
            </a:r>
            <a:r>
              <a:rPr lang="en-US" sz="2000" dirty="0">
                <a:effectLst/>
              </a:rPr>
              <a:t> de </a:t>
            </a:r>
            <a:r>
              <a:rPr lang="en-US" sz="2000" dirty="0" err="1">
                <a:effectLst/>
              </a:rPr>
              <a:t>índice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invertido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llamado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Unicornio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desde</a:t>
            </a:r>
            <a:r>
              <a:rPr lang="en-US" sz="2000" dirty="0">
                <a:effectLst/>
              </a:rPr>
              <a:t> 2009. A finales de 2010, </a:t>
            </a:r>
            <a:r>
              <a:rPr lang="en-US" sz="2000" dirty="0" err="1">
                <a:effectLst/>
              </a:rPr>
              <a:t>Unicornio</a:t>
            </a:r>
            <a:r>
              <a:rPr lang="en-US" sz="2000" dirty="0">
                <a:effectLst/>
              </a:rPr>
              <a:t> se </a:t>
            </a:r>
            <a:r>
              <a:rPr lang="en-US" sz="2000" dirty="0" err="1">
                <a:effectLst/>
              </a:rPr>
              <a:t>había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utilizado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en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muchos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proyectos</a:t>
            </a:r>
            <a:r>
              <a:rPr lang="en-US" sz="2000" dirty="0">
                <a:effectLst/>
              </a:rPr>
              <a:t> de Facebook </a:t>
            </a:r>
            <a:r>
              <a:rPr lang="en-US" sz="2000" dirty="0" err="1">
                <a:effectLst/>
              </a:rPr>
              <a:t>como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una</a:t>
            </a:r>
            <a:r>
              <a:rPr lang="en-US" sz="2000" dirty="0">
                <a:effectLst/>
              </a:rPr>
              <a:t> "base de </a:t>
            </a:r>
            <a:r>
              <a:rPr lang="en-US" sz="2000" dirty="0" err="1">
                <a:effectLst/>
              </a:rPr>
              <a:t>datos</a:t>
            </a:r>
            <a:r>
              <a:rPr lang="en-US" sz="2000" dirty="0">
                <a:effectLst/>
              </a:rPr>
              <a:t>" </a:t>
            </a:r>
            <a:r>
              <a:rPr lang="en-US" sz="2000" dirty="0" err="1">
                <a:effectLst/>
              </a:rPr>
              <a:t>en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memoria</a:t>
            </a:r>
            <a:r>
              <a:rPr lang="en-US" sz="2000" dirty="0">
                <a:effectLst/>
              </a:rPr>
              <a:t> para </a:t>
            </a:r>
            <a:r>
              <a:rPr lang="en-US" sz="2000" dirty="0" err="1">
                <a:effectLst/>
              </a:rPr>
              <a:t>buscar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entidades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según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combinaciones</a:t>
            </a:r>
            <a:r>
              <a:rPr lang="en-US" sz="2000" dirty="0">
                <a:effectLst/>
              </a:rPr>
              <a:t> de </a:t>
            </a:r>
            <a:r>
              <a:rPr lang="en-US" sz="2000" dirty="0" err="1">
                <a:effectLst/>
              </a:rPr>
              <a:t>atributos</a:t>
            </a:r>
            <a:r>
              <a:rPr lang="en-US" sz="2000" dirty="0">
                <a:effectLst/>
              </a:rPr>
              <a:t>. En 2011, se </a:t>
            </a:r>
            <a:r>
              <a:rPr lang="en-US" sz="2000" dirty="0" err="1">
                <a:effectLst/>
              </a:rPr>
              <a:t>decidio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ampliar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Unicornio</a:t>
            </a:r>
            <a:r>
              <a:rPr lang="en-US" sz="2000" dirty="0">
                <a:effectLst/>
              </a:rPr>
              <a:t> para que </a:t>
            </a:r>
            <a:r>
              <a:rPr lang="en-US" sz="2000" dirty="0" err="1">
                <a:effectLst/>
              </a:rPr>
              <a:t>fuera</a:t>
            </a:r>
            <a:r>
              <a:rPr lang="en-US" sz="2000" dirty="0">
                <a:effectLst/>
              </a:rPr>
              <a:t> un motor de </a:t>
            </a:r>
            <a:r>
              <a:rPr lang="en-US" sz="2000" dirty="0" err="1">
                <a:effectLst/>
              </a:rPr>
              <a:t>búsqueda</a:t>
            </a:r>
            <a:r>
              <a:rPr lang="en-US" sz="2000" dirty="0">
                <a:effectLst/>
              </a:rPr>
              <a:t> y </a:t>
            </a:r>
            <a:r>
              <a:rPr lang="en-US" sz="2000" dirty="0" err="1">
                <a:effectLst/>
              </a:rPr>
              <a:t>migrar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todos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los</a:t>
            </a:r>
            <a:r>
              <a:rPr lang="en-US" sz="2000" dirty="0">
                <a:effectLst/>
              </a:rPr>
              <a:t> backend de </a:t>
            </a:r>
            <a:r>
              <a:rPr lang="en-US" sz="2000" dirty="0" err="1">
                <a:effectLst/>
              </a:rPr>
              <a:t>búsqueda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existentes</a:t>
            </a:r>
            <a:r>
              <a:rPr lang="en-US" sz="2000" dirty="0">
                <a:effectLst/>
              </a:rPr>
              <a:t> a </a:t>
            </a:r>
            <a:r>
              <a:rPr lang="en-US" sz="2000" dirty="0" err="1">
                <a:effectLst/>
              </a:rPr>
              <a:t>Unicornio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como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el</a:t>
            </a:r>
            <a:r>
              <a:rPr lang="en-US" sz="2000" dirty="0">
                <a:effectLst/>
              </a:rPr>
              <a:t> primer paso </a:t>
            </a:r>
            <a:r>
              <a:rPr lang="en-US" sz="2000" dirty="0" err="1">
                <a:effectLst/>
              </a:rPr>
              <a:t>hacia</a:t>
            </a:r>
            <a:r>
              <a:rPr lang="en-US" sz="2000" dirty="0">
                <a:effectLst/>
              </a:rPr>
              <a:t> la </a:t>
            </a:r>
            <a:r>
              <a:rPr lang="en-US" sz="2000" dirty="0" err="1">
                <a:effectLst/>
              </a:rPr>
              <a:t>construcción</a:t>
            </a:r>
            <a:r>
              <a:rPr lang="en-US" sz="2000" dirty="0">
                <a:effectLst/>
              </a:rPr>
              <a:t> de Graph Search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6592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9" name="Rectangle 1058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circle with white letter f in it&#10;&#10;Description automatically generated">
            <a:extLst>
              <a:ext uri="{FF2B5EF4-FFF2-40B4-BE49-F238E27FC236}">
                <a16:creationId xmlns:a16="http://schemas.microsoft.com/office/drawing/2014/main" id="{73874ACF-0235-C286-DD59-2EF81B0523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329" b="21303"/>
          <a:stretch/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1061" name="Rectangle 106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BD8662-94E0-9E69-527D-7CD36AB2B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b="1" dirty="0"/>
              <a:t>Los </a:t>
            </a:r>
            <a:r>
              <a:rPr lang="en-US" sz="4000" b="1" dirty="0" err="1"/>
              <a:t>componentes</a:t>
            </a:r>
            <a:r>
              <a:rPr lang="en-US" sz="4000" b="1" dirty="0"/>
              <a:t> </a:t>
            </a:r>
            <a:r>
              <a:rPr lang="en-US" sz="4000" b="1" dirty="0" err="1"/>
              <a:t>principales</a:t>
            </a:r>
            <a:r>
              <a:rPr lang="en-US" sz="4000" b="1" dirty="0"/>
              <a:t> de </a:t>
            </a:r>
            <a:r>
              <a:rPr lang="en-US" sz="4000" b="1" dirty="0" err="1"/>
              <a:t>Unicornio</a:t>
            </a:r>
            <a:r>
              <a:rPr lang="en-US" sz="4000" b="1" dirty="0"/>
              <a:t> 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1CE964-7DE6-ADFD-FA10-303CC92D4734}"/>
              </a:ext>
            </a:extLst>
          </p:cNvPr>
          <p:cNvSpPr txBox="1"/>
          <p:nvPr/>
        </p:nvSpPr>
        <p:spPr>
          <a:xfrm>
            <a:off x="838200" y="2434201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El </a:t>
            </a:r>
            <a:r>
              <a:rPr lang="en-US" sz="2000" dirty="0" err="1">
                <a:effectLst/>
              </a:rPr>
              <a:t>índice</a:t>
            </a:r>
            <a:r>
              <a:rPr lang="en-US" sz="2000" dirty="0">
                <a:effectLst/>
              </a:rPr>
              <a:t>: </a:t>
            </a:r>
            <a:r>
              <a:rPr lang="en-US" sz="2000" dirty="0" err="1">
                <a:effectLst/>
              </a:rPr>
              <a:t>una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asignación</a:t>
            </a:r>
            <a:r>
              <a:rPr lang="en-US" sz="2000" dirty="0">
                <a:effectLst/>
              </a:rPr>
              <a:t> de </a:t>
            </a:r>
            <a:r>
              <a:rPr lang="en-US" sz="2000" dirty="0" err="1">
                <a:effectLst/>
              </a:rPr>
              <a:t>muchos</a:t>
            </a:r>
            <a:r>
              <a:rPr lang="en-US" sz="2000" dirty="0">
                <a:effectLst/>
              </a:rPr>
              <a:t> a </a:t>
            </a:r>
            <a:r>
              <a:rPr lang="en-US" sz="2000" dirty="0" err="1">
                <a:effectLst/>
              </a:rPr>
              <a:t>muchos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desde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atributos</a:t>
            </a:r>
            <a:r>
              <a:rPr lang="en-US" sz="2000" dirty="0">
                <a:effectLst/>
              </a:rPr>
              <a:t> (</a:t>
            </a:r>
            <a:r>
              <a:rPr lang="en-US" sz="2000" dirty="0" err="1">
                <a:effectLst/>
              </a:rPr>
              <a:t>cadenas</a:t>
            </a:r>
            <a:r>
              <a:rPr lang="en-US" sz="2000" dirty="0">
                <a:effectLst/>
              </a:rPr>
              <a:t>) a </a:t>
            </a:r>
            <a:r>
              <a:rPr lang="en-US" sz="2000" dirty="0" err="1">
                <a:effectLst/>
              </a:rPr>
              <a:t>entidades</a:t>
            </a:r>
            <a:r>
              <a:rPr lang="en-US" sz="2000" dirty="0">
                <a:effectLst/>
              </a:rPr>
              <a:t> (</a:t>
            </a:r>
            <a:r>
              <a:rPr lang="en-US" sz="2000" dirty="0" err="1">
                <a:effectLst/>
              </a:rPr>
              <a:t>fbids</a:t>
            </a:r>
            <a:r>
              <a:rPr lang="en-US" sz="2000" dirty="0">
                <a:effectLst/>
              </a:rPr>
              <a:t>). </a:t>
            </a:r>
          </a:p>
          <a:p>
            <a:pPr marL="3429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Un </a:t>
            </a:r>
            <a:r>
              <a:rPr lang="en-US" sz="2000" dirty="0" err="1">
                <a:effectLst/>
              </a:rPr>
              <a:t>marco</a:t>
            </a:r>
            <a:r>
              <a:rPr lang="en-US" sz="2000" dirty="0">
                <a:effectLst/>
              </a:rPr>
              <a:t> de </a:t>
            </a:r>
            <a:r>
              <a:rPr lang="en-US" sz="2000" dirty="0" err="1">
                <a:effectLst/>
              </a:rPr>
              <a:t>trabajo</a:t>
            </a:r>
            <a:r>
              <a:rPr lang="en-US" sz="2000" dirty="0">
                <a:effectLst/>
              </a:rPr>
              <a:t> para </a:t>
            </a:r>
            <a:r>
              <a:rPr lang="en-US" sz="2000" dirty="0" err="1">
                <a:effectLst/>
              </a:rPr>
              <a:t>construir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el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índice</a:t>
            </a:r>
            <a:r>
              <a:rPr lang="en-US" sz="2000" dirty="0">
                <a:effectLst/>
              </a:rPr>
              <a:t> a </a:t>
            </a:r>
            <a:r>
              <a:rPr lang="en-US" sz="2000" dirty="0" err="1">
                <a:effectLst/>
              </a:rPr>
              <a:t>partir</a:t>
            </a:r>
            <a:r>
              <a:rPr lang="en-US" sz="2000" dirty="0">
                <a:effectLst/>
              </a:rPr>
              <a:t> de </a:t>
            </a:r>
            <a:r>
              <a:rPr lang="en-US" sz="2000" dirty="0" err="1">
                <a:effectLst/>
              </a:rPr>
              <a:t>otros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datos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persistentes</a:t>
            </a:r>
            <a:r>
              <a:rPr lang="en-US" sz="2000" dirty="0">
                <a:effectLst/>
              </a:rPr>
              <a:t> y </a:t>
            </a:r>
            <a:r>
              <a:rPr lang="en-US" sz="2000" dirty="0" err="1">
                <a:effectLst/>
              </a:rPr>
              <a:t>actualizaciones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incrementales</a:t>
            </a:r>
            <a:r>
              <a:rPr lang="en-US" sz="2000" dirty="0">
                <a:effectLst/>
              </a:rPr>
              <a:t>. </a:t>
            </a:r>
          </a:p>
          <a:p>
            <a:pPr marL="3429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Un </a:t>
            </a:r>
            <a:r>
              <a:rPr lang="en-US" sz="2000" dirty="0" err="1">
                <a:effectLst/>
              </a:rPr>
              <a:t>marco</a:t>
            </a:r>
            <a:r>
              <a:rPr lang="en-US" sz="2000" dirty="0">
                <a:effectLst/>
              </a:rPr>
              <a:t> de </a:t>
            </a:r>
            <a:r>
              <a:rPr lang="en-US" sz="2000" dirty="0" err="1">
                <a:effectLst/>
              </a:rPr>
              <a:t>trabajo</a:t>
            </a:r>
            <a:r>
              <a:rPr lang="en-US" sz="2000" dirty="0">
                <a:effectLst/>
              </a:rPr>
              <a:t> para </a:t>
            </a:r>
            <a:r>
              <a:rPr lang="en-US" sz="2000" dirty="0" err="1">
                <a:effectLst/>
              </a:rPr>
              <a:t>recuperar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entidades</a:t>
            </a:r>
            <a:r>
              <a:rPr lang="en-US" sz="2000" dirty="0">
                <a:effectLst/>
              </a:rPr>
              <a:t> del </a:t>
            </a:r>
            <a:r>
              <a:rPr lang="en-US" sz="2000" dirty="0" err="1">
                <a:effectLst/>
              </a:rPr>
              <a:t>índice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según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varios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criterios</a:t>
            </a:r>
            <a:r>
              <a:rPr lang="en-US" sz="2000" dirty="0">
                <a:effectLst/>
              </a:rPr>
              <a:t> de </a:t>
            </a:r>
            <a:r>
              <a:rPr lang="en-US" sz="2000" dirty="0" err="1">
                <a:effectLst/>
              </a:rPr>
              <a:t>atributos</a:t>
            </a:r>
            <a:r>
              <a:rPr lang="en-US" sz="2000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9578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6" name="Rectangle 5125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28" name="Rectangle 5127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0" name="Rectangle 5129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2" name="Rectangle 5131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1" name="Picture 1" descr="TAO: The power of the graph - Engineering at Meta">
            <a:extLst>
              <a:ext uri="{FF2B5EF4-FFF2-40B4-BE49-F238E27FC236}">
                <a16:creationId xmlns:a16="http://schemas.microsoft.com/office/drawing/2014/main" id="{9FBC7CB8-CC6A-2B16-9749-AE33ADC9B7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306"/>
          <a:stretch>
            <a:fillRect/>
          </a:stretch>
        </p:blipFill>
        <p:spPr bwMode="auto">
          <a:xfrm>
            <a:off x="457200" y="457200"/>
            <a:ext cx="11277600" cy="594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9AB666B9-7D91-4EF0-D2B2-1003C5C02E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4124" y="444843"/>
            <a:ext cx="18947979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78729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854DEE1C-7FD6-4FA0-A96A-BDF952F19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39BCDE6-DBEF-4D6C-AA66-26F3420C7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70227"/>
            <a:ext cx="9144000" cy="1193138"/>
          </a:xfrm>
        </p:spPr>
        <p:txBody>
          <a:bodyPr>
            <a:normAutofit/>
          </a:bodyPr>
          <a:lstStyle/>
          <a:p>
            <a:r>
              <a:rPr lang="es-MX" sz="4400" dirty="0"/>
              <a:t>Conclusiones y Recomendaciones</a:t>
            </a:r>
            <a:endParaRPr lang="es-CR" sz="4400" dirty="0"/>
          </a:p>
        </p:txBody>
      </p:sp>
      <p:pic>
        <p:nvPicPr>
          <p:cNvPr id="1026" name="Picture 2" descr="Facebook Announces $12/Month 'Meta Verified' Subscription Service -  MacRumors">
            <a:extLst>
              <a:ext uri="{FF2B5EF4-FFF2-40B4-BE49-F238E27FC236}">
                <a16:creationId xmlns:a16="http://schemas.microsoft.com/office/drawing/2014/main" id="{5D4289B0-4F23-23A0-B5F1-486390238C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82" r="-1" b="6719"/>
          <a:stretch/>
        </p:blipFill>
        <p:spPr bwMode="auto">
          <a:xfrm>
            <a:off x="1690046" y="386205"/>
            <a:ext cx="8903441" cy="3766876"/>
          </a:xfrm>
          <a:custGeom>
            <a:avLst/>
            <a:gdLst/>
            <a:ahLst/>
            <a:cxnLst/>
            <a:rect l="l" t="t" r="r" b="b"/>
            <a:pathLst>
              <a:path w="8903441" h="3766876">
                <a:moveTo>
                  <a:pt x="8890380" y="1667288"/>
                </a:moveTo>
                <a:lnTo>
                  <a:pt x="8895460" y="1677046"/>
                </a:lnTo>
                <a:cubicBezTo>
                  <a:pt x="8905866" y="1703466"/>
                  <a:pt x="8906717" y="1724063"/>
                  <a:pt x="8894323" y="1729738"/>
                </a:cubicBezTo>
                <a:lnTo>
                  <a:pt x="8891365" y="1729349"/>
                </a:lnTo>
                <a:lnTo>
                  <a:pt x="8891421" y="1712412"/>
                </a:lnTo>
                <a:cubicBezTo>
                  <a:pt x="8891337" y="1700170"/>
                  <a:pt x="8891138" y="1688653"/>
                  <a:pt x="8890856" y="1678595"/>
                </a:cubicBezTo>
                <a:close/>
                <a:moveTo>
                  <a:pt x="8888451" y="1641624"/>
                </a:moveTo>
                <a:cubicBezTo>
                  <a:pt x="8888927" y="1642911"/>
                  <a:pt x="8889388" y="1647125"/>
                  <a:pt x="8889800" y="1653531"/>
                </a:cubicBezTo>
                <a:lnTo>
                  <a:pt x="8890380" y="1667288"/>
                </a:lnTo>
                <a:lnTo>
                  <a:pt x="8884645" y="1656272"/>
                </a:lnTo>
                <a:lnTo>
                  <a:pt x="8886368" y="1643902"/>
                </a:lnTo>
                <a:cubicBezTo>
                  <a:pt x="8887058" y="1640758"/>
                  <a:pt x="8887743" y="1639762"/>
                  <a:pt x="8888451" y="1641624"/>
                </a:cubicBezTo>
                <a:close/>
                <a:moveTo>
                  <a:pt x="999724" y="1241031"/>
                </a:moveTo>
                <a:cubicBezTo>
                  <a:pt x="998379" y="1242269"/>
                  <a:pt x="996554" y="1243547"/>
                  <a:pt x="995210" y="1244785"/>
                </a:cubicBezTo>
                <a:cubicBezTo>
                  <a:pt x="1005261" y="1248940"/>
                  <a:pt x="1015746" y="1252497"/>
                  <a:pt x="1025774" y="1256374"/>
                </a:cubicBezTo>
                <a:cubicBezTo>
                  <a:pt x="1037480" y="1257305"/>
                  <a:pt x="1049668" y="1258195"/>
                  <a:pt x="1060894" y="1259168"/>
                </a:cubicBezTo>
                <a:cubicBezTo>
                  <a:pt x="1040504" y="1253123"/>
                  <a:pt x="1020115" y="1247076"/>
                  <a:pt x="999724" y="1241031"/>
                </a:cubicBezTo>
                <a:close/>
                <a:moveTo>
                  <a:pt x="1319296" y="820371"/>
                </a:moveTo>
                <a:cubicBezTo>
                  <a:pt x="1421680" y="872109"/>
                  <a:pt x="1548101" y="905226"/>
                  <a:pt x="1681342" y="933268"/>
                </a:cubicBezTo>
                <a:cubicBezTo>
                  <a:pt x="1683167" y="931988"/>
                  <a:pt x="1684512" y="930751"/>
                  <a:pt x="1686338" y="929471"/>
                </a:cubicBezTo>
                <a:cubicBezTo>
                  <a:pt x="1563998" y="893197"/>
                  <a:pt x="1441635" y="856646"/>
                  <a:pt x="1319296" y="820371"/>
                </a:cubicBezTo>
                <a:close/>
                <a:moveTo>
                  <a:pt x="7894848" y="858"/>
                </a:moveTo>
                <a:cubicBezTo>
                  <a:pt x="7906700" y="3455"/>
                  <a:pt x="7910528" y="8436"/>
                  <a:pt x="7907341" y="16271"/>
                </a:cubicBezTo>
                <a:cubicBezTo>
                  <a:pt x="7902882" y="26177"/>
                  <a:pt x="7893520" y="35394"/>
                  <a:pt x="7882642" y="43904"/>
                </a:cubicBezTo>
                <a:cubicBezTo>
                  <a:pt x="7831903" y="83897"/>
                  <a:pt x="7856047" y="94090"/>
                  <a:pt x="7927648" y="93123"/>
                </a:cubicBezTo>
                <a:cubicBezTo>
                  <a:pt x="7991511" y="92274"/>
                  <a:pt x="8055318" y="85274"/>
                  <a:pt x="8119655" y="78787"/>
                </a:cubicBezTo>
                <a:cubicBezTo>
                  <a:pt x="8151329" y="75447"/>
                  <a:pt x="8152942" y="77265"/>
                  <a:pt x="8141786" y="93635"/>
                </a:cubicBezTo>
                <a:cubicBezTo>
                  <a:pt x="8123815" y="120677"/>
                  <a:pt x="8122595" y="145410"/>
                  <a:pt x="8151055" y="166138"/>
                </a:cubicBezTo>
                <a:cubicBezTo>
                  <a:pt x="8157767" y="170866"/>
                  <a:pt x="8162605" y="176318"/>
                  <a:pt x="8160811" y="183471"/>
                </a:cubicBezTo>
                <a:cubicBezTo>
                  <a:pt x="8152723" y="212724"/>
                  <a:pt x="8169841" y="236686"/>
                  <a:pt x="8187466" y="260884"/>
                </a:cubicBezTo>
                <a:cubicBezTo>
                  <a:pt x="8217175" y="301371"/>
                  <a:pt x="8254836" y="338641"/>
                  <a:pt x="8295790" y="374783"/>
                </a:cubicBezTo>
                <a:cubicBezTo>
                  <a:pt x="8324664" y="400232"/>
                  <a:pt x="8342922" y="431650"/>
                  <a:pt x="8406170" y="440370"/>
                </a:cubicBezTo>
                <a:cubicBezTo>
                  <a:pt x="8421364" y="442394"/>
                  <a:pt x="8426373" y="449790"/>
                  <a:pt x="8420903" y="459225"/>
                </a:cubicBezTo>
                <a:cubicBezTo>
                  <a:pt x="8402820" y="490474"/>
                  <a:pt x="8417534" y="514648"/>
                  <a:pt x="8450800" y="534955"/>
                </a:cubicBezTo>
                <a:cubicBezTo>
                  <a:pt x="8462563" y="542037"/>
                  <a:pt x="8458146" y="546902"/>
                  <a:pt x="8442097" y="551669"/>
                </a:cubicBezTo>
                <a:cubicBezTo>
                  <a:pt x="8423667" y="556925"/>
                  <a:pt x="8409328" y="564619"/>
                  <a:pt x="8398067" y="574282"/>
                </a:cubicBezTo>
                <a:cubicBezTo>
                  <a:pt x="8379577" y="589897"/>
                  <a:pt x="8370872" y="606612"/>
                  <a:pt x="8363634" y="623477"/>
                </a:cubicBezTo>
                <a:cubicBezTo>
                  <a:pt x="8352394" y="649929"/>
                  <a:pt x="8339133" y="675439"/>
                  <a:pt x="8295388" y="695789"/>
                </a:cubicBezTo>
                <a:cubicBezTo>
                  <a:pt x="8282368" y="701969"/>
                  <a:pt x="8271923" y="709882"/>
                  <a:pt x="8260972" y="717559"/>
                </a:cubicBezTo>
                <a:cubicBezTo>
                  <a:pt x="8264466" y="724248"/>
                  <a:pt x="8273101" y="728807"/>
                  <a:pt x="8289132" y="729358"/>
                </a:cubicBezTo>
                <a:cubicBezTo>
                  <a:pt x="8391169" y="732995"/>
                  <a:pt x="8386647" y="769770"/>
                  <a:pt x="8387346" y="810845"/>
                </a:cubicBezTo>
                <a:cubicBezTo>
                  <a:pt x="8388418" y="861681"/>
                  <a:pt x="8330862" y="890238"/>
                  <a:pt x="8259532" y="916368"/>
                </a:cubicBezTo>
                <a:cubicBezTo>
                  <a:pt x="8235122" y="925226"/>
                  <a:pt x="8199529" y="928071"/>
                  <a:pt x="8191769" y="950020"/>
                </a:cubicBezTo>
                <a:cubicBezTo>
                  <a:pt x="8234379" y="966427"/>
                  <a:pt x="8282955" y="945934"/>
                  <a:pt x="8327664" y="947606"/>
                </a:cubicBezTo>
                <a:cubicBezTo>
                  <a:pt x="8364609" y="949119"/>
                  <a:pt x="8424473" y="941347"/>
                  <a:pt x="8378206" y="982626"/>
                </a:cubicBezTo>
                <a:cubicBezTo>
                  <a:pt x="8364736" y="994722"/>
                  <a:pt x="8382242" y="1001021"/>
                  <a:pt x="8400605" y="1000529"/>
                </a:cubicBezTo>
                <a:cubicBezTo>
                  <a:pt x="8549357" y="995586"/>
                  <a:pt x="8487684" y="1076555"/>
                  <a:pt x="8538706" y="1111533"/>
                </a:cubicBezTo>
                <a:cubicBezTo>
                  <a:pt x="8553092" y="1120905"/>
                  <a:pt x="8540810" y="1141011"/>
                  <a:pt x="8520556" y="1147547"/>
                </a:cubicBezTo>
                <a:cubicBezTo>
                  <a:pt x="8392015" y="1189611"/>
                  <a:pt x="8380569" y="1263373"/>
                  <a:pt x="8322605" y="1331423"/>
                </a:cubicBezTo>
                <a:cubicBezTo>
                  <a:pt x="8393509" y="1350105"/>
                  <a:pt x="8476647" y="1348124"/>
                  <a:pt x="8552563" y="1357692"/>
                </a:cubicBezTo>
                <a:cubicBezTo>
                  <a:pt x="8631413" y="1367560"/>
                  <a:pt x="8632510" y="1380057"/>
                  <a:pt x="8572872" y="1434543"/>
                </a:cubicBezTo>
                <a:cubicBezTo>
                  <a:pt x="8740108" y="1430496"/>
                  <a:pt x="8740108" y="1430496"/>
                  <a:pt x="8695911" y="1511890"/>
                </a:cubicBezTo>
                <a:cubicBezTo>
                  <a:pt x="8766152" y="1509223"/>
                  <a:pt x="8835070" y="1574251"/>
                  <a:pt x="8873147" y="1634187"/>
                </a:cubicBezTo>
                <a:lnTo>
                  <a:pt x="8884645" y="1656272"/>
                </a:lnTo>
                <a:lnTo>
                  <a:pt x="8884254" y="1659075"/>
                </a:lnTo>
                <a:cubicBezTo>
                  <a:pt x="8882795" y="1672543"/>
                  <a:pt x="8881198" y="1691773"/>
                  <a:pt x="8879232" y="1711097"/>
                </a:cubicBezTo>
                <a:lnTo>
                  <a:pt x="8877347" y="1727504"/>
                </a:lnTo>
                <a:lnTo>
                  <a:pt x="8865337" y="1725923"/>
                </a:lnTo>
                <a:cubicBezTo>
                  <a:pt x="8855639" y="1721668"/>
                  <a:pt x="8848716" y="1720054"/>
                  <a:pt x="8843722" y="1720152"/>
                </a:cubicBezTo>
                <a:cubicBezTo>
                  <a:pt x="8828739" y="1720444"/>
                  <a:pt x="8831115" y="1736133"/>
                  <a:pt x="8828004" y="1742073"/>
                </a:cubicBezTo>
                <a:cubicBezTo>
                  <a:pt x="8817547" y="1760900"/>
                  <a:pt x="8843589" y="1770647"/>
                  <a:pt x="8861127" y="1782820"/>
                </a:cubicBezTo>
                <a:cubicBezTo>
                  <a:pt x="8867694" y="1787281"/>
                  <a:pt x="8872382" y="1766445"/>
                  <a:pt x="8875975" y="1739445"/>
                </a:cubicBezTo>
                <a:lnTo>
                  <a:pt x="8877347" y="1727504"/>
                </a:lnTo>
                <a:lnTo>
                  <a:pt x="8891365" y="1729349"/>
                </a:lnTo>
                <a:lnTo>
                  <a:pt x="8891294" y="1750579"/>
                </a:lnTo>
                <a:cubicBezTo>
                  <a:pt x="8890576" y="1802412"/>
                  <a:pt x="8887485" y="1854103"/>
                  <a:pt x="8879895" y="1858687"/>
                </a:cubicBezTo>
                <a:cubicBezTo>
                  <a:pt x="8799411" y="1907447"/>
                  <a:pt x="8858072" y="1996322"/>
                  <a:pt x="8700018" y="2022228"/>
                </a:cubicBezTo>
                <a:cubicBezTo>
                  <a:pt x="8628887" y="2034069"/>
                  <a:pt x="8597252" y="2070985"/>
                  <a:pt x="8546517" y="2094468"/>
                </a:cubicBezTo>
                <a:cubicBezTo>
                  <a:pt x="8369592" y="2175758"/>
                  <a:pt x="8254890" y="2270617"/>
                  <a:pt x="8208310" y="2391116"/>
                </a:cubicBezTo>
                <a:cubicBezTo>
                  <a:pt x="8195251" y="2424444"/>
                  <a:pt x="8137916" y="2455501"/>
                  <a:pt x="8101924" y="2486924"/>
                </a:cubicBezTo>
                <a:cubicBezTo>
                  <a:pt x="8122498" y="2506105"/>
                  <a:pt x="8219539" y="2452814"/>
                  <a:pt x="8188722" y="2510086"/>
                </a:cubicBezTo>
                <a:cubicBezTo>
                  <a:pt x="8165388" y="2553270"/>
                  <a:pt x="8098391" y="2584616"/>
                  <a:pt x="8035596" y="2614194"/>
                </a:cubicBezTo>
                <a:cubicBezTo>
                  <a:pt x="7963481" y="2647947"/>
                  <a:pt x="7883214" y="2677100"/>
                  <a:pt x="7854509" y="2730830"/>
                </a:cubicBezTo>
                <a:cubicBezTo>
                  <a:pt x="7848249" y="2742293"/>
                  <a:pt x="6341566" y="3671513"/>
                  <a:pt x="4141410" y="3763614"/>
                </a:cubicBezTo>
                <a:cubicBezTo>
                  <a:pt x="3781875" y="3778662"/>
                  <a:pt x="2353277" y="3737838"/>
                  <a:pt x="2161737" y="3718831"/>
                </a:cubicBezTo>
                <a:cubicBezTo>
                  <a:pt x="1964811" y="3699179"/>
                  <a:pt x="1793107" y="3646810"/>
                  <a:pt x="1591600" y="3635674"/>
                </a:cubicBezTo>
                <a:cubicBezTo>
                  <a:pt x="1485018" y="3629919"/>
                  <a:pt x="1381185" y="3611329"/>
                  <a:pt x="1390654" y="3531585"/>
                </a:cubicBezTo>
                <a:cubicBezTo>
                  <a:pt x="1393510" y="3508948"/>
                  <a:pt x="1364047" y="3493344"/>
                  <a:pt x="1320867" y="3503571"/>
                </a:cubicBezTo>
                <a:cubicBezTo>
                  <a:pt x="1239265" y="3523046"/>
                  <a:pt x="1198946" y="3494124"/>
                  <a:pt x="1150681" y="3474015"/>
                </a:cubicBezTo>
                <a:cubicBezTo>
                  <a:pt x="1065213" y="3438422"/>
                  <a:pt x="982868" y="3399757"/>
                  <a:pt x="851974" y="3403971"/>
                </a:cubicBezTo>
                <a:cubicBezTo>
                  <a:pt x="873994" y="3367898"/>
                  <a:pt x="917237" y="3369420"/>
                  <a:pt x="956780" y="3372944"/>
                </a:cubicBezTo>
                <a:cubicBezTo>
                  <a:pt x="1061276" y="3382521"/>
                  <a:pt x="1164043" y="3394488"/>
                  <a:pt x="1268515" y="3403788"/>
                </a:cubicBezTo>
                <a:cubicBezTo>
                  <a:pt x="1336376" y="3409863"/>
                  <a:pt x="1404651" y="3420660"/>
                  <a:pt x="1492884" y="3399484"/>
                </a:cubicBezTo>
                <a:cubicBezTo>
                  <a:pt x="1410006" y="3338199"/>
                  <a:pt x="1277736" y="3337777"/>
                  <a:pt x="1169657" y="3325996"/>
                </a:cubicBezTo>
                <a:cubicBezTo>
                  <a:pt x="1034677" y="3311259"/>
                  <a:pt x="951965" y="3268429"/>
                  <a:pt x="853866" y="3221353"/>
                </a:cubicBezTo>
                <a:cubicBezTo>
                  <a:pt x="950752" y="3199416"/>
                  <a:pt x="1014418" y="3234964"/>
                  <a:pt x="1090648" y="3226034"/>
                </a:cubicBezTo>
                <a:cubicBezTo>
                  <a:pt x="1094340" y="3218434"/>
                  <a:pt x="1100169" y="3207568"/>
                  <a:pt x="1099183" y="3207375"/>
                </a:cubicBezTo>
                <a:cubicBezTo>
                  <a:pt x="971072" y="3188118"/>
                  <a:pt x="907890" y="3136018"/>
                  <a:pt x="882137" y="3068880"/>
                </a:cubicBezTo>
                <a:cubicBezTo>
                  <a:pt x="868924" y="3034221"/>
                  <a:pt x="822286" y="3027121"/>
                  <a:pt x="776145" y="3014660"/>
                </a:cubicBezTo>
                <a:cubicBezTo>
                  <a:pt x="613874" y="2970419"/>
                  <a:pt x="443486" y="2933046"/>
                  <a:pt x="307191" y="2864697"/>
                </a:cubicBezTo>
                <a:cubicBezTo>
                  <a:pt x="457123" y="2862170"/>
                  <a:pt x="581367" y="2903594"/>
                  <a:pt x="743379" y="2911759"/>
                </a:cubicBezTo>
                <a:cubicBezTo>
                  <a:pt x="608349" y="2835743"/>
                  <a:pt x="439124" y="2806104"/>
                  <a:pt x="284020" y="2766269"/>
                </a:cubicBezTo>
                <a:cubicBezTo>
                  <a:pt x="213164" y="2748143"/>
                  <a:pt x="147010" y="2722889"/>
                  <a:pt x="63190" y="2717094"/>
                </a:cubicBezTo>
                <a:cubicBezTo>
                  <a:pt x="33455" y="2714947"/>
                  <a:pt x="-16425" y="2709531"/>
                  <a:pt x="5340" y="2681595"/>
                </a:cubicBezTo>
                <a:cubicBezTo>
                  <a:pt x="23652" y="2658441"/>
                  <a:pt x="63627" y="2661368"/>
                  <a:pt x="100237" y="2664591"/>
                </a:cubicBezTo>
                <a:cubicBezTo>
                  <a:pt x="188123" y="2672547"/>
                  <a:pt x="277551" y="2664977"/>
                  <a:pt x="394328" y="2654447"/>
                </a:cubicBezTo>
                <a:cubicBezTo>
                  <a:pt x="290057" y="2592242"/>
                  <a:pt x="112140" y="2629127"/>
                  <a:pt x="21491" y="2562088"/>
                </a:cubicBezTo>
                <a:cubicBezTo>
                  <a:pt x="125636" y="2540073"/>
                  <a:pt x="208727" y="2559644"/>
                  <a:pt x="294268" y="2557453"/>
                </a:cubicBezTo>
                <a:cubicBezTo>
                  <a:pt x="371589" y="2555423"/>
                  <a:pt x="389695" y="2540961"/>
                  <a:pt x="367847" y="2501743"/>
                </a:cubicBezTo>
                <a:cubicBezTo>
                  <a:pt x="333905" y="2440640"/>
                  <a:pt x="373328" y="2404160"/>
                  <a:pt x="486858" y="2411824"/>
                </a:cubicBezTo>
                <a:cubicBezTo>
                  <a:pt x="592120" y="2419095"/>
                  <a:pt x="600599" y="2394285"/>
                  <a:pt x="570008" y="2360312"/>
                </a:cubicBezTo>
                <a:cubicBezTo>
                  <a:pt x="525457" y="2310774"/>
                  <a:pt x="567057" y="2265987"/>
                  <a:pt x="594400" y="2218813"/>
                </a:cubicBezTo>
                <a:cubicBezTo>
                  <a:pt x="635581" y="2147198"/>
                  <a:pt x="612469" y="2115647"/>
                  <a:pt x="505675" y="2074370"/>
                </a:cubicBezTo>
                <a:cubicBezTo>
                  <a:pt x="445534" y="2051386"/>
                  <a:pt x="381431" y="2032947"/>
                  <a:pt x="295650" y="2015851"/>
                </a:cubicBezTo>
                <a:cubicBezTo>
                  <a:pt x="487251" y="1985881"/>
                  <a:pt x="281423" y="1958614"/>
                  <a:pt x="346760" y="1924896"/>
                </a:cubicBezTo>
                <a:cubicBezTo>
                  <a:pt x="481788" y="1901571"/>
                  <a:pt x="600623" y="1980687"/>
                  <a:pt x="783461" y="1939173"/>
                </a:cubicBezTo>
                <a:cubicBezTo>
                  <a:pt x="547912" y="1882335"/>
                  <a:pt x="287006" y="1807013"/>
                  <a:pt x="112183" y="1719100"/>
                </a:cubicBezTo>
                <a:cubicBezTo>
                  <a:pt x="148588" y="1692398"/>
                  <a:pt x="188462" y="1710725"/>
                  <a:pt x="219936" y="1699568"/>
                </a:cubicBezTo>
                <a:cubicBezTo>
                  <a:pt x="218006" y="1694140"/>
                  <a:pt x="220184" y="1685834"/>
                  <a:pt x="214196" y="1683841"/>
                </a:cubicBezTo>
                <a:cubicBezTo>
                  <a:pt x="85284" y="1638910"/>
                  <a:pt x="83720" y="1637648"/>
                  <a:pt x="212296" y="1584947"/>
                </a:cubicBezTo>
                <a:cubicBezTo>
                  <a:pt x="257172" y="1566456"/>
                  <a:pt x="252206" y="1554019"/>
                  <a:pt x="226108" y="1538121"/>
                </a:cubicBezTo>
                <a:cubicBezTo>
                  <a:pt x="207682" y="1526866"/>
                  <a:pt x="185078" y="1517656"/>
                  <a:pt x="192710" y="1488723"/>
                </a:cubicBezTo>
                <a:cubicBezTo>
                  <a:pt x="268435" y="1518175"/>
                  <a:pt x="624154" y="1547955"/>
                  <a:pt x="685843" y="1538903"/>
                </a:cubicBezTo>
                <a:cubicBezTo>
                  <a:pt x="755173" y="1528619"/>
                  <a:pt x="994201" y="1520231"/>
                  <a:pt x="1067153" y="1523622"/>
                </a:cubicBezTo>
                <a:cubicBezTo>
                  <a:pt x="1063138" y="1522015"/>
                  <a:pt x="1059122" y="1520410"/>
                  <a:pt x="1055106" y="1518803"/>
                </a:cubicBezTo>
                <a:cubicBezTo>
                  <a:pt x="983007" y="1486514"/>
                  <a:pt x="909946" y="1454310"/>
                  <a:pt x="864245" y="1408231"/>
                </a:cubicBezTo>
                <a:cubicBezTo>
                  <a:pt x="862153" y="1406456"/>
                  <a:pt x="861045" y="1404874"/>
                  <a:pt x="856768" y="1405809"/>
                </a:cubicBezTo>
                <a:cubicBezTo>
                  <a:pt x="819307" y="1414974"/>
                  <a:pt x="822846" y="1400112"/>
                  <a:pt x="821342" y="1388491"/>
                </a:cubicBezTo>
                <a:cubicBezTo>
                  <a:pt x="819813" y="1376592"/>
                  <a:pt x="812736" y="1367699"/>
                  <a:pt x="784954" y="1371257"/>
                </a:cubicBezTo>
                <a:cubicBezTo>
                  <a:pt x="783512" y="1371384"/>
                  <a:pt x="781566" y="1371274"/>
                  <a:pt x="779619" y="1371165"/>
                </a:cubicBezTo>
                <a:cubicBezTo>
                  <a:pt x="766469" y="1370361"/>
                  <a:pt x="722835" y="1342290"/>
                  <a:pt x="728571" y="1335910"/>
                </a:cubicBezTo>
                <a:cubicBezTo>
                  <a:pt x="741389" y="1321912"/>
                  <a:pt x="726409" y="1316791"/>
                  <a:pt x="713734" y="1310348"/>
                </a:cubicBezTo>
                <a:cubicBezTo>
                  <a:pt x="696009" y="1301550"/>
                  <a:pt x="678333" y="1293308"/>
                  <a:pt x="659695" y="1285149"/>
                </a:cubicBezTo>
                <a:cubicBezTo>
                  <a:pt x="641562" y="1277227"/>
                  <a:pt x="622997" y="1269901"/>
                  <a:pt x="604409" y="1262299"/>
                </a:cubicBezTo>
                <a:cubicBezTo>
                  <a:pt x="561305" y="1256847"/>
                  <a:pt x="517819" y="1252549"/>
                  <a:pt x="472556" y="1250086"/>
                </a:cubicBezTo>
                <a:cubicBezTo>
                  <a:pt x="438951" y="1247999"/>
                  <a:pt x="401379" y="1244860"/>
                  <a:pt x="382690" y="1214040"/>
                </a:cubicBezTo>
                <a:cubicBezTo>
                  <a:pt x="418096" y="1214570"/>
                  <a:pt x="453575" y="1215933"/>
                  <a:pt x="489053" y="1217296"/>
                </a:cubicBezTo>
                <a:cubicBezTo>
                  <a:pt x="454954" y="1204059"/>
                  <a:pt x="421816" y="1190737"/>
                  <a:pt x="390047" y="1176456"/>
                </a:cubicBezTo>
                <a:cubicBezTo>
                  <a:pt x="363810" y="1164487"/>
                  <a:pt x="342232" y="1150431"/>
                  <a:pt x="333292" y="1131347"/>
                </a:cubicBezTo>
                <a:cubicBezTo>
                  <a:pt x="330930" y="1126518"/>
                  <a:pt x="329025" y="1121368"/>
                  <a:pt x="337841" y="1116956"/>
                </a:cubicBezTo>
                <a:cubicBezTo>
                  <a:pt x="347569" y="1111905"/>
                  <a:pt x="355552" y="1114562"/>
                  <a:pt x="363031" y="1116984"/>
                </a:cubicBezTo>
                <a:cubicBezTo>
                  <a:pt x="393929" y="1126864"/>
                  <a:pt x="425283" y="1136425"/>
                  <a:pt x="455724" y="1146625"/>
                </a:cubicBezTo>
                <a:cubicBezTo>
                  <a:pt x="496146" y="1160147"/>
                  <a:pt x="536111" y="1173989"/>
                  <a:pt x="576050" y="1187553"/>
                </a:cubicBezTo>
                <a:cubicBezTo>
                  <a:pt x="519650" y="1157524"/>
                  <a:pt x="457798" y="1131612"/>
                  <a:pt x="391358" y="1108621"/>
                </a:cubicBezTo>
                <a:cubicBezTo>
                  <a:pt x="343386" y="1091844"/>
                  <a:pt x="295414" y="1075067"/>
                  <a:pt x="258466" y="1051446"/>
                </a:cubicBezTo>
                <a:cubicBezTo>
                  <a:pt x="239512" y="1039678"/>
                  <a:pt x="230024" y="1025400"/>
                  <a:pt x="227119" y="1008864"/>
                </a:cubicBezTo>
                <a:cubicBezTo>
                  <a:pt x="226729" y="1004421"/>
                  <a:pt x="227253" y="999338"/>
                  <a:pt x="237176" y="996508"/>
                </a:cubicBezTo>
                <a:cubicBezTo>
                  <a:pt x="247123" y="993956"/>
                  <a:pt x="253208" y="997060"/>
                  <a:pt x="257395" y="1000610"/>
                </a:cubicBezTo>
                <a:cubicBezTo>
                  <a:pt x="262111" y="1004674"/>
                  <a:pt x="267716" y="1007820"/>
                  <a:pt x="275649" y="1009921"/>
                </a:cubicBezTo>
                <a:cubicBezTo>
                  <a:pt x="345186" y="1029563"/>
                  <a:pt x="406508" y="1054962"/>
                  <a:pt x="469199" y="1079402"/>
                </a:cubicBezTo>
                <a:cubicBezTo>
                  <a:pt x="558968" y="1114336"/>
                  <a:pt x="647368" y="1150231"/>
                  <a:pt x="753033" y="1173138"/>
                </a:cubicBezTo>
                <a:cubicBezTo>
                  <a:pt x="793015" y="1181661"/>
                  <a:pt x="834292" y="1188391"/>
                  <a:pt x="865682" y="1187316"/>
                </a:cubicBezTo>
                <a:cubicBezTo>
                  <a:pt x="750261" y="1147076"/>
                  <a:pt x="641375" y="1104025"/>
                  <a:pt x="543487" y="1053852"/>
                </a:cubicBezTo>
                <a:cubicBezTo>
                  <a:pt x="444589" y="1003208"/>
                  <a:pt x="357848" y="947579"/>
                  <a:pt x="295297" y="880592"/>
                </a:cubicBezTo>
                <a:cubicBezTo>
                  <a:pt x="288871" y="873601"/>
                  <a:pt x="284873" y="866676"/>
                  <a:pt x="264758" y="869281"/>
                </a:cubicBezTo>
                <a:cubicBezTo>
                  <a:pt x="255650" y="870360"/>
                  <a:pt x="252375" y="866170"/>
                  <a:pt x="254388" y="861516"/>
                </a:cubicBezTo>
                <a:cubicBezTo>
                  <a:pt x="266992" y="828509"/>
                  <a:pt x="236853" y="810726"/>
                  <a:pt x="190786" y="799099"/>
                </a:cubicBezTo>
                <a:cubicBezTo>
                  <a:pt x="176408" y="795324"/>
                  <a:pt x="175031" y="790688"/>
                  <a:pt x="184973" y="782539"/>
                </a:cubicBezTo>
                <a:cubicBezTo>
                  <a:pt x="198516" y="771277"/>
                  <a:pt x="196123" y="760574"/>
                  <a:pt x="187530" y="750974"/>
                </a:cubicBezTo>
                <a:cubicBezTo>
                  <a:pt x="182644" y="744967"/>
                  <a:pt x="176339" y="739364"/>
                  <a:pt x="170996" y="733676"/>
                </a:cubicBezTo>
                <a:cubicBezTo>
                  <a:pt x="167290" y="730083"/>
                  <a:pt x="161157" y="726424"/>
                  <a:pt x="169444" y="721499"/>
                </a:cubicBezTo>
                <a:cubicBezTo>
                  <a:pt x="177298" y="717172"/>
                  <a:pt x="185665" y="718676"/>
                  <a:pt x="193501" y="719668"/>
                </a:cubicBezTo>
                <a:cubicBezTo>
                  <a:pt x="231170" y="723917"/>
                  <a:pt x="254043" y="736181"/>
                  <a:pt x="265436" y="755609"/>
                </a:cubicBezTo>
                <a:cubicBezTo>
                  <a:pt x="273963" y="769971"/>
                  <a:pt x="281726" y="770130"/>
                  <a:pt x="302333" y="756567"/>
                </a:cubicBezTo>
                <a:cubicBezTo>
                  <a:pt x="317894" y="746247"/>
                  <a:pt x="332387" y="745814"/>
                  <a:pt x="346481" y="751853"/>
                </a:cubicBezTo>
                <a:cubicBezTo>
                  <a:pt x="354007" y="754830"/>
                  <a:pt x="358771" y="759448"/>
                  <a:pt x="364449" y="763428"/>
                </a:cubicBezTo>
                <a:cubicBezTo>
                  <a:pt x="392910" y="784156"/>
                  <a:pt x="422762" y="804202"/>
                  <a:pt x="467363" y="815678"/>
                </a:cubicBezTo>
                <a:cubicBezTo>
                  <a:pt x="487199" y="820933"/>
                  <a:pt x="508355" y="824672"/>
                  <a:pt x="537693" y="816781"/>
                </a:cubicBezTo>
                <a:cubicBezTo>
                  <a:pt x="518386" y="812039"/>
                  <a:pt x="499567" y="812852"/>
                  <a:pt x="482019" y="811593"/>
                </a:cubicBezTo>
                <a:cubicBezTo>
                  <a:pt x="464472" y="810335"/>
                  <a:pt x="454949" y="806693"/>
                  <a:pt x="467050" y="795557"/>
                </a:cubicBezTo>
                <a:cubicBezTo>
                  <a:pt x="473772" y="789371"/>
                  <a:pt x="472878" y="784693"/>
                  <a:pt x="465734" y="780562"/>
                </a:cubicBezTo>
                <a:cubicBezTo>
                  <a:pt x="442763" y="767188"/>
                  <a:pt x="430336" y="747011"/>
                  <a:pt x="384526" y="749353"/>
                </a:cubicBezTo>
                <a:cubicBezTo>
                  <a:pt x="382123" y="749564"/>
                  <a:pt x="379622" y="748664"/>
                  <a:pt x="377146" y="748041"/>
                </a:cubicBezTo>
                <a:cubicBezTo>
                  <a:pt x="367744" y="745789"/>
                  <a:pt x="357358" y="743342"/>
                  <a:pt x="360089" y="735827"/>
                </a:cubicBezTo>
                <a:cubicBezTo>
                  <a:pt x="363301" y="728269"/>
                  <a:pt x="375652" y="725506"/>
                  <a:pt x="386634" y="723703"/>
                </a:cubicBezTo>
                <a:cubicBezTo>
                  <a:pt x="414823" y="719269"/>
                  <a:pt x="437543" y="724271"/>
                  <a:pt x="459375" y="730191"/>
                </a:cubicBezTo>
                <a:cubicBezTo>
                  <a:pt x="512487" y="744837"/>
                  <a:pt x="556932" y="765561"/>
                  <a:pt x="603200" y="785006"/>
                </a:cubicBezTo>
                <a:cubicBezTo>
                  <a:pt x="672604" y="814173"/>
                  <a:pt x="734250" y="848778"/>
                  <a:pt x="810521" y="873425"/>
                </a:cubicBezTo>
                <a:cubicBezTo>
                  <a:pt x="1037317" y="946423"/>
                  <a:pt x="1260943" y="1021938"/>
                  <a:pt x="1494102" y="1090180"/>
                </a:cubicBezTo>
                <a:cubicBezTo>
                  <a:pt x="1580109" y="1115371"/>
                  <a:pt x="1667892" y="1138728"/>
                  <a:pt x="1756565" y="1161167"/>
                </a:cubicBezTo>
                <a:cubicBezTo>
                  <a:pt x="1756899" y="1159458"/>
                  <a:pt x="1757282" y="1158305"/>
                  <a:pt x="1757592" y="1156319"/>
                </a:cubicBezTo>
                <a:cubicBezTo>
                  <a:pt x="1757470" y="1154931"/>
                  <a:pt x="1757324" y="1153264"/>
                  <a:pt x="1757202" y="1151876"/>
                </a:cubicBezTo>
                <a:cubicBezTo>
                  <a:pt x="1694452" y="1137796"/>
                  <a:pt x="1632540" y="1122242"/>
                  <a:pt x="1572453" y="1105409"/>
                </a:cubicBezTo>
                <a:cubicBezTo>
                  <a:pt x="1424942" y="1063789"/>
                  <a:pt x="1288864" y="1014450"/>
                  <a:pt x="1171972" y="951953"/>
                </a:cubicBezTo>
                <a:cubicBezTo>
                  <a:pt x="1162328" y="946924"/>
                  <a:pt x="1152112" y="946421"/>
                  <a:pt x="1137334" y="949118"/>
                </a:cubicBezTo>
                <a:cubicBezTo>
                  <a:pt x="1089682" y="958058"/>
                  <a:pt x="1074050" y="951035"/>
                  <a:pt x="1081493" y="925476"/>
                </a:cubicBezTo>
                <a:cubicBezTo>
                  <a:pt x="1083360" y="919155"/>
                  <a:pt x="1083403" y="914115"/>
                  <a:pt x="1074768" y="909555"/>
                </a:cubicBezTo>
                <a:cubicBezTo>
                  <a:pt x="1036165" y="889158"/>
                  <a:pt x="995714" y="869763"/>
                  <a:pt x="952019" y="852050"/>
                </a:cubicBezTo>
                <a:cubicBezTo>
                  <a:pt x="871170" y="819410"/>
                  <a:pt x="784821" y="790332"/>
                  <a:pt x="709017" y="754450"/>
                </a:cubicBezTo>
                <a:cubicBezTo>
                  <a:pt x="686747" y="743533"/>
                  <a:pt x="669617" y="730485"/>
                  <a:pt x="659046" y="714902"/>
                </a:cubicBezTo>
                <a:cubicBezTo>
                  <a:pt x="655674" y="709602"/>
                  <a:pt x="653624" y="702786"/>
                  <a:pt x="664793" y="697608"/>
                </a:cubicBezTo>
                <a:cubicBezTo>
                  <a:pt x="675483" y="692472"/>
                  <a:pt x="684069" y="696476"/>
                  <a:pt x="692052" y="699133"/>
                </a:cubicBezTo>
                <a:cubicBezTo>
                  <a:pt x="725451" y="709913"/>
                  <a:pt x="759355" y="720929"/>
                  <a:pt x="792779" y="731987"/>
                </a:cubicBezTo>
                <a:cubicBezTo>
                  <a:pt x="826682" y="743003"/>
                  <a:pt x="860155" y="754616"/>
                  <a:pt x="895574" y="766338"/>
                </a:cubicBezTo>
                <a:cubicBezTo>
                  <a:pt x="897416" y="759741"/>
                  <a:pt x="890085" y="758985"/>
                  <a:pt x="886044" y="757101"/>
                </a:cubicBezTo>
                <a:cubicBezTo>
                  <a:pt x="828975" y="730489"/>
                  <a:pt x="766861" y="707118"/>
                  <a:pt x="702924" y="685027"/>
                </a:cubicBezTo>
                <a:cubicBezTo>
                  <a:pt x="653460" y="667821"/>
                  <a:pt x="605342" y="649378"/>
                  <a:pt x="571540" y="622962"/>
                </a:cubicBezTo>
                <a:cubicBezTo>
                  <a:pt x="558524" y="612632"/>
                  <a:pt x="551227" y="601239"/>
                  <a:pt x="552940" y="587657"/>
                </a:cubicBezTo>
                <a:cubicBezTo>
                  <a:pt x="553537" y="583407"/>
                  <a:pt x="554132" y="579157"/>
                  <a:pt x="563623" y="576925"/>
                </a:cubicBezTo>
                <a:cubicBezTo>
                  <a:pt x="571217" y="575139"/>
                  <a:pt x="576243" y="577216"/>
                  <a:pt x="580332" y="579656"/>
                </a:cubicBezTo>
                <a:cubicBezTo>
                  <a:pt x="587500" y="584063"/>
                  <a:pt x="594668" y="588471"/>
                  <a:pt x="604623" y="591516"/>
                </a:cubicBezTo>
                <a:cubicBezTo>
                  <a:pt x="664350" y="609779"/>
                  <a:pt x="720426" y="630601"/>
                  <a:pt x="775136" y="652383"/>
                </a:cubicBezTo>
                <a:cubicBezTo>
                  <a:pt x="864952" y="687874"/>
                  <a:pt x="953882" y="724283"/>
                  <a:pt x="1057795" y="749301"/>
                </a:cubicBezTo>
                <a:cubicBezTo>
                  <a:pt x="1096889" y="758742"/>
                  <a:pt x="1137304" y="766668"/>
                  <a:pt x="1183454" y="768213"/>
                </a:cubicBezTo>
                <a:cubicBezTo>
                  <a:pt x="1181768" y="765563"/>
                  <a:pt x="1178737" y="764150"/>
                  <a:pt x="1175732" y="763015"/>
                </a:cubicBezTo>
                <a:cubicBezTo>
                  <a:pt x="1075170" y="726508"/>
                  <a:pt x="977850" y="688319"/>
                  <a:pt x="888743" y="644370"/>
                </a:cubicBezTo>
                <a:cubicBezTo>
                  <a:pt x="778881" y="590211"/>
                  <a:pt x="683912" y="529148"/>
                  <a:pt x="615490" y="455960"/>
                </a:cubicBezTo>
                <a:cubicBezTo>
                  <a:pt x="612312" y="452882"/>
                  <a:pt x="610122" y="449996"/>
                  <a:pt x="602432" y="450671"/>
                </a:cubicBezTo>
                <a:cubicBezTo>
                  <a:pt x="582748" y="452678"/>
                  <a:pt x="580338" y="447293"/>
                  <a:pt x="582418" y="437876"/>
                </a:cubicBezTo>
                <a:cubicBezTo>
                  <a:pt x="588134" y="414707"/>
                  <a:pt x="573498" y="396964"/>
                  <a:pt x="539211" y="387101"/>
                </a:cubicBezTo>
                <a:cubicBezTo>
                  <a:pt x="514350" y="379769"/>
                  <a:pt x="493430" y="373210"/>
                  <a:pt x="519748" y="352990"/>
                </a:cubicBezTo>
                <a:cubicBezTo>
                  <a:pt x="526113" y="348234"/>
                  <a:pt x="523173" y="342336"/>
                  <a:pt x="520282" y="336993"/>
                </a:cubicBezTo>
                <a:cubicBezTo>
                  <a:pt x="516186" y="328957"/>
                  <a:pt x="507910" y="322968"/>
                  <a:pt x="498650" y="316785"/>
                </a:cubicBezTo>
                <a:cubicBezTo>
                  <a:pt x="493501" y="313319"/>
                  <a:pt x="487271" y="308549"/>
                  <a:pt x="493610" y="303515"/>
                </a:cubicBezTo>
                <a:cubicBezTo>
                  <a:pt x="500838" y="297564"/>
                  <a:pt x="511247" y="300288"/>
                  <a:pt x="519565" y="301237"/>
                </a:cubicBezTo>
                <a:cubicBezTo>
                  <a:pt x="557715" y="305444"/>
                  <a:pt x="581118" y="318221"/>
                  <a:pt x="592560" y="338204"/>
                </a:cubicBezTo>
                <a:cubicBezTo>
                  <a:pt x="599979" y="350985"/>
                  <a:pt x="609184" y="351016"/>
                  <a:pt x="627076" y="339652"/>
                </a:cubicBezTo>
                <a:cubicBezTo>
                  <a:pt x="647275" y="326965"/>
                  <a:pt x="664147" y="326044"/>
                  <a:pt x="679640" y="336997"/>
                </a:cubicBezTo>
                <a:cubicBezTo>
                  <a:pt x="692054" y="345981"/>
                  <a:pt x="702112" y="355732"/>
                  <a:pt x="716352" y="363437"/>
                </a:cubicBezTo>
                <a:cubicBezTo>
                  <a:pt x="754546" y="384710"/>
                  <a:pt x="790508" y="408138"/>
                  <a:pt x="869745" y="400343"/>
                </a:cubicBezTo>
                <a:cubicBezTo>
                  <a:pt x="847718" y="392203"/>
                  <a:pt x="825656" y="394699"/>
                  <a:pt x="806641" y="393290"/>
                </a:cubicBezTo>
                <a:cubicBezTo>
                  <a:pt x="792988" y="392249"/>
                  <a:pt x="779165" y="389265"/>
                  <a:pt x="791435" y="380072"/>
                </a:cubicBezTo>
                <a:cubicBezTo>
                  <a:pt x="805532" y="369601"/>
                  <a:pt x="796441" y="365362"/>
                  <a:pt x="787709" y="359692"/>
                </a:cubicBezTo>
                <a:cubicBezTo>
                  <a:pt x="767647" y="346342"/>
                  <a:pt x="751260" y="330710"/>
                  <a:pt x="711071" y="330880"/>
                </a:cubicBezTo>
                <a:cubicBezTo>
                  <a:pt x="704773" y="330873"/>
                  <a:pt x="699699" y="328240"/>
                  <a:pt x="694722" y="326718"/>
                </a:cubicBezTo>
                <a:cubicBezTo>
                  <a:pt x="687749" y="324532"/>
                  <a:pt x="681713" y="321984"/>
                  <a:pt x="684613" y="316412"/>
                </a:cubicBezTo>
                <a:cubicBezTo>
                  <a:pt x="687565" y="311396"/>
                  <a:pt x="694531" y="307986"/>
                  <a:pt x="703615" y="306629"/>
                </a:cubicBezTo>
                <a:cubicBezTo>
                  <a:pt x="711738" y="305356"/>
                  <a:pt x="720365" y="304319"/>
                  <a:pt x="728585" y="304157"/>
                </a:cubicBezTo>
                <a:cubicBezTo>
                  <a:pt x="765287" y="302895"/>
                  <a:pt x="791378" y="313197"/>
                  <a:pt x="817397" y="322666"/>
                </a:cubicBezTo>
                <a:cubicBezTo>
                  <a:pt x="908436" y="355531"/>
                  <a:pt x="989341" y="394323"/>
                  <a:pt x="1073943" y="431110"/>
                </a:cubicBezTo>
                <a:cubicBezTo>
                  <a:pt x="1158521" y="467620"/>
                  <a:pt x="1256741" y="493978"/>
                  <a:pt x="1349484" y="524175"/>
                </a:cubicBezTo>
                <a:cubicBezTo>
                  <a:pt x="1563417" y="594105"/>
                  <a:pt x="1778287" y="663672"/>
                  <a:pt x="2004921" y="723811"/>
                </a:cubicBezTo>
                <a:cubicBezTo>
                  <a:pt x="2226580" y="782429"/>
                  <a:pt x="2967159" y="809769"/>
                  <a:pt x="3111348" y="808027"/>
                </a:cubicBezTo>
                <a:cubicBezTo>
                  <a:pt x="3295676" y="805559"/>
                  <a:pt x="3730204" y="773014"/>
                  <a:pt x="4173417" y="745585"/>
                </a:cubicBezTo>
                <a:cubicBezTo>
                  <a:pt x="4223504" y="742307"/>
                  <a:pt x="4272653" y="739393"/>
                  <a:pt x="4324760" y="737057"/>
                </a:cubicBezTo>
                <a:cubicBezTo>
                  <a:pt x="5801059" y="670156"/>
                  <a:pt x="6841344" y="326433"/>
                  <a:pt x="6893789" y="305879"/>
                </a:cubicBezTo>
                <a:cubicBezTo>
                  <a:pt x="6978091" y="273014"/>
                  <a:pt x="7258655" y="208091"/>
                  <a:pt x="7259184" y="208604"/>
                </a:cubicBezTo>
                <a:cubicBezTo>
                  <a:pt x="7265440" y="213652"/>
                  <a:pt x="7297274" y="217644"/>
                  <a:pt x="7323059" y="220312"/>
                </a:cubicBezTo>
                <a:lnTo>
                  <a:pt x="7347572" y="222730"/>
                </a:lnTo>
                <a:lnTo>
                  <a:pt x="7350636" y="224083"/>
                </a:lnTo>
                <a:cubicBezTo>
                  <a:pt x="7359607" y="224205"/>
                  <a:pt x="7359159" y="223929"/>
                  <a:pt x="7353245" y="223290"/>
                </a:cubicBezTo>
                <a:lnTo>
                  <a:pt x="7347572" y="222730"/>
                </a:lnTo>
                <a:lnTo>
                  <a:pt x="7342573" y="220523"/>
                </a:lnTo>
                <a:cubicBezTo>
                  <a:pt x="7341302" y="218466"/>
                  <a:pt x="7341191" y="215818"/>
                  <a:pt x="7341465" y="213415"/>
                </a:cubicBezTo>
                <a:cubicBezTo>
                  <a:pt x="7342771" y="200707"/>
                  <a:pt x="7352468" y="189782"/>
                  <a:pt x="7375606" y="182994"/>
                </a:cubicBezTo>
                <a:cubicBezTo>
                  <a:pt x="7397808" y="176568"/>
                  <a:pt x="7420538" y="170655"/>
                  <a:pt x="7443270" y="164742"/>
                </a:cubicBezTo>
                <a:cubicBezTo>
                  <a:pt x="7462204" y="159722"/>
                  <a:pt x="7475181" y="158583"/>
                  <a:pt x="7478299" y="172021"/>
                </a:cubicBezTo>
                <a:cubicBezTo>
                  <a:pt x="7481416" y="185460"/>
                  <a:pt x="7508389" y="189249"/>
                  <a:pt x="7524024" y="179761"/>
                </a:cubicBezTo>
                <a:cubicBezTo>
                  <a:pt x="7585174" y="142492"/>
                  <a:pt x="7658615" y="112820"/>
                  <a:pt x="7727944" y="80430"/>
                </a:cubicBezTo>
                <a:cubicBezTo>
                  <a:pt x="7776349" y="57992"/>
                  <a:pt x="7827303" y="37009"/>
                  <a:pt x="7867024" y="9456"/>
                </a:cubicBezTo>
                <a:cubicBezTo>
                  <a:pt x="7874326" y="4338"/>
                  <a:pt x="7880999" y="-2404"/>
                  <a:pt x="7894848" y="858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9996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oup of people walking on glass floor&#10;&#10;Description automatically generated">
            <a:extLst>
              <a:ext uri="{FF2B5EF4-FFF2-40B4-BE49-F238E27FC236}">
                <a16:creationId xmlns:a16="http://schemas.microsoft.com/office/drawing/2014/main" id="{7E5D84E4-33EB-FA28-E596-B205EE5A98C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3029" r="17879"/>
          <a:stretch/>
        </p:blipFill>
        <p:spPr>
          <a:xfrm>
            <a:off x="20" y="10"/>
            <a:ext cx="12188930" cy="685799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D474521-0EB3-9B29-B6DF-8590C900F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3"/>
            <a:ext cx="9144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b="1" dirty="0">
                <a:solidFill>
                  <a:schemeClr val="bg1"/>
                </a:solidFill>
              </a:rPr>
              <a:t>Gracias !!!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0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586</Words>
  <Application>Microsoft Office PowerPoint</Application>
  <PresentationFormat>Panorámica</PresentationFormat>
  <Paragraphs>29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Estructuras de Facebook </vt:lpstr>
      <vt:lpstr>Facebook utiliza la estructura de datos de Grafos para representar y gestionar las conexiones y relaciones entre usuarios, páginas, grupos y otras entidades </vt:lpstr>
      <vt:lpstr>Algunas formas en las que Facebook utiliza la estructura de datos de Grafos </vt:lpstr>
      <vt:lpstr>Algunas formas en las que Facebook utiliza la estructura de datos de Grafos </vt:lpstr>
      <vt:lpstr>Un curso intensivo sobre la estructura de Grafos </vt:lpstr>
      <vt:lpstr>Graph Search  </vt:lpstr>
      <vt:lpstr>La decisión de utilizar Unicornio</vt:lpstr>
      <vt:lpstr>Los componentes principales de Unicornio son</vt:lpstr>
      <vt:lpstr>Presentación de PowerPoint</vt:lpstr>
      <vt:lpstr>Conclusiones y Recomendaciones</vt:lpstr>
      <vt:lpstr>Gracias 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Estructuras de Facebook </dc:title>
  <dc:creator>Nadia Ugalde</dc:creator>
  <cp:lastModifiedBy>Erick Hernández Ugalde</cp:lastModifiedBy>
  <cp:revision>2</cp:revision>
  <dcterms:created xsi:type="dcterms:W3CDTF">2023-07-10T04:08:15Z</dcterms:created>
  <dcterms:modified xsi:type="dcterms:W3CDTF">2023-07-14T01:03:05Z</dcterms:modified>
</cp:coreProperties>
</file>